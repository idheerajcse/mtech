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7" r:id="rId4"/>
    <p:sldMasterId id="2147484036" r:id="rId5"/>
    <p:sldMasterId id="2147484038" r:id="rId6"/>
  </p:sldMasterIdLst>
  <p:notesMasterIdLst>
    <p:notesMasterId r:id="rId21"/>
  </p:notesMasterIdLst>
  <p:handoutMasterIdLst>
    <p:handoutMasterId r:id="rId22"/>
  </p:handoutMasterIdLst>
  <p:sldIdLst>
    <p:sldId id="256" r:id="rId7"/>
    <p:sldId id="326" r:id="rId8"/>
    <p:sldId id="350" r:id="rId9"/>
    <p:sldId id="351" r:id="rId10"/>
    <p:sldId id="352" r:id="rId11"/>
    <p:sldId id="353" r:id="rId12"/>
    <p:sldId id="356" r:id="rId13"/>
    <p:sldId id="357" r:id="rId14"/>
    <p:sldId id="354" r:id="rId15"/>
    <p:sldId id="355" r:id="rId16"/>
    <p:sldId id="358" r:id="rId17"/>
    <p:sldId id="360" r:id="rId18"/>
    <p:sldId id="359" r:id="rId19"/>
    <p:sldId id="258" r:id="rId20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2880">
          <p15:clr>
            <a:srgbClr val="A4A3A4"/>
          </p15:clr>
        </p15:guide>
        <p15:guide id="5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uva  Pardesi" initials="AP" lastIdx="11" clrIdx="0">
    <p:extLst>
      <p:ext uri="{19B8F6BF-5375-455C-9EA6-DF929625EA0E}">
        <p15:presenceInfo xmlns:p15="http://schemas.microsoft.com/office/powerpoint/2012/main" userId="S-1-5-21-1801674531-1177238915-682003330-2129570" providerId="AD"/>
      </p:ext>
    </p:extLst>
  </p:cmAuthor>
  <p:cmAuthor id="2" name="Peshaan Khajotia" initials="PK" lastIdx="53" clrIdx="1">
    <p:extLst>
      <p:ext uri="{19B8F6BF-5375-455C-9EA6-DF929625EA0E}">
        <p15:presenceInfo xmlns:p15="http://schemas.microsoft.com/office/powerpoint/2012/main" userId="S-1-5-21-1801674531-1177238915-682003330-222180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4EA2"/>
    <a:srgbClr val="037CA7"/>
    <a:srgbClr val="93478C"/>
    <a:srgbClr val="D53E85"/>
    <a:srgbClr val="612C91"/>
    <a:srgbClr val="007DC5"/>
    <a:srgbClr val="F15A2D"/>
    <a:srgbClr val="724698"/>
    <a:srgbClr val="262626"/>
    <a:srgbClr val="07BA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381" autoAdjust="0"/>
    <p:restoredTop sz="93741" autoAdjust="0"/>
  </p:normalViewPr>
  <p:slideViewPr>
    <p:cSldViewPr snapToObjects="1">
      <p:cViewPr varScale="1">
        <p:scale>
          <a:sx n="116" d="100"/>
          <a:sy n="116" d="100"/>
        </p:scale>
        <p:origin x="232" y="64"/>
      </p:cViewPr>
      <p:guideLst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Objects="1" showGuides="1">
      <p:cViewPr varScale="1">
        <p:scale>
          <a:sx n="50" d="100"/>
          <a:sy n="50" d="100"/>
        </p:scale>
        <p:origin x="2708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chand Amgoth" userId="ea017c71-c3c5-459d-b04b-915c0e816ad1" providerId="ADAL" clId="{0D1B6416-D7F8-4214-820E-F43BA2CC29BC}"/>
    <pc:docChg chg="custSel modSld">
      <pc:chgData name="Tarachand Amgoth" userId="ea017c71-c3c5-459d-b04b-915c0e816ad1" providerId="ADAL" clId="{0D1B6416-D7F8-4214-820E-F43BA2CC29BC}" dt="2025-04-29T16:20:58.400" v="12" actId="478"/>
      <pc:docMkLst>
        <pc:docMk/>
      </pc:docMkLst>
      <pc:sldChg chg="delSp mod">
        <pc:chgData name="Tarachand Amgoth" userId="ea017c71-c3c5-459d-b04b-915c0e816ad1" providerId="ADAL" clId="{0D1B6416-D7F8-4214-820E-F43BA2CC29BC}" dt="2025-04-29T16:20:18.008" v="0" actId="478"/>
        <pc:sldMkLst>
          <pc:docMk/>
          <pc:sldMk cId="2611437373" sldId="256"/>
        </pc:sldMkLst>
        <pc:inkChg chg="del">
          <ac:chgData name="Tarachand Amgoth" userId="ea017c71-c3c5-459d-b04b-915c0e816ad1" providerId="ADAL" clId="{0D1B6416-D7F8-4214-820E-F43BA2CC29BC}" dt="2025-04-29T16:20:18.008" v="0" actId="478"/>
          <ac:inkMkLst>
            <pc:docMk/>
            <pc:sldMk cId="2611437373" sldId="256"/>
            <ac:inkMk id="7" creationId="{251916C5-F955-93ED-735E-627D446B5018}"/>
          </ac:inkMkLst>
        </pc:inkChg>
      </pc:sldChg>
      <pc:sldChg chg="delSp mod">
        <pc:chgData name="Tarachand Amgoth" userId="ea017c71-c3c5-459d-b04b-915c0e816ad1" providerId="ADAL" clId="{0D1B6416-D7F8-4214-820E-F43BA2CC29BC}" dt="2025-04-29T16:20:23.088" v="1" actId="478"/>
        <pc:sldMkLst>
          <pc:docMk/>
          <pc:sldMk cId="2862923213" sldId="326"/>
        </pc:sldMkLst>
        <pc:inkChg chg="del">
          <ac:chgData name="Tarachand Amgoth" userId="ea017c71-c3c5-459d-b04b-915c0e816ad1" providerId="ADAL" clId="{0D1B6416-D7F8-4214-820E-F43BA2CC29BC}" dt="2025-04-29T16:20:23.088" v="1" actId="478"/>
          <ac:inkMkLst>
            <pc:docMk/>
            <pc:sldMk cId="2862923213" sldId="326"/>
            <ac:inkMk id="3" creationId="{AC001F14-8594-BD6C-8B6C-A28693A013FF}"/>
          </ac:inkMkLst>
        </pc:inkChg>
      </pc:sldChg>
      <pc:sldChg chg="delSp mod">
        <pc:chgData name="Tarachand Amgoth" userId="ea017c71-c3c5-459d-b04b-915c0e816ad1" providerId="ADAL" clId="{0D1B6416-D7F8-4214-820E-F43BA2CC29BC}" dt="2025-04-29T16:20:26.550" v="2" actId="478"/>
        <pc:sldMkLst>
          <pc:docMk/>
          <pc:sldMk cId="908561554" sldId="350"/>
        </pc:sldMkLst>
        <pc:inkChg chg="del">
          <ac:chgData name="Tarachand Amgoth" userId="ea017c71-c3c5-459d-b04b-915c0e816ad1" providerId="ADAL" clId="{0D1B6416-D7F8-4214-820E-F43BA2CC29BC}" dt="2025-04-29T16:20:26.550" v="2" actId="478"/>
          <ac:inkMkLst>
            <pc:docMk/>
            <pc:sldMk cId="908561554" sldId="350"/>
            <ac:inkMk id="3" creationId="{1D501EB7-E5C8-AD54-2033-1E74896CC46F}"/>
          </ac:inkMkLst>
        </pc:inkChg>
      </pc:sldChg>
      <pc:sldChg chg="delSp mod">
        <pc:chgData name="Tarachand Amgoth" userId="ea017c71-c3c5-459d-b04b-915c0e816ad1" providerId="ADAL" clId="{0D1B6416-D7F8-4214-820E-F43BA2CC29BC}" dt="2025-04-29T16:20:30.069" v="3" actId="478"/>
        <pc:sldMkLst>
          <pc:docMk/>
          <pc:sldMk cId="2782064967" sldId="351"/>
        </pc:sldMkLst>
        <pc:inkChg chg="del">
          <ac:chgData name="Tarachand Amgoth" userId="ea017c71-c3c5-459d-b04b-915c0e816ad1" providerId="ADAL" clId="{0D1B6416-D7F8-4214-820E-F43BA2CC29BC}" dt="2025-04-29T16:20:30.069" v="3" actId="478"/>
          <ac:inkMkLst>
            <pc:docMk/>
            <pc:sldMk cId="2782064967" sldId="351"/>
            <ac:inkMk id="3" creationId="{64F370DF-DB63-9A0E-F0FA-8F7546551828}"/>
          </ac:inkMkLst>
        </pc:inkChg>
      </pc:sldChg>
      <pc:sldChg chg="delSp mod">
        <pc:chgData name="Tarachand Amgoth" userId="ea017c71-c3c5-459d-b04b-915c0e816ad1" providerId="ADAL" clId="{0D1B6416-D7F8-4214-820E-F43BA2CC29BC}" dt="2025-04-29T16:20:33.213" v="4" actId="478"/>
        <pc:sldMkLst>
          <pc:docMk/>
          <pc:sldMk cId="66698922" sldId="352"/>
        </pc:sldMkLst>
        <pc:inkChg chg="del">
          <ac:chgData name="Tarachand Amgoth" userId="ea017c71-c3c5-459d-b04b-915c0e816ad1" providerId="ADAL" clId="{0D1B6416-D7F8-4214-820E-F43BA2CC29BC}" dt="2025-04-29T16:20:33.213" v="4" actId="478"/>
          <ac:inkMkLst>
            <pc:docMk/>
            <pc:sldMk cId="66698922" sldId="352"/>
            <ac:inkMk id="3" creationId="{92E94D3A-AF69-E71C-8D8A-681F5073D308}"/>
          </ac:inkMkLst>
        </pc:inkChg>
      </pc:sldChg>
      <pc:sldChg chg="delSp mod">
        <pc:chgData name="Tarachand Amgoth" userId="ea017c71-c3c5-459d-b04b-915c0e816ad1" providerId="ADAL" clId="{0D1B6416-D7F8-4214-820E-F43BA2CC29BC}" dt="2025-04-29T16:20:36.802" v="5" actId="478"/>
        <pc:sldMkLst>
          <pc:docMk/>
          <pc:sldMk cId="2078265387" sldId="353"/>
        </pc:sldMkLst>
        <pc:inkChg chg="del">
          <ac:chgData name="Tarachand Amgoth" userId="ea017c71-c3c5-459d-b04b-915c0e816ad1" providerId="ADAL" clId="{0D1B6416-D7F8-4214-820E-F43BA2CC29BC}" dt="2025-04-29T16:20:36.802" v="5" actId="478"/>
          <ac:inkMkLst>
            <pc:docMk/>
            <pc:sldMk cId="2078265387" sldId="353"/>
            <ac:inkMk id="3" creationId="{5BD7C691-198F-8005-D579-0CEE22250059}"/>
          </ac:inkMkLst>
        </pc:inkChg>
      </pc:sldChg>
      <pc:sldChg chg="delSp mod">
        <pc:chgData name="Tarachand Amgoth" userId="ea017c71-c3c5-459d-b04b-915c0e816ad1" providerId="ADAL" clId="{0D1B6416-D7F8-4214-820E-F43BA2CC29BC}" dt="2025-04-29T16:20:58.400" v="12" actId="478"/>
        <pc:sldMkLst>
          <pc:docMk/>
          <pc:sldMk cId="3349908840" sldId="354"/>
        </pc:sldMkLst>
        <pc:grpChg chg="del">
          <ac:chgData name="Tarachand Amgoth" userId="ea017c71-c3c5-459d-b04b-915c0e816ad1" providerId="ADAL" clId="{0D1B6416-D7F8-4214-820E-F43BA2CC29BC}" dt="2025-04-29T16:20:53.293" v="10" actId="478"/>
          <ac:grpSpMkLst>
            <pc:docMk/>
            <pc:sldMk cId="3349908840" sldId="354"/>
            <ac:grpSpMk id="17" creationId="{7CB5F16B-6594-5BE8-95B6-CFEDE4DC4B68}"/>
          </ac:grpSpMkLst>
        </pc:grpChg>
        <pc:grpChg chg="del">
          <ac:chgData name="Tarachand Amgoth" userId="ea017c71-c3c5-459d-b04b-915c0e816ad1" providerId="ADAL" clId="{0D1B6416-D7F8-4214-820E-F43BA2CC29BC}" dt="2025-04-29T16:20:50.545" v="9" actId="478"/>
          <ac:grpSpMkLst>
            <pc:docMk/>
            <pc:sldMk cId="3349908840" sldId="354"/>
            <ac:grpSpMk id="18" creationId="{E1C1CD47-555A-8B90-643C-8AB5ACD42E7F}"/>
          </ac:grpSpMkLst>
        </pc:grpChg>
        <pc:grpChg chg="del">
          <ac:chgData name="Tarachand Amgoth" userId="ea017c71-c3c5-459d-b04b-915c0e816ad1" providerId="ADAL" clId="{0D1B6416-D7F8-4214-820E-F43BA2CC29BC}" dt="2025-04-29T16:20:45.973" v="7" actId="478"/>
          <ac:grpSpMkLst>
            <pc:docMk/>
            <pc:sldMk cId="3349908840" sldId="354"/>
            <ac:grpSpMk id="25" creationId="{392C3CFD-1B57-7FA6-49B7-B0AB35EC8F6C}"/>
          </ac:grpSpMkLst>
        </pc:grpChg>
        <pc:grpChg chg="del">
          <ac:chgData name="Tarachand Amgoth" userId="ea017c71-c3c5-459d-b04b-915c0e816ad1" providerId="ADAL" clId="{0D1B6416-D7F8-4214-820E-F43BA2CC29BC}" dt="2025-04-29T16:20:48.472" v="8" actId="478"/>
          <ac:grpSpMkLst>
            <pc:docMk/>
            <pc:sldMk cId="3349908840" sldId="354"/>
            <ac:grpSpMk id="27" creationId="{96B3FEEA-13DC-09CB-2CA3-10C3406629BD}"/>
          </ac:grpSpMkLst>
        </pc:grpChg>
        <pc:grpChg chg="del">
          <ac:chgData name="Tarachand Amgoth" userId="ea017c71-c3c5-459d-b04b-915c0e816ad1" providerId="ADAL" clId="{0D1B6416-D7F8-4214-820E-F43BA2CC29BC}" dt="2025-04-29T16:20:55.681" v="11" actId="478"/>
          <ac:grpSpMkLst>
            <pc:docMk/>
            <pc:sldMk cId="3349908840" sldId="354"/>
            <ac:grpSpMk id="36" creationId="{4AFD9688-1923-9E72-3A22-BD85EC262872}"/>
          </ac:grpSpMkLst>
        </pc:grpChg>
        <pc:inkChg chg="del">
          <ac:chgData name="Tarachand Amgoth" userId="ea017c71-c3c5-459d-b04b-915c0e816ad1" providerId="ADAL" clId="{0D1B6416-D7F8-4214-820E-F43BA2CC29BC}" dt="2025-04-29T16:20:58.400" v="12" actId="478"/>
          <ac:inkMkLst>
            <pc:docMk/>
            <pc:sldMk cId="3349908840" sldId="354"/>
            <ac:inkMk id="37" creationId="{CC2E5E5B-458D-89E4-CC99-4FF8738F6D0B}"/>
          </ac:inkMkLst>
        </pc:inkChg>
      </pc:sldChg>
      <pc:sldChg chg="delSp mod">
        <pc:chgData name="Tarachand Amgoth" userId="ea017c71-c3c5-459d-b04b-915c0e816ad1" providerId="ADAL" clId="{0D1B6416-D7F8-4214-820E-F43BA2CC29BC}" dt="2025-04-29T16:20:40.853" v="6" actId="478"/>
        <pc:sldMkLst>
          <pc:docMk/>
          <pc:sldMk cId="566369305" sldId="356"/>
        </pc:sldMkLst>
        <pc:inkChg chg="del">
          <ac:chgData name="Tarachand Amgoth" userId="ea017c71-c3c5-459d-b04b-915c0e816ad1" providerId="ADAL" clId="{0D1B6416-D7F8-4214-820E-F43BA2CC29BC}" dt="2025-04-29T16:20:40.853" v="6" actId="478"/>
          <ac:inkMkLst>
            <pc:docMk/>
            <pc:sldMk cId="566369305" sldId="356"/>
            <ac:inkMk id="4" creationId="{42A8871E-72C6-146D-F398-E93CF5F60C3F}"/>
          </ac:inkMkLst>
        </pc:inkChg>
      </pc:sldChg>
    </pc:docChg>
  </pc:docChgLst>
  <pc:docChgLst>
    <pc:chgData name="Tarachand Amgoth" userId="ea017c71-c3c5-459d-b04b-915c0e816ad1" providerId="ADAL" clId="{56A2D38F-65E5-4C15-93E3-62E1E01CDD0A}"/>
    <pc:docChg chg="custSel addSld modSld">
      <pc:chgData name="Tarachand Amgoth" userId="ea017c71-c3c5-459d-b04b-915c0e816ad1" providerId="ADAL" clId="{56A2D38F-65E5-4C15-93E3-62E1E01CDD0A}" dt="2024-11-01T13:33:55.464" v="34" actId="9405"/>
      <pc:docMkLst>
        <pc:docMk/>
      </pc:docMkLst>
      <pc:sldChg chg="addSp delSp mod">
        <pc:chgData name="Tarachand Amgoth" userId="ea017c71-c3c5-459d-b04b-915c0e816ad1" providerId="ADAL" clId="{56A2D38F-65E5-4C15-93E3-62E1E01CDD0A}" dt="2024-10-25T13:57:50.676" v="2"/>
        <pc:sldMkLst>
          <pc:docMk/>
          <pc:sldMk cId="2611437373" sldId="256"/>
        </pc:sldMkLst>
      </pc:sldChg>
      <pc:sldChg chg="addSp">
        <pc:chgData name="Tarachand Amgoth" userId="ea017c71-c3c5-459d-b04b-915c0e816ad1" providerId="ADAL" clId="{56A2D38F-65E5-4C15-93E3-62E1E01CDD0A}" dt="2024-10-25T13:57:50.676" v="2"/>
        <pc:sldMkLst>
          <pc:docMk/>
          <pc:sldMk cId="2862923213" sldId="326"/>
        </pc:sldMkLst>
      </pc:sldChg>
      <pc:sldChg chg="addSp">
        <pc:chgData name="Tarachand Amgoth" userId="ea017c71-c3c5-459d-b04b-915c0e816ad1" providerId="ADAL" clId="{56A2D38F-65E5-4C15-93E3-62E1E01CDD0A}" dt="2024-10-25T13:57:50.676" v="2"/>
        <pc:sldMkLst>
          <pc:docMk/>
          <pc:sldMk cId="908561554" sldId="350"/>
        </pc:sldMkLst>
      </pc:sldChg>
      <pc:sldChg chg="addSp">
        <pc:chgData name="Tarachand Amgoth" userId="ea017c71-c3c5-459d-b04b-915c0e816ad1" providerId="ADAL" clId="{56A2D38F-65E5-4C15-93E3-62E1E01CDD0A}" dt="2024-10-25T13:57:50.676" v="2"/>
        <pc:sldMkLst>
          <pc:docMk/>
          <pc:sldMk cId="2782064967" sldId="351"/>
        </pc:sldMkLst>
      </pc:sldChg>
      <pc:sldChg chg="addSp">
        <pc:chgData name="Tarachand Amgoth" userId="ea017c71-c3c5-459d-b04b-915c0e816ad1" providerId="ADAL" clId="{56A2D38F-65E5-4C15-93E3-62E1E01CDD0A}" dt="2024-10-25T13:57:50.676" v="2"/>
        <pc:sldMkLst>
          <pc:docMk/>
          <pc:sldMk cId="66698922" sldId="352"/>
        </pc:sldMkLst>
      </pc:sldChg>
      <pc:sldChg chg="addSp">
        <pc:chgData name="Tarachand Amgoth" userId="ea017c71-c3c5-459d-b04b-915c0e816ad1" providerId="ADAL" clId="{56A2D38F-65E5-4C15-93E3-62E1E01CDD0A}" dt="2024-10-25T13:57:50.676" v="2"/>
        <pc:sldMkLst>
          <pc:docMk/>
          <pc:sldMk cId="2078265387" sldId="353"/>
        </pc:sldMkLst>
      </pc:sldChg>
      <pc:sldChg chg="addSp delSp modSp mod">
        <pc:chgData name="Tarachand Amgoth" userId="ea017c71-c3c5-459d-b04b-915c0e816ad1" providerId="ADAL" clId="{56A2D38F-65E5-4C15-93E3-62E1E01CDD0A}" dt="2024-11-01T13:33:55.464" v="34" actId="9405"/>
        <pc:sldMkLst>
          <pc:docMk/>
          <pc:sldMk cId="3349908840" sldId="354"/>
        </pc:sldMkLst>
      </pc:sldChg>
      <pc:sldChg chg="addSp">
        <pc:chgData name="Tarachand Amgoth" userId="ea017c71-c3c5-459d-b04b-915c0e816ad1" providerId="ADAL" clId="{56A2D38F-65E5-4C15-93E3-62E1E01CDD0A}" dt="2024-10-25T13:57:50.676" v="2"/>
        <pc:sldMkLst>
          <pc:docMk/>
          <pc:sldMk cId="566369305" sldId="356"/>
        </pc:sldMkLst>
      </pc:sldChg>
      <pc:sldChg chg="addSp delSp mod">
        <pc:chgData name="Tarachand Amgoth" userId="ea017c71-c3c5-459d-b04b-915c0e816ad1" providerId="ADAL" clId="{56A2D38F-65E5-4C15-93E3-62E1E01CDD0A}" dt="2024-10-25T13:57:53.866" v="3" actId="478"/>
        <pc:sldMkLst>
          <pc:docMk/>
          <pc:sldMk cId="4070448672" sldId="358"/>
        </pc:sldMkLst>
      </pc:sldChg>
      <pc:sldChg chg="addSp delSp modSp add mod">
        <pc:chgData name="Tarachand Amgoth" userId="ea017c71-c3c5-459d-b04b-915c0e816ad1" providerId="ADAL" clId="{56A2D38F-65E5-4C15-93E3-62E1E01CDD0A}" dt="2024-10-25T13:58:17.260" v="7" actId="1076"/>
        <pc:sldMkLst>
          <pc:docMk/>
          <pc:sldMk cId="3011276086" sldId="36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D6E581-5FB9-423A-846D-A955E43F1AA1}" type="datetimeFigureOut">
              <a:rPr lang="en-US" smtClean="0"/>
              <a:pPr/>
              <a:t>4/29/2025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4B16E-D317-4731-B361-9197425E46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71064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36ACDD-C55B-4FC4-89E7-E9F98F22F217}" type="datetimeFigureOut">
              <a:rPr lang="en-US" smtClean="0"/>
              <a:pPr/>
              <a:t>4/29/2025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D4190E-9D7B-4847-98AB-991B2B4274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008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3" y="2098234"/>
            <a:ext cx="5123095" cy="506724"/>
          </a:xfrm>
        </p:spPr>
        <p:txBody>
          <a:bodyPr>
            <a:noAutofit/>
          </a:bodyPr>
          <a:lstStyle>
            <a:lvl1pPr algn="l">
              <a:lnSpc>
                <a:spcPct val="90000"/>
              </a:lnSpc>
              <a:spcBef>
                <a:spcPts val="100"/>
              </a:spcBef>
              <a:defRPr sz="2400">
                <a:solidFill>
                  <a:srgbClr val="724698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3" y="2624762"/>
            <a:ext cx="5123095" cy="34290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Tx/>
              <a:buFont typeface="Wingdings" pitchFamily="2" charset="2"/>
              <a:buNone/>
              <a:tabLst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  <a:p>
            <a:endParaRPr lang="en-US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46" y="3740459"/>
            <a:ext cx="1856666" cy="301760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Insert Date</a:t>
            </a:r>
          </a:p>
        </p:txBody>
      </p:sp>
      <p:sp>
        <p:nvSpPr>
          <p:cNvPr id="179" name="Rectangle 178"/>
          <p:cNvSpPr/>
          <p:nvPr userDrawn="1"/>
        </p:nvSpPr>
        <p:spPr>
          <a:xfrm rot="5400000">
            <a:off x="-112141" y="2519805"/>
            <a:ext cx="869427" cy="54864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50000">
                <a:srgbClr val="BA2983"/>
              </a:gs>
              <a:gs pos="100000">
                <a:srgbClr val="F04D3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pic>
        <p:nvPicPr>
          <p:cNvPr id="171" name="Picture 17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503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16">
          <p15:clr>
            <a:srgbClr val="FBAE40"/>
          </p15:clr>
        </p15:guide>
        <p15:guide id="3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9234" y="882040"/>
            <a:ext cx="5564766" cy="3697873"/>
          </a:xfrm>
          <a:prstGeom prst="rect">
            <a:avLst/>
          </a:prstGeom>
        </p:spPr>
      </p:pic>
      <p:sp>
        <p:nvSpPr>
          <p:cNvPr id="172" name="Rectangle 171"/>
          <p:cNvSpPr/>
          <p:nvPr userDrawn="1"/>
        </p:nvSpPr>
        <p:spPr>
          <a:xfrm>
            <a:off x="-550" y="882041"/>
            <a:ext cx="9143999" cy="3697873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60000">
                <a:srgbClr val="D43A5F">
                  <a:alpha val="62000"/>
                </a:srgbClr>
              </a:gs>
              <a:gs pos="39000">
                <a:srgbClr val="BA2983"/>
              </a:gs>
              <a:gs pos="100000">
                <a:srgbClr val="F04D38">
                  <a:alpha val="3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grpSp>
        <p:nvGrpSpPr>
          <p:cNvPr id="173" name="Group 172"/>
          <p:cNvGrpSpPr/>
          <p:nvPr userDrawn="1"/>
        </p:nvGrpSpPr>
        <p:grpSpPr>
          <a:xfrm>
            <a:off x="283755" y="163261"/>
            <a:ext cx="2129833" cy="471311"/>
            <a:chOff x="283755" y="165687"/>
            <a:chExt cx="1564837" cy="346283"/>
          </a:xfrm>
        </p:grpSpPr>
        <p:grpSp>
          <p:nvGrpSpPr>
            <p:cNvPr id="174" name="Group 173"/>
            <p:cNvGrpSpPr/>
            <p:nvPr userDrawn="1"/>
          </p:nvGrpSpPr>
          <p:grpSpPr>
            <a:xfrm>
              <a:off x="1029100" y="165687"/>
              <a:ext cx="819492" cy="346282"/>
              <a:chOff x="1323430" y="208452"/>
              <a:chExt cx="838843" cy="354460"/>
            </a:xfrm>
            <a:solidFill>
              <a:srgbClr val="007DC5"/>
            </a:solidFill>
          </p:grpSpPr>
          <p:sp>
            <p:nvSpPr>
              <p:cNvPr id="177" name="Freeform 176"/>
              <p:cNvSpPr>
                <a:spLocks noEditPoints="1"/>
              </p:cNvSpPr>
              <p:nvPr userDrawn="1"/>
            </p:nvSpPr>
            <p:spPr bwMode="auto">
              <a:xfrm>
                <a:off x="1478162" y="472445"/>
                <a:ext cx="525842" cy="90467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8" name="Freeform 177"/>
              <p:cNvSpPr>
                <a:spLocks noEditPoints="1"/>
              </p:cNvSpPr>
              <p:nvPr userDrawn="1"/>
            </p:nvSpPr>
            <p:spPr bwMode="auto">
              <a:xfrm>
                <a:off x="1323430" y="339059"/>
                <a:ext cx="838843" cy="90467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9" name="Freeform 178"/>
              <p:cNvSpPr>
                <a:spLocks noEditPoints="1"/>
              </p:cNvSpPr>
              <p:nvPr userDrawn="1"/>
            </p:nvSpPr>
            <p:spPr bwMode="auto">
              <a:xfrm>
                <a:off x="1562183" y="208452"/>
                <a:ext cx="363379" cy="90524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cxnSp>
          <p:nvCxnSpPr>
            <p:cNvPr id="175" name="Straight Connector 174"/>
            <p:cNvCxnSpPr/>
            <p:nvPr/>
          </p:nvCxnSpPr>
          <p:spPr>
            <a:xfrm>
              <a:off x="922267" y="166149"/>
              <a:ext cx="0" cy="342581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rgbClr val="007DC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6" name="Picture 17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755" y="174956"/>
              <a:ext cx="531679" cy="337014"/>
            </a:xfrm>
            <a:prstGeom prst="rect">
              <a:avLst/>
            </a:prstGeom>
          </p:spPr>
        </p:pic>
      </p:grpSp>
      <p:pic>
        <p:nvPicPr>
          <p:cNvPr id="180" name="Picture 17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sp>
        <p:nvSpPr>
          <p:cNvPr id="181" name="TextBox 180"/>
          <p:cNvSpPr txBox="1"/>
          <p:nvPr userDrawn="1"/>
        </p:nvSpPr>
        <p:spPr>
          <a:xfrm>
            <a:off x="366308" y="4669962"/>
            <a:ext cx="211788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Copyright © 2021 </a:t>
            </a:r>
            <a:r>
              <a:rPr 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Tata Consultancy Services Limited</a:t>
            </a:r>
          </a:p>
        </p:txBody>
      </p:sp>
      <p:sp>
        <p:nvSpPr>
          <p:cNvPr id="24" name="Title 1"/>
          <p:cNvSpPr>
            <a:spLocks noGrp="1"/>
          </p:cNvSpPr>
          <p:nvPr>
            <p:ph type="ctrTitle"/>
          </p:nvPr>
        </p:nvSpPr>
        <p:spPr>
          <a:xfrm>
            <a:off x="381003" y="2091673"/>
            <a:ext cx="5123095" cy="506724"/>
          </a:xfrm>
        </p:spPr>
        <p:txBody>
          <a:bodyPr vert="horz" wrap="square" lIns="68580" tIns="34290" rIns="68580" bIns="34290" rtlCol="0" anchor="ctr">
            <a:noAutofit/>
          </a:bodyPr>
          <a:lstStyle>
            <a:lvl1pPr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dirty="0"/>
              <a:t>Click to edit Master title style</a:t>
            </a:r>
          </a:p>
        </p:txBody>
      </p:sp>
      <p:sp>
        <p:nvSpPr>
          <p:cNvPr id="25" name="Subtitle 2"/>
          <p:cNvSpPr>
            <a:spLocks noGrp="1"/>
          </p:cNvSpPr>
          <p:nvPr>
            <p:ph type="subTitle" idx="1"/>
          </p:nvPr>
        </p:nvSpPr>
        <p:spPr>
          <a:xfrm>
            <a:off x="381003" y="2618201"/>
            <a:ext cx="5123095" cy="34290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257175" marR="0" lvl="0" indent="-257175" fontAlgn="auto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Tx/>
              <a:tabLst/>
            </a:pPr>
            <a:r>
              <a:rPr lang="en-US" dirty="0"/>
              <a:t>Click to edit Master subtitle style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46" y="3733898"/>
            <a:ext cx="1856666" cy="30176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1400" dirty="0" smtClean="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257175" lvl="0" indent="-257175"/>
            <a:r>
              <a:rPr lang="en-US" dirty="0"/>
              <a:t>Insert Date</a:t>
            </a:r>
          </a:p>
        </p:txBody>
      </p:sp>
      <p:sp>
        <p:nvSpPr>
          <p:cNvPr id="27" name="Rectangle 26"/>
          <p:cNvSpPr/>
          <p:nvPr userDrawn="1"/>
        </p:nvSpPr>
        <p:spPr>
          <a:xfrm rot="5400000">
            <a:off x="-112141" y="2518005"/>
            <a:ext cx="869427" cy="453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lvl="0" algn="ctr" defTabSz="685766"/>
            <a:endParaRPr lang="en-IN" dirty="0">
              <a:solidFill>
                <a:prstClr val="white"/>
              </a:solidFill>
            </a:endParaRP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615E9B08-E83C-4AE8-AAEF-9FE4F4C2C50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625" y="123438"/>
            <a:ext cx="1260839" cy="5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054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16">
          <p15:clr>
            <a:srgbClr val="FBAE40"/>
          </p15:clr>
        </p15:guide>
        <p15:guide id="3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48"/>
          <a:stretch/>
        </p:blipFill>
        <p:spPr>
          <a:xfrm>
            <a:off x="3577569" y="882041"/>
            <a:ext cx="5571891" cy="3697872"/>
          </a:xfrm>
          <a:prstGeom prst="rect">
            <a:avLst/>
          </a:prstGeom>
        </p:spPr>
      </p:pic>
      <p:sp>
        <p:nvSpPr>
          <p:cNvPr id="172" name="Rectangle 171"/>
          <p:cNvSpPr/>
          <p:nvPr userDrawn="1"/>
        </p:nvSpPr>
        <p:spPr>
          <a:xfrm>
            <a:off x="0" y="882041"/>
            <a:ext cx="9143999" cy="3697873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60000">
                <a:srgbClr val="D43A5F">
                  <a:alpha val="62000"/>
                </a:srgbClr>
              </a:gs>
              <a:gs pos="39000">
                <a:srgbClr val="BA2983"/>
              </a:gs>
              <a:gs pos="100000">
                <a:srgbClr val="F04D38">
                  <a:alpha val="3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3" y="2091673"/>
            <a:ext cx="5123095" cy="506724"/>
          </a:xfrm>
        </p:spPr>
        <p:txBody>
          <a:bodyPr vert="horz" wrap="square" lIns="68580" tIns="34290" rIns="68580" bIns="34290" rtlCol="0" anchor="ctr">
            <a:noAutofit/>
          </a:bodyPr>
          <a:lstStyle>
            <a:lvl1pPr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3" y="2618201"/>
            <a:ext cx="5123095" cy="34290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257175" marR="0" lvl="0" indent="-257175" fontAlgn="auto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Tx/>
              <a:tabLst/>
            </a:pPr>
            <a:r>
              <a:rPr lang="en-US" dirty="0"/>
              <a:t>Click to edit Master subtitle style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46" y="3733898"/>
            <a:ext cx="1856666" cy="30176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1400" dirty="0" smtClean="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257175" lvl="0" indent="-257175"/>
            <a:r>
              <a:rPr lang="en-US" dirty="0"/>
              <a:t>Insert Date</a:t>
            </a:r>
          </a:p>
        </p:txBody>
      </p:sp>
      <p:sp>
        <p:nvSpPr>
          <p:cNvPr id="171" name="Rectangle 170"/>
          <p:cNvSpPr/>
          <p:nvPr userDrawn="1"/>
        </p:nvSpPr>
        <p:spPr>
          <a:xfrm rot="5400000">
            <a:off x="-112141" y="2518005"/>
            <a:ext cx="869427" cy="453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lvl="0" algn="ctr" defTabSz="685766"/>
            <a:endParaRPr lang="en-IN" dirty="0">
              <a:solidFill>
                <a:prstClr val="white"/>
              </a:solidFill>
            </a:endParaRPr>
          </a:p>
        </p:txBody>
      </p:sp>
      <p:grpSp>
        <p:nvGrpSpPr>
          <p:cNvPr id="173" name="Group 172"/>
          <p:cNvGrpSpPr/>
          <p:nvPr userDrawn="1"/>
        </p:nvGrpSpPr>
        <p:grpSpPr>
          <a:xfrm>
            <a:off x="283755" y="163261"/>
            <a:ext cx="2129833" cy="471311"/>
            <a:chOff x="283755" y="165687"/>
            <a:chExt cx="1564837" cy="346283"/>
          </a:xfrm>
        </p:grpSpPr>
        <p:grpSp>
          <p:nvGrpSpPr>
            <p:cNvPr id="174" name="Group 173"/>
            <p:cNvGrpSpPr/>
            <p:nvPr userDrawn="1"/>
          </p:nvGrpSpPr>
          <p:grpSpPr>
            <a:xfrm>
              <a:off x="1029100" y="165687"/>
              <a:ext cx="819492" cy="346282"/>
              <a:chOff x="1323430" y="208452"/>
              <a:chExt cx="838843" cy="354460"/>
            </a:xfrm>
            <a:solidFill>
              <a:srgbClr val="007DC5"/>
            </a:solidFill>
          </p:grpSpPr>
          <p:sp>
            <p:nvSpPr>
              <p:cNvPr id="177" name="Freeform 176"/>
              <p:cNvSpPr>
                <a:spLocks noEditPoints="1"/>
              </p:cNvSpPr>
              <p:nvPr userDrawn="1"/>
            </p:nvSpPr>
            <p:spPr bwMode="auto">
              <a:xfrm>
                <a:off x="1478162" y="472445"/>
                <a:ext cx="525842" cy="90467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8" name="Freeform 177"/>
              <p:cNvSpPr>
                <a:spLocks noEditPoints="1"/>
              </p:cNvSpPr>
              <p:nvPr userDrawn="1"/>
            </p:nvSpPr>
            <p:spPr bwMode="auto">
              <a:xfrm>
                <a:off x="1323430" y="339059"/>
                <a:ext cx="838843" cy="90467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9" name="Freeform 178"/>
              <p:cNvSpPr>
                <a:spLocks noEditPoints="1"/>
              </p:cNvSpPr>
              <p:nvPr userDrawn="1"/>
            </p:nvSpPr>
            <p:spPr bwMode="auto">
              <a:xfrm>
                <a:off x="1562183" y="208452"/>
                <a:ext cx="363379" cy="90524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cxnSp>
          <p:nvCxnSpPr>
            <p:cNvPr id="175" name="Straight Connector 174"/>
            <p:cNvCxnSpPr/>
            <p:nvPr/>
          </p:nvCxnSpPr>
          <p:spPr>
            <a:xfrm>
              <a:off x="922267" y="166149"/>
              <a:ext cx="0" cy="342581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rgbClr val="007DC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6" name="Picture 17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755" y="174956"/>
              <a:ext cx="531679" cy="337014"/>
            </a:xfrm>
            <a:prstGeom prst="rect">
              <a:avLst/>
            </a:prstGeom>
          </p:spPr>
        </p:pic>
      </p:grpSp>
      <p:pic>
        <p:nvPicPr>
          <p:cNvPr id="180" name="Picture 17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66308" y="4669962"/>
            <a:ext cx="211788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Copyright © 2021 </a:t>
            </a:r>
            <a:r>
              <a:rPr 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Tata Consultancy Services Limited</a:t>
            </a:r>
          </a:p>
        </p:txBody>
      </p: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7A3964C5-58DA-4136-AC3E-94E5C0CBE81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625" y="123438"/>
            <a:ext cx="1260839" cy="5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16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16">
          <p15:clr>
            <a:srgbClr val="FBAE40"/>
          </p15:clr>
        </p15:guide>
        <p15:guide id="3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569" y="882041"/>
            <a:ext cx="5558210" cy="3697872"/>
          </a:xfrm>
          <a:prstGeom prst="rect">
            <a:avLst/>
          </a:prstGeom>
        </p:spPr>
      </p:pic>
      <p:sp>
        <p:nvSpPr>
          <p:cNvPr id="172" name="Rectangle 171"/>
          <p:cNvSpPr/>
          <p:nvPr userDrawn="1"/>
        </p:nvSpPr>
        <p:spPr>
          <a:xfrm>
            <a:off x="-8220" y="882041"/>
            <a:ext cx="9143999" cy="3697873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60000">
                <a:srgbClr val="D43A5F">
                  <a:alpha val="62000"/>
                </a:srgbClr>
              </a:gs>
              <a:gs pos="39000">
                <a:srgbClr val="BA2983"/>
              </a:gs>
              <a:gs pos="100000">
                <a:srgbClr val="F04D38">
                  <a:alpha val="3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3" y="2091673"/>
            <a:ext cx="5123095" cy="506724"/>
          </a:xfrm>
        </p:spPr>
        <p:txBody>
          <a:bodyPr vert="horz" wrap="square" lIns="68580" tIns="34290" rIns="68580" bIns="34290" rtlCol="0" anchor="ctr">
            <a:noAutofit/>
          </a:bodyPr>
          <a:lstStyle>
            <a:lvl1pPr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3" y="2618201"/>
            <a:ext cx="5123095" cy="34290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257175" marR="0" lvl="0" indent="-257175" fontAlgn="auto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Tx/>
              <a:tabLst/>
            </a:pPr>
            <a:r>
              <a:rPr lang="en-US" dirty="0"/>
              <a:t>Click to edit Master subtitle style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46" y="3733898"/>
            <a:ext cx="1856666" cy="30176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1400" dirty="0" smtClean="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257175" lvl="0" indent="-257175"/>
            <a:r>
              <a:rPr lang="en-US" dirty="0"/>
              <a:t>Insert Date</a:t>
            </a:r>
          </a:p>
        </p:txBody>
      </p:sp>
      <p:sp>
        <p:nvSpPr>
          <p:cNvPr id="171" name="Rectangle 170"/>
          <p:cNvSpPr/>
          <p:nvPr userDrawn="1"/>
        </p:nvSpPr>
        <p:spPr>
          <a:xfrm rot="5400000">
            <a:off x="-112141" y="2518005"/>
            <a:ext cx="869427" cy="453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lvl="0" algn="ctr" defTabSz="685766"/>
            <a:endParaRPr lang="en-IN" dirty="0">
              <a:solidFill>
                <a:prstClr val="white"/>
              </a:solidFill>
            </a:endParaRPr>
          </a:p>
        </p:txBody>
      </p:sp>
      <p:grpSp>
        <p:nvGrpSpPr>
          <p:cNvPr id="173" name="Group 172"/>
          <p:cNvGrpSpPr/>
          <p:nvPr userDrawn="1"/>
        </p:nvGrpSpPr>
        <p:grpSpPr>
          <a:xfrm>
            <a:off x="283755" y="163261"/>
            <a:ext cx="2129833" cy="471311"/>
            <a:chOff x="283755" y="165687"/>
            <a:chExt cx="1564837" cy="346283"/>
          </a:xfrm>
        </p:grpSpPr>
        <p:grpSp>
          <p:nvGrpSpPr>
            <p:cNvPr id="174" name="Group 173"/>
            <p:cNvGrpSpPr/>
            <p:nvPr userDrawn="1"/>
          </p:nvGrpSpPr>
          <p:grpSpPr>
            <a:xfrm>
              <a:off x="1029100" y="165687"/>
              <a:ext cx="819492" cy="346282"/>
              <a:chOff x="1323430" y="208452"/>
              <a:chExt cx="838843" cy="354460"/>
            </a:xfrm>
            <a:solidFill>
              <a:srgbClr val="007DC5"/>
            </a:solidFill>
          </p:grpSpPr>
          <p:sp>
            <p:nvSpPr>
              <p:cNvPr id="177" name="Freeform 176"/>
              <p:cNvSpPr>
                <a:spLocks noEditPoints="1"/>
              </p:cNvSpPr>
              <p:nvPr userDrawn="1"/>
            </p:nvSpPr>
            <p:spPr bwMode="auto">
              <a:xfrm>
                <a:off x="1478162" y="472445"/>
                <a:ext cx="525842" cy="90467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8" name="Freeform 177"/>
              <p:cNvSpPr>
                <a:spLocks noEditPoints="1"/>
              </p:cNvSpPr>
              <p:nvPr userDrawn="1"/>
            </p:nvSpPr>
            <p:spPr bwMode="auto">
              <a:xfrm>
                <a:off x="1323430" y="339059"/>
                <a:ext cx="838843" cy="90467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9" name="Freeform 178"/>
              <p:cNvSpPr>
                <a:spLocks noEditPoints="1"/>
              </p:cNvSpPr>
              <p:nvPr userDrawn="1"/>
            </p:nvSpPr>
            <p:spPr bwMode="auto">
              <a:xfrm>
                <a:off x="1562183" y="208452"/>
                <a:ext cx="363379" cy="90524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cxnSp>
          <p:nvCxnSpPr>
            <p:cNvPr id="175" name="Straight Connector 174"/>
            <p:cNvCxnSpPr/>
            <p:nvPr/>
          </p:nvCxnSpPr>
          <p:spPr>
            <a:xfrm>
              <a:off x="922267" y="166149"/>
              <a:ext cx="0" cy="342581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rgbClr val="007DC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6" name="Picture 17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755" y="174956"/>
              <a:ext cx="531679" cy="337014"/>
            </a:xfrm>
            <a:prstGeom prst="rect">
              <a:avLst/>
            </a:prstGeom>
          </p:spPr>
        </p:pic>
      </p:grpSp>
      <p:pic>
        <p:nvPicPr>
          <p:cNvPr id="180" name="Picture 17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66308" y="4669962"/>
            <a:ext cx="211788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Copyright © 2021 </a:t>
            </a:r>
            <a:r>
              <a:rPr 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Tata Consultancy Services Limited</a:t>
            </a:r>
          </a:p>
        </p:txBody>
      </p: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F27A1AE8-A56F-45BA-8BE3-A71E4802211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625" y="123438"/>
            <a:ext cx="1260839" cy="5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123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16">
          <p15:clr>
            <a:srgbClr val="FBAE40"/>
          </p15:clr>
        </p15:guide>
        <p15:guide id="3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6523" y="889736"/>
            <a:ext cx="5529256" cy="3690177"/>
          </a:xfrm>
          <a:prstGeom prst="rect">
            <a:avLst/>
          </a:prstGeom>
        </p:spPr>
      </p:pic>
      <p:sp>
        <p:nvSpPr>
          <p:cNvPr id="172" name="Rectangle 171"/>
          <p:cNvSpPr/>
          <p:nvPr userDrawn="1"/>
        </p:nvSpPr>
        <p:spPr>
          <a:xfrm>
            <a:off x="-8220" y="882041"/>
            <a:ext cx="9143999" cy="3697873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60000">
                <a:srgbClr val="D43A5F">
                  <a:alpha val="62000"/>
                </a:srgbClr>
              </a:gs>
              <a:gs pos="39000">
                <a:srgbClr val="BA2983"/>
              </a:gs>
              <a:gs pos="100000">
                <a:srgbClr val="F04D38">
                  <a:alpha val="3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3" y="2091673"/>
            <a:ext cx="5123095" cy="506724"/>
          </a:xfrm>
        </p:spPr>
        <p:txBody>
          <a:bodyPr vert="horz" wrap="square" lIns="68580" tIns="34290" rIns="68580" bIns="34290" rtlCol="0" anchor="ctr">
            <a:noAutofit/>
          </a:bodyPr>
          <a:lstStyle>
            <a:lvl1pPr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3" y="2618201"/>
            <a:ext cx="5123095" cy="34290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257175" marR="0" lvl="0" indent="-257175" fontAlgn="auto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Tx/>
              <a:tabLst/>
            </a:pPr>
            <a:r>
              <a:rPr lang="en-US" dirty="0"/>
              <a:t>Click to edit Master subtitle style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46" y="3733898"/>
            <a:ext cx="1856666" cy="30176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1400" dirty="0" smtClean="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257175" lvl="0" indent="-257175"/>
            <a:r>
              <a:rPr lang="en-US" dirty="0"/>
              <a:t>Insert Date</a:t>
            </a:r>
          </a:p>
        </p:txBody>
      </p:sp>
      <p:sp>
        <p:nvSpPr>
          <p:cNvPr id="171" name="Rectangle 170"/>
          <p:cNvSpPr/>
          <p:nvPr userDrawn="1"/>
        </p:nvSpPr>
        <p:spPr>
          <a:xfrm rot="5400000">
            <a:off x="-112141" y="2518005"/>
            <a:ext cx="869427" cy="453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lvl="0" algn="ctr" defTabSz="685766"/>
            <a:endParaRPr lang="en-IN" dirty="0">
              <a:solidFill>
                <a:prstClr val="white"/>
              </a:solidFill>
            </a:endParaRPr>
          </a:p>
        </p:txBody>
      </p:sp>
      <p:grpSp>
        <p:nvGrpSpPr>
          <p:cNvPr id="173" name="Group 172"/>
          <p:cNvGrpSpPr/>
          <p:nvPr userDrawn="1"/>
        </p:nvGrpSpPr>
        <p:grpSpPr>
          <a:xfrm>
            <a:off x="283755" y="163261"/>
            <a:ext cx="2129833" cy="471311"/>
            <a:chOff x="283755" y="165687"/>
            <a:chExt cx="1564837" cy="346283"/>
          </a:xfrm>
        </p:grpSpPr>
        <p:grpSp>
          <p:nvGrpSpPr>
            <p:cNvPr id="174" name="Group 173"/>
            <p:cNvGrpSpPr/>
            <p:nvPr userDrawn="1"/>
          </p:nvGrpSpPr>
          <p:grpSpPr>
            <a:xfrm>
              <a:off x="1029100" y="165687"/>
              <a:ext cx="819492" cy="346282"/>
              <a:chOff x="1323430" y="208452"/>
              <a:chExt cx="838843" cy="354460"/>
            </a:xfrm>
            <a:solidFill>
              <a:srgbClr val="007DC5"/>
            </a:solidFill>
          </p:grpSpPr>
          <p:sp>
            <p:nvSpPr>
              <p:cNvPr id="177" name="Freeform 176"/>
              <p:cNvSpPr>
                <a:spLocks noEditPoints="1"/>
              </p:cNvSpPr>
              <p:nvPr userDrawn="1"/>
            </p:nvSpPr>
            <p:spPr bwMode="auto">
              <a:xfrm>
                <a:off x="1478162" y="472445"/>
                <a:ext cx="525842" cy="90467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8" name="Freeform 177"/>
              <p:cNvSpPr>
                <a:spLocks noEditPoints="1"/>
              </p:cNvSpPr>
              <p:nvPr userDrawn="1"/>
            </p:nvSpPr>
            <p:spPr bwMode="auto">
              <a:xfrm>
                <a:off x="1323430" y="339059"/>
                <a:ext cx="838843" cy="90467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9" name="Freeform 178"/>
              <p:cNvSpPr>
                <a:spLocks noEditPoints="1"/>
              </p:cNvSpPr>
              <p:nvPr userDrawn="1"/>
            </p:nvSpPr>
            <p:spPr bwMode="auto">
              <a:xfrm>
                <a:off x="1562183" y="208452"/>
                <a:ext cx="363379" cy="90524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cxnSp>
          <p:nvCxnSpPr>
            <p:cNvPr id="175" name="Straight Connector 174"/>
            <p:cNvCxnSpPr/>
            <p:nvPr/>
          </p:nvCxnSpPr>
          <p:spPr>
            <a:xfrm>
              <a:off x="922267" y="166149"/>
              <a:ext cx="0" cy="342581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rgbClr val="007DC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6" name="Picture 17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755" y="174956"/>
              <a:ext cx="531679" cy="337014"/>
            </a:xfrm>
            <a:prstGeom prst="rect">
              <a:avLst/>
            </a:prstGeom>
          </p:spPr>
        </p:pic>
      </p:grpSp>
      <p:pic>
        <p:nvPicPr>
          <p:cNvPr id="180" name="Picture 17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66308" y="4669962"/>
            <a:ext cx="211788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Copyright © 2021 </a:t>
            </a:r>
            <a:r>
              <a:rPr 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Tata Consultancy Services Limited</a:t>
            </a:r>
          </a:p>
        </p:txBody>
      </p: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372531AF-C7C4-47A6-9634-DFEDDA9FC2C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625" y="123438"/>
            <a:ext cx="1260839" cy="5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50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16">
          <p15:clr>
            <a:srgbClr val="FBAE40"/>
          </p15:clr>
        </p15:guide>
        <p15:guide id="3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860" y="889736"/>
            <a:ext cx="5531919" cy="3690178"/>
          </a:xfrm>
          <a:prstGeom prst="rect">
            <a:avLst/>
          </a:prstGeom>
        </p:spPr>
      </p:pic>
      <p:sp>
        <p:nvSpPr>
          <p:cNvPr id="172" name="Rectangle 171"/>
          <p:cNvSpPr/>
          <p:nvPr userDrawn="1"/>
        </p:nvSpPr>
        <p:spPr>
          <a:xfrm>
            <a:off x="-8220" y="882041"/>
            <a:ext cx="9143999" cy="3697873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60000">
                <a:srgbClr val="D43A5F">
                  <a:alpha val="62000"/>
                </a:srgbClr>
              </a:gs>
              <a:gs pos="39000">
                <a:srgbClr val="BA2983"/>
              </a:gs>
              <a:gs pos="100000">
                <a:srgbClr val="F04D38">
                  <a:alpha val="3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3" y="2091673"/>
            <a:ext cx="5123095" cy="506724"/>
          </a:xfrm>
        </p:spPr>
        <p:txBody>
          <a:bodyPr vert="horz" wrap="square" lIns="68580" tIns="34290" rIns="68580" bIns="34290" rtlCol="0" anchor="ctr">
            <a:noAutofit/>
          </a:bodyPr>
          <a:lstStyle>
            <a:lvl1pPr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3" y="2618201"/>
            <a:ext cx="5123095" cy="34290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257175" marR="0" lvl="0" indent="-257175" fontAlgn="auto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Tx/>
              <a:tabLst/>
            </a:pPr>
            <a:r>
              <a:rPr lang="en-US" dirty="0"/>
              <a:t>Click to edit Master subtitle style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46" y="3733898"/>
            <a:ext cx="1856666" cy="30176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1400" dirty="0" smtClean="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257175" lvl="0" indent="-257175"/>
            <a:r>
              <a:rPr lang="en-US" dirty="0"/>
              <a:t>Insert Date</a:t>
            </a:r>
          </a:p>
        </p:txBody>
      </p:sp>
      <p:sp>
        <p:nvSpPr>
          <p:cNvPr id="171" name="Rectangle 170"/>
          <p:cNvSpPr/>
          <p:nvPr userDrawn="1"/>
        </p:nvSpPr>
        <p:spPr>
          <a:xfrm rot="5400000">
            <a:off x="-112141" y="2518005"/>
            <a:ext cx="869427" cy="453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lvl="0" algn="ctr" defTabSz="685766"/>
            <a:endParaRPr lang="en-IN" dirty="0">
              <a:solidFill>
                <a:prstClr val="white"/>
              </a:solidFill>
            </a:endParaRPr>
          </a:p>
        </p:txBody>
      </p:sp>
      <p:grpSp>
        <p:nvGrpSpPr>
          <p:cNvPr id="173" name="Group 172"/>
          <p:cNvGrpSpPr/>
          <p:nvPr userDrawn="1"/>
        </p:nvGrpSpPr>
        <p:grpSpPr>
          <a:xfrm>
            <a:off x="283755" y="163261"/>
            <a:ext cx="2129833" cy="471311"/>
            <a:chOff x="283755" y="165687"/>
            <a:chExt cx="1564837" cy="346283"/>
          </a:xfrm>
        </p:grpSpPr>
        <p:grpSp>
          <p:nvGrpSpPr>
            <p:cNvPr id="174" name="Group 173"/>
            <p:cNvGrpSpPr/>
            <p:nvPr userDrawn="1"/>
          </p:nvGrpSpPr>
          <p:grpSpPr>
            <a:xfrm>
              <a:off x="1029100" y="165687"/>
              <a:ext cx="819492" cy="346282"/>
              <a:chOff x="1323430" y="208452"/>
              <a:chExt cx="838843" cy="354460"/>
            </a:xfrm>
            <a:solidFill>
              <a:srgbClr val="007DC5"/>
            </a:solidFill>
          </p:grpSpPr>
          <p:sp>
            <p:nvSpPr>
              <p:cNvPr id="177" name="Freeform 176"/>
              <p:cNvSpPr>
                <a:spLocks noEditPoints="1"/>
              </p:cNvSpPr>
              <p:nvPr userDrawn="1"/>
            </p:nvSpPr>
            <p:spPr bwMode="auto">
              <a:xfrm>
                <a:off x="1478162" y="472445"/>
                <a:ext cx="525842" cy="90467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8" name="Freeform 177"/>
              <p:cNvSpPr>
                <a:spLocks noEditPoints="1"/>
              </p:cNvSpPr>
              <p:nvPr userDrawn="1"/>
            </p:nvSpPr>
            <p:spPr bwMode="auto">
              <a:xfrm>
                <a:off x="1323430" y="339059"/>
                <a:ext cx="838843" cy="90467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9" name="Freeform 178"/>
              <p:cNvSpPr>
                <a:spLocks noEditPoints="1"/>
              </p:cNvSpPr>
              <p:nvPr userDrawn="1"/>
            </p:nvSpPr>
            <p:spPr bwMode="auto">
              <a:xfrm>
                <a:off x="1562183" y="208452"/>
                <a:ext cx="363379" cy="90524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cxnSp>
          <p:nvCxnSpPr>
            <p:cNvPr id="175" name="Straight Connector 174"/>
            <p:cNvCxnSpPr/>
            <p:nvPr/>
          </p:nvCxnSpPr>
          <p:spPr>
            <a:xfrm>
              <a:off x="922267" y="166149"/>
              <a:ext cx="0" cy="342581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rgbClr val="007DC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6" name="Picture 17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755" y="174956"/>
              <a:ext cx="531679" cy="337014"/>
            </a:xfrm>
            <a:prstGeom prst="rect">
              <a:avLst/>
            </a:prstGeom>
          </p:spPr>
        </p:pic>
      </p:grpSp>
      <p:pic>
        <p:nvPicPr>
          <p:cNvPr id="180" name="Picture 17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66308" y="4669962"/>
            <a:ext cx="211788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Copyright © 2021 </a:t>
            </a:r>
            <a:r>
              <a:rPr 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Tata Consultancy Services Limited</a:t>
            </a:r>
          </a:p>
        </p:txBody>
      </p: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C76AAF61-AED4-4E30-953A-C1727674A1C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625" y="123438"/>
            <a:ext cx="1260839" cy="5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157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16">
          <p15:clr>
            <a:srgbClr val="FBAE40"/>
          </p15:clr>
        </p15:guide>
        <p15:guide id="3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1472" y="891563"/>
            <a:ext cx="5532528" cy="3688352"/>
          </a:xfrm>
          <a:prstGeom prst="rect">
            <a:avLst/>
          </a:prstGeom>
        </p:spPr>
      </p:pic>
      <p:sp>
        <p:nvSpPr>
          <p:cNvPr id="172" name="Rectangle 171"/>
          <p:cNvSpPr/>
          <p:nvPr userDrawn="1"/>
        </p:nvSpPr>
        <p:spPr>
          <a:xfrm>
            <a:off x="-8220" y="882041"/>
            <a:ext cx="9143999" cy="3697873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60000">
                <a:srgbClr val="D43A5F">
                  <a:alpha val="62000"/>
                </a:srgbClr>
              </a:gs>
              <a:gs pos="39000">
                <a:srgbClr val="BA2983"/>
              </a:gs>
              <a:gs pos="100000">
                <a:srgbClr val="F04D38">
                  <a:alpha val="3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3" y="2091673"/>
            <a:ext cx="5123095" cy="506724"/>
          </a:xfrm>
        </p:spPr>
        <p:txBody>
          <a:bodyPr vert="horz" wrap="square" lIns="68580" tIns="34290" rIns="68580" bIns="34290" rtlCol="0" anchor="ctr">
            <a:noAutofit/>
          </a:bodyPr>
          <a:lstStyle>
            <a:lvl1pPr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3" y="2618201"/>
            <a:ext cx="5123095" cy="34290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257175" marR="0" lvl="0" indent="-257175" fontAlgn="auto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Tx/>
              <a:tabLst/>
            </a:pPr>
            <a:r>
              <a:rPr lang="en-US" dirty="0"/>
              <a:t>Click to edit Master subtitle style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46" y="3733898"/>
            <a:ext cx="1856666" cy="30176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1400" dirty="0" smtClean="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257175" lvl="0" indent="-257175"/>
            <a:r>
              <a:rPr lang="en-US" dirty="0"/>
              <a:t>Insert Date</a:t>
            </a:r>
          </a:p>
        </p:txBody>
      </p:sp>
      <p:sp>
        <p:nvSpPr>
          <p:cNvPr id="171" name="Rectangle 170"/>
          <p:cNvSpPr/>
          <p:nvPr userDrawn="1"/>
        </p:nvSpPr>
        <p:spPr>
          <a:xfrm rot="5400000">
            <a:off x="-112141" y="2518005"/>
            <a:ext cx="869427" cy="453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lvl="0" algn="ctr" defTabSz="685766"/>
            <a:endParaRPr lang="en-IN" dirty="0">
              <a:solidFill>
                <a:prstClr val="white"/>
              </a:solidFill>
            </a:endParaRPr>
          </a:p>
        </p:txBody>
      </p:sp>
      <p:grpSp>
        <p:nvGrpSpPr>
          <p:cNvPr id="173" name="Group 172"/>
          <p:cNvGrpSpPr/>
          <p:nvPr userDrawn="1"/>
        </p:nvGrpSpPr>
        <p:grpSpPr>
          <a:xfrm>
            <a:off x="283755" y="163261"/>
            <a:ext cx="2129833" cy="471311"/>
            <a:chOff x="283755" y="165687"/>
            <a:chExt cx="1564837" cy="346283"/>
          </a:xfrm>
        </p:grpSpPr>
        <p:grpSp>
          <p:nvGrpSpPr>
            <p:cNvPr id="174" name="Group 173"/>
            <p:cNvGrpSpPr/>
            <p:nvPr userDrawn="1"/>
          </p:nvGrpSpPr>
          <p:grpSpPr>
            <a:xfrm>
              <a:off x="1029100" y="165687"/>
              <a:ext cx="819492" cy="346282"/>
              <a:chOff x="1323430" y="208452"/>
              <a:chExt cx="838843" cy="354460"/>
            </a:xfrm>
            <a:solidFill>
              <a:srgbClr val="007DC5"/>
            </a:solidFill>
          </p:grpSpPr>
          <p:sp>
            <p:nvSpPr>
              <p:cNvPr id="177" name="Freeform 176"/>
              <p:cNvSpPr>
                <a:spLocks noEditPoints="1"/>
              </p:cNvSpPr>
              <p:nvPr userDrawn="1"/>
            </p:nvSpPr>
            <p:spPr bwMode="auto">
              <a:xfrm>
                <a:off x="1478162" y="472445"/>
                <a:ext cx="525842" cy="90467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8" name="Freeform 177"/>
              <p:cNvSpPr>
                <a:spLocks noEditPoints="1"/>
              </p:cNvSpPr>
              <p:nvPr userDrawn="1"/>
            </p:nvSpPr>
            <p:spPr bwMode="auto">
              <a:xfrm>
                <a:off x="1323430" y="339059"/>
                <a:ext cx="838843" cy="90467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9" name="Freeform 178"/>
              <p:cNvSpPr>
                <a:spLocks noEditPoints="1"/>
              </p:cNvSpPr>
              <p:nvPr userDrawn="1"/>
            </p:nvSpPr>
            <p:spPr bwMode="auto">
              <a:xfrm>
                <a:off x="1562183" y="208452"/>
                <a:ext cx="363379" cy="90524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cxnSp>
          <p:nvCxnSpPr>
            <p:cNvPr id="175" name="Straight Connector 174"/>
            <p:cNvCxnSpPr/>
            <p:nvPr/>
          </p:nvCxnSpPr>
          <p:spPr>
            <a:xfrm>
              <a:off x="922267" y="166149"/>
              <a:ext cx="0" cy="342581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rgbClr val="007DC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6" name="Picture 17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755" y="174956"/>
              <a:ext cx="531679" cy="337014"/>
            </a:xfrm>
            <a:prstGeom prst="rect">
              <a:avLst/>
            </a:prstGeom>
          </p:spPr>
        </p:pic>
      </p:grpSp>
      <p:pic>
        <p:nvPicPr>
          <p:cNvPr id="180" name="Picture 17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66308" y="4669962"/>
            <a:ext cx="211788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Copyright © 2021 </a:t>
            </a:r>
            <a:r>
              <a:rPr 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Tata Consultancy Services Limited</a:t>
            </a:r>
          </a:p>
        </p:txBody>
      </p: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46C3F199-1A0A-4B12-AE2E-B375F813F4C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625" y="123438"/>
            <a:ext cx="1260839" cy="5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9454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16">
          <p15:clr>
            <a:srgbClr val="FBAE40"/>
          </p15:clr>
        </p15:guide>
        <p15:guide id="3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7" t="23400" b="15213"/>
          <a:stretch/>
        </p:blipFill>
        <p:spPr>
          <a:xfrm flipH="1">
            <a:off x="763694" y="891563"/>
            <a:ext cx="8382259" cy="3696412"/>
          </a:xfrm>
          <a:prstGeom prst="rect">
            <a:avLst/>
          </a:prstGeom>
        </p:spPr>
      </p:pic>
      <p:sp>
        <p:nvSpPr>
          <p:cNvPr id="172" name="Rectangle 171"/>
          <p:cNvSpPr/>
          <p:nvPr userDrawn="1"/>
        </p:nvSpPr>
        <p:spPr>
          <a:xfrm>
            <a:off x="-1953" y="882041"/>
            <a:ext cx="9143999" cy="3697873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60000">
                <a:srgbClr val="D43A5F">
                  <a:alpha val="62000"/>
                </a:srgbClr>
              </a:gs>
              <a:gs pos="39000">
                <a:srgbClr val="BA2983"/>
              </a:gs>
              <a:gs pos="100000">
                <a:srgbClr val="F04D38">
                  <a:alpha val="3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3" y="2091673"/>
            <a:ext cx="5123095" cy="506724"/>
          </a:xfrm>
        </p:spPr>
        <p:txBody>
          <a:bodyPr vert="horz" wrap="square" lIns="68580" tIns="34290" rIns="68580" bIns="34290" rtlCol="0" anchor="ctr">
            <a:noAutofit/>
          </a:bodyPr>
          <a:lstStyle>
            <a:lvl1pPr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3" y="2618201"/>
            <a:ext cx="5123095" cy="34290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257175" marR="0" lvl="0" indent="-257175" fontAlgn="auto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Tx/>
              <a:tabLst/>
            </a:pPr>
            <a:r>
              <a:rPr lang="en-US" dirty="0"/>
              <a:t>Click to edit Master subtitle style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46" y="3733898"/>
            <a:ext cx="1856666" cy="30176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1400" dirty="0" smtClean="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257175" lvl="0" indent="-257175"/>
            <a:r>
              <a:rPr lang="en-US" dirty="0"/>
              <a:t>Insert Date</a:t>
            </a:r>
          </a:p>
        </p:txBody>
      </p:sp>
      <p:sp>
        <p:nvSpPr>
          <p:cNvPr id="171" name="Rectangle 170"/>
          <p:cNvSpPr/>
          <p:nvPr userDrawn="1"/>
        </p:nvSpPr>
        <p:spPr>
          <a:xfrm rot="5400000">
            <a:off x="-112141" y="2518005"/>
            <a:ext cx="869427" cy="453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lvl="0" algn="ctr" defTabSz="685766"/>
            <a:endParaRPr lang="en-IN" dirty="0">
              <a:solidFill>
                <a:prstClr val="white"/>
              </a:solidFill>
            </a:endParaRPr>
          </a:p>
        </p:txBody>
      </p:sp>
      <p:grpSp>
        <p:nvGrpSpPr>
          <p:cNvPr id="173" name="Group 172"/>
          <p:cNvGrpSpPr/>
          <p:nvPr userDrawn="1"/>
        </p:nvGrpSpPr>
        <p:grpSpPr>
          <a:xfrm>
            <a:off x="283755" y="163261"/>
            <a:ext cx="2129833" cy="471311"/>
            <a:chOff x="283755" y="165687"/>
            <a:chExt cx="1564837" cy="346283"/>
          </a:xfrm>
        </p:grpSpPr>
        <p:grpSp>
          <p:nvGrpSpPr>
            <p:cNvPr id="174" name="Group 173"/>
            <p:cNvGrpSpPr/>
            <p:nvPr userDrawn="1"/>
          </p:nvGrpSpPr>
          <p:grpSpPr>
            <a:xfrm>
              <a:off x="1029100" y="165687"/>
              <a:ext cx="819492" cy="346282"/>
              <a:chOff x="1323430" y="208452"/>
              <a:chExt cx="838843" cy="354460"/>
            </a:xfrm>
            <a:solidFill>
              <a:srgbClr val="007DC5"/>
            </a:solidFill>
          </p:grpSpPr>
          <p:sp>
            <p:nvSpPr>
              <p:cNvPr id="177" name="Freeform 176"/>
              <p:cNvSpPr>
                <a:spLocks noEditPoints="1"/>
              </p:cNvSpPr>
              <p:nvPr userDrawn="1"/>
            </p:nvSpPr>
            <p:spPr bwMode="auto">
              <a:xfrm>
                <a:off x="1478162" y="472445"/>
                <a:ext cx="525842" cy="90467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8" name="Freeform 177"/>
              <p:cNvSpPr>
                <a:spLocks noEditPoints="1"/>
              </p:cNvSpPr>
              <p:nvPr userDrawn="1"/>
            </p:nvSpPr>
            <p:spPr bwMode="auto">
              <a:xfrm>
                <a:off x="1323430" y="339059"/>
                <a:ext cx="838843" cy="90467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9" name="Freeform 178"/>
              <p:cNvSpPr>
                <a:spLocks noEditPoints="1"/>
              </p:cNvSpPr>
              <p:nvPr userDrawn="1"/>
            </p:nvSpPr>
            <p:spPr bwMode="auto">
              <a:xfrm>
                <a:off x="1562183" y="208452"/>
                <a:ext cx="363379" cy="90524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cxnSp>
          <p:nvCxnSpPr>
            <p:cNvPr id="175" name="Straight Connector 174"/>
            <p:cNvCxnSpPr/>
            <p:nvPr/>
          </p:nvCxnSpPr>
          <p:spPr>
            <a:xfrm>
              <a:off x="922267" y="166149"/>
              <a:ext cx="0" cy="342581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rgbClr val="007DC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6" name="Picture 17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755" y="174956"/>
              <a:ext cx="531679" cy="337014"/>
            </a:xfrm>
            <a:prstGeom prst="rect">
              <a:avLst/>
            </a:prstGeom>
          </p:spPr>
        </p:pic>
      </p:grpSp>
      <p:pic>
        <p:nvPicPr>
          <p:cNvPr id="180" name="Picture 17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66308" y="4669962"/>
            <a:ext cx="211788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Copyright © 2021 </a:t>
            </a:r>
            <a:r>
              <a:rPr 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Tata Consultancy Services Limited</a:t>
            </a:r>
          </a:p>
        </p:txBody>
      </p: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BA93BE3B-31F8-458A-9A8C-59855610FFF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625" y="123438"/>
            <a:ext cx="1260839" cy="5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645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16">
          <p15:clr>
            <a:srgbClr val="FBAE40"/>
          </p15:clr>
        </p15:guide>
        <p15:guide id="3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81" y="45555"/>
            <a:ext cx="8552914" cy="481985"/>
          </a:xfrm>
        </p:spPr>
        <p:txBody>
          <a:bodyPr vert="horz" wrap="square" lIns="68580" tIns="34290" rIns="68580" bIns="3429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17426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o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970" y="1987302"/>
            <a:ext cx="4924276" cy="553998"/>
          </a:xfrm>
        </p:spPr>
        <p:txBody>
          <a:bodyPr vert="horz" wrap="square" lIns="68580" tIns="34290" rIns="68580" bIns="34290" rtlCol="0" anchor="ctr">
            <a:noAutofit/>
          </a:bodyPr>
          <a:lstStyle>
            <a:lvl1pPr>
              <a:defRPr lang="en-US" dirty="0"/>
            </a:lvl1pPr>
          </a:lstStyle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35025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6878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6181" y="45555"/>
            <a:ext cx="8552914" cy="481985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6180" y="693709"/>
            <a:ext cx="8511639" cy="339447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endParaRPr lang="en-US" dirty="0"/>
          </a:p>
        </p:txBody>
      </p:sp>
      <p:sp>
        <p:nvSpPr>
          <p:cNvPr id="18" name="Rectangle 17"/>
          <p:cNvSpPr/>
          <p:nvPr userDrawn="1"/>
        </p:nvSpPr>
        <p:spPr>
          <a:xfrm rot="5400000">
            <a:off x="-154141" y="283773"/>
            <a:ext cx="625061" cy="57515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50000">
                <a:srgbClr val="BA2983"/>
              </a:gs>
              <a:gs pos="100000">
                <a:srgbClr val="F04D3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71" name="Text Placeholder 4"/>
          <p:cNvSpPr txBox="1">
            <a:spLocks/>
          </p:cNvSpPr>
          <p:nvPr userDrawn="1"/>
        </p:nvSpPr>
        <p:spPr>
          <a:xfrm>
            <a:off x="4662608" y="4891759"/>
            <a:ext cx="1210588" cy="215444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>
            <a:defPPr>
              <a:defRPr lang="en-US"/>
            </a:defPPr>
            <a:lvl1pPr defTabSz="914400">
              <a:defRPr sz="800" b="1">
                <a:solidFill>
                  <a:schemeClr val="tx1">
                    <a:lumMod val="75000"/>
                  </a:schemeClr>
                </a:solidFill>
                <a:latin typeface="+mj-lt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lvl="0"/>
            <a:r>
              <a:rPr lang="en-US" sz="8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External</a:t>
            </a:r>
          </a:p>
        </p:txBody>
      </p:sp>
      <p:sp>
        <p:nvSpPr>
          <p:cNvPr id="63" name="Rectangle 71"/>
          <p:cNvSpPr txBox="1">
            <a:spLocks noChangeArrowheads="1"/>
          </p:cNvSpPr>
          <p:nvPr userDrawn="1"/>
        </p:nvSpPr>
        <p:spPr bwMode="auto">
          <a:xfrm>
            <a:off x="4421706" y="4864345"/>
            <a:ext cx="300588" cy="270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chemeClr val="bg1">
                    <a:lumMod val="50000"/>
                  </a:schemeClr>
                </a:solidFill>
                <a:latin typeface="+mj-lt"/>
                <a:cs typeface="Arial" pitchFamily="34" charset="0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lvl="0"/>
            <a:fld id="{13B55AB4-0D57-4FBE-946B-A81E4A9D2A4C}" type="slidenum">
              <a:rPr lang="en-US" noProof="0" smtClean="0"/>
              <a:pPr lvl="0"/>
              <a:t>‹#›</a:t>
            </a:fld>
            <a:r>
              <a:rPr lang="en-US" noProof="0" dirty="0"/>
              <a:t> </a:t>
            </a:r>
          </a:p>
        </p:txBody>
      </p:sp>
      <p:cxnSp>
        <p:nvCxnSpPr>
          <p:cNvPr id="64" name="Straight Connector 63"/>
          <p:cNvCxnSpPr/>
          <p:nvPr userDrawn="1"/>
        </p:nvCxnSpPr>
        <p:spPr>
          <a:xfrm>
            <a:off x="4687360" y="4945062"/>
            <a:ext cx="0" cy="12717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0" name="Picture 169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4DEFFE69-D5FF-4A87-B6F2-FB54E497FFA9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8365" y="4641142"/>
            <a:ext cx="855192" cy="343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330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4052" r:id="rId2"/>
    <p:sldLayoutId id="2147484055" r:id="rId3"/>
    <p:sldLayoutId id="2147484056" r:id="rId4"/>
    <p:sldLayoutId id="2147484057" r:id="rId5"/>
    <p:sldLayoutId id="2147484058" r:id="rId6"/>
    <p:sldLayoutId id="2147484059" r:id="rId7"/>
    <p:sldLayoutId id="2147484060" r:id="rId8"/>
    <p:sldLayoutId id="2147483751" r:id="rId9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sz="2100" kern="1200">
          <a:solidFill>
            <a:srgbClr val="724698"/>
          </a:solidFill>
          <a:latin typeface="+mn-lt"/>
          <a:ea typeface="+mj-ea"/>
          <a:cs typeface="Calibri Light" panose="020F0302020204030204" pitchFamily="34" charset="0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Clr>
          <a:schemeClr val="tx1">
            <a:lumMod val="65000"/>
            <a:lumOff val="35000"/>
          </a:schemeClr>
        </a:buClr>
        <a:buFont typeface="Wingdings" pitchFamily="2" charset="2"/>
        <a:buChar char="§"/>
        <a:defRPr sz="15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Arial" pitchFamily="34" charset="0"/>
        </a:defRPr>
      </a:lvl1pPr>
      <a:lvl2pPr marL="557213" indent="-214313" algn="l" defTabSz="685800" rtl="0" eaLnBrk="1" latinLnBrk="0" hangingPunct="1">
        <a:spcBef>
          <a:spcPct val="20000"/>
        </a:spcBef>
        <a:buClr>
          <a:schemeClr val="tx1">
            <a:lumMod val="65000"/>
            <a:lumOff val="35000"/>
          </a:schemeClr>
        </a:buClr>
        <a:buFont typeface="Myriad Pro" pitchFamily="34" charset="0"/>
        <a:buChar char="–"/>
        <a:defRPr sz="15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Arial" pitchFamily="34" charset="0"/>
        </a:defRPr>
      </a:lvl2pPr>
      <a:lvl3pPr marL="857250" indent="-171450" algn="l" defTabSz="685800" rtl="0" eaLnBrk="1" latinLnBrk="0" hangingPunct="1">
        <a:spcBef>
          <a:spcPct val="20000"/>
        </a:spcBef>
        <a:buClr>
          <a:schemeClr val="tx1">
            <a:lumMod val="65000"/>
            <a:lumOff val="35000"/>
          </a:schemeClr>
        </a:buClr>
        <a:buFont typeface="Courier New" pitchFamily="49" charset="0"/>
        <a:buChar char="o"/>
        <a:defRPr sz="14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Arial" pitchFamily="34" charset="0"/>
        </a:defRPr>
      </a:lvl3pPr>
      <a:lvl4pPr marL="1200150" indent="-171450" algn="l" defTabSz="685800" rtl="0" eaLnBrk="1" latinLnBrk="0" hangingPunct="1">
        <a:spcBef>
          <a:spcPct val="20000"/>
        </a:spcBef>
        <a:buClr>
          <a:schemeClr val="tx1">
            <a:lumMod val="65000"/>
            <a:lumOff val="35000"/>
          </a:schemeClr>
        </a:buClr>
        <a:buFont typeface="Arial" pitchFamily="34" charset="0"/>
        <a:buChar char="•"/>
        <a:defRPr sz="1200" kern="1200" baseline="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Arial" pitchFamily="34" charset="0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Myriad Pro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1620" userDrawn="1">
          <p15:clr>
            <a:srgbClr val="F26B43"/>
          </p15:clr>
        </p15:guide>
        <p15:guide id="3" pos="5642" userDrawn="1">
          <p15:clr>
            <a:srgbClr val="F26B43"/>
          </p15:clr>
        </p15:guide>
        <p15:guide id="4" pos="118" userDrawn="1">
          <p15:clr>
            <a:srgbClr val="F26B43"/>
          </p15:clr>
        </p15:guide>
        <p15:guide id="5" orient="horz" pos="432" userDrawn="1">
          <p15:clr>
            <a:srgbClr val="F26B43"/>
          </p15:clr>
        </p15:guide>
        <p15:guide id="6" orient="horz" pos="2939" userDrawn="1">
          <p15:clr>
            <a:srgbClr val="F26B43"/>
          </p15:clr>
        </p15:guide>
        <p15:guide id="7" pos="2880" userDrawn="1">
          <p15:clr>
            <a:srgbClr val="F26B43"/>
          </p15:clr>
        </p15:guide>
        <p15:guide id="8" orient="horz" pos="14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6970" y="1987302"/>
            <a:ext cx="4924276" cy="553998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Autofit/>
          </a:bodyPr>
          <a:lstStyle/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dirty="0"/>
              <a:t>Click to edit Master title style</a:t>
            </a:r>
          </a:p>
        </p:txBody>
      </p:sp>
      <p:sp>
        <p:nvSpPr>
          <p:cNvPr id="27" name="Rectangle 26"/>
          <p:cNvSpPr/>
          <p:nvPr userDrawn="1"/>
        </p:nvSpPr>
        <p:spPr>
          <a:xfrm>
            <a:off x="356970" y="2549813"/>
            <a:ext cx="4924276" cy="44607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50000">
                <a:srgbClr val="BA2983"/>
              </a:gs>
              <a:gs pos="100000">
                <a:srgbClr val="F04D3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pic>
        <p:nvPicPr>
          <p:cNvPr id="167" name="Picture 16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02D2DF18-524F-4CE9-B4ED-9E4A0879DD9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39249"/>
            <a:ext cx="1260839" cy="5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699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7" r:id="rId1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lang="en-US" sz="2400" kern="1200" dirty="0">
          <a:solidFill>
            <a:srgbClr val="724698"/>
          </a:solidFill>
          <a:latin typeface="+mj-lt"/>
          <a:ea typeface="+mj-ea"/>
          <a:cs typeface="Calibri Light" panose="020F0302020204030204" pitchFamily="34" charset="0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lang="en-US" sz="3000" kern="1200" dirty="0" smtClean="0">
          <a:solidFill>
            <a:schemeClr val="bg1">
              <a:lumMod val="50000"/>
            </a:schemeClr>
          </a:solidFill>
          <a:latin typeface="Calibri" panose="020F0502020204030204" pitchFamily="34" charset="0"/>
          <a:ea typeface="+mj-ea"/>
          <a:cs typeface="Arial" pitchFamily="34" charset="0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356970" y="1987302"/>
            <a:ext cx="3961966" cy="553998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Autofit/>
          </a:bodyPr>
          <a:lstStyle>
            <a:lvl1pPr>
              <a:lnSpc>
                <a:spcPct val="90000"/>
              </a:lnSpc>
              <a:spcBef>
                <a:spcPts val="100"/>
              </a:spcBef>
              <a:buNone/>
              <a:defRPr sz="2400">
                <a:solidFill>
                  <a:srgbClr val="724698"/>
                </a:solidFill>
                <a:latin typeface="+mj-lt"/>
                <a:ea typeface="+mj-ea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Thank You</a:t>
            </a:r>
          </a:p>
        </p:txBody>
      </p:sp>
      <p:sp>
        <p:nvSpPr>
          <p:cNvPr id="164" name="Rectangle 163"/>
          <p:cNvSpPr/>
          <p:nvPr userDrawn="1"/>
        </p:nvSpPr>
        <p:spPr>
          <a:xfrm>
            <a:off x="356970" y="2549813"/>
            <a:ext cx="4100296" cy="44607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50000">
                <a:srgbClr val="BA2983"/>
              </a:gs>
              <a:gs pos="100000">
                <a:srgbClr val="F04D3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pic>
        <p:nvPicPr>
          <p:cNvPr id="167" name="Picture 16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93109F89-EB5A-40FF-A12F-613D202AB8A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25010"/>
            <a:ext cx="1260839" cy="5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881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9" r:id="rId1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sz="2300" kern="1200">
          <a:solidFill>
            <a:schemeClr val="bg1"/>
          </a:solidFill>
          <a:latin typeface="Myriad Pro" pitchFamily="34" charset="0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lang="en-US" sz="3000" kern="1200" dirty="0" smtClean="0">
          <a:solidFill>
            <a:schemeClr val="bg1">
              <a:lumMod val="50000"/>
            </a:schemeClr>
          </a:solidFill>
          <a:latin typeface="Calibri" panose="020F0502020204030204" pitchFamily="34" charset="0"/>
          <a:ea typeface="+mj-ea"/>
          <a:cs typeface="Arial" pitchFamily="34" charset="0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4627" y="2372866"/>
            <a:ext cx="6999309" cy="342900"/>
          </a:xfrm>
        </p:spPr>
        <p:txBody>
          <a:bodyPr/>
          <a:lstStyle/>
          <a:p>
            <a:r>
              <a:rPr lang="en-US" sz="2400" b="1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Resolution </a:t>
            </a:r>
            <a:endParaRPr lang="en-US" sz="2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A8BDAB70-7A34-1F09-FB02-A4999B9278C1}"/>
              </a:ext>
            </a:extLst>
          </p:cNvPr>
          <p:cNvSpPr txBox="1">
            <a:spLocks/>
          </p:cNvSpPr>
          <p:nvPr/>
        </p:nvSpPr>
        <p:spPr>
          <a:xfrm>
            <a:off x="4605670" y="3998182"/>
            <a:ext cx="3854762" cy="30176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b="1" dirty="0">
                <a:solidFill>
                  <a:srgbClr val="034EA2"/>
                </a:solidFill>
              </a:rPr>
              <a:t>Prof. Tarachand Amgoth</a:t>
            </a:r>
          </a:p>
          <a:p>
            <a:pPr algn="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76C32B9-10B6-E691-28C9-BDD858B991AD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858B8A9-05BB-EF9F-4232-62A7D5D5DCBD}"/>
              </a:ext>
            </a:extLst>
          </p:cNvPr>
          <p:cNvSpPr txBox="1">
            <a:spLocks/>
          </p:cNvSpPr>
          <p:nvPr/>
        </p:nvSpPr>
        <p:spPr>
          <a:xfrm>
            <a:off x="236987" y="123478"/>
            <a:ext cx="6999309" cy="34290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Tx/>
              <a:buFont typeface="Wingdings" pitchFamily="2" charset="2"/>
              <a:buNone/>
              <a:tabLst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342900" indent="0" algn="ctr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685800" indent="0" algn="ctr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028700" indent="0" algn="ctr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None/>
              <a:defRPr sz="1200" kern="1200" baseline="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3716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Myriad Pro" pitchFamily="34" charset="0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Logical Agents </a:t>
            </a:r>
            <a:endParaRPr lang="en-US" sz="22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437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Resolution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B871F16-5843-9C5F-3ACA-85F58CCF4AFF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CB1F3-F67A-5D99-DADA-42E4FEF0DD55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29FD17-840F-C8A3-AC1F-89A3D5215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913248"/>
            <a:ext cx="5391427" cy="7683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32C5F0F-14A0-1812-46A6-C0183925A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7118" y="1923678"/>
            <a:ext cx="3375081" cy="8573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F8D9D57-5F91-BC61-A00C-AD5AF1EEA2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3825" y="3616147"/>
            <a:ext cx="3378374" cy="53977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FF8DD80-EA66-EB74-6C74-A4E981E535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5069" y="3149046"/>
            <a:ext cx="3225966" cy="304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923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Soundness of Resolution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B871F16-5843-9C5F-3ACA-85F58CCF4AFF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CB1F3-F67A-5D99-DADA-42E4FEF0DD55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0A93B83-B5E6-1000-BAA3-1ACFD767D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724245"/>
            <a:ext cx="5256584" cy="364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561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Conjunctive Normal Forms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B871F16-5843-9C5F-3ACA-85F58CCF4AFF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CB1F3-F67A-5D99-DADA-42E4FEF0DD55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8FBA54-2C25-C2D3-4753-1189373B3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987574"/>
            <a:ext cx="3968954" cy="2857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604F1E-8E03-194F-9A8F-5E90112F95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736" y="1563638"/>
            <a:ext cx="3695890" cy="2349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BF503B-13D9-E046-2666-9A13587041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68" y="2139702"/>
            <a:ext cx="4991357" cy="6667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3C4D073-4E37-48D3-5DBF-5EBF98A9E6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84" y="3147814"/>
            <a:ext cx="2921150" cy="2095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DA79DC1-4D8A-0040-E6EA-AFC94CED63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9632" y="3672849"/>
            <a:ext cx="7112366" cy="806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064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Conversion to CNF: Examples 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B871F16-5843-9C5F-3ACA-85F58CCF4AFF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CB1F3-F67A-5D99-DADA-42E4FEF0DD55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CDB832-3E87-1AD2-45EB-7FB590158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481" y="787308"/>
            <a:ext cx="5740695" cy="3568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98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Conversion to CNF: Rules  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B871F16-5843-9C5F-3ACA-85F58CCF4AFF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CB1F3-F67A-5D99-DADA-42E4FEF0DD55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DFDF0A-CCFA-7BD2-8A24-0FE47BC3F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902980"/>
            <a:ext cx="4392488" cy="329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265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Conversion to CNF: Rules  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B871F16-5843-9C5F-3ACA-85F58CCF4AFF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CB1F3-F67A-5D99-DADA-42E4FEF0DD55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BB3DDFA-6D46-DEC0-6E7F-CEA1B64926E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67544" y="1133037"/>
            <a:ext cx="709228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Eliminate Biconditionals (↔)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Replace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biconditional statements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 ↔ B with two implications: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 ↔ B ⇒(A → B) ∧ (B → A)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For example, P ↔ Q becomes (P → Q) ∧ (Q → P).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Eliminate Implications (→)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Rewrite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implications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using disjunctions: A→B⇒¬A∨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For example, P → Q becomes ¬P ∨ Q.</a:t>
            </a:r>
          </a:p>
        </p:txBody>
      </p:sp>
    </p:spTree>
    <p:extLst>
      <p:ext uri="{BB962C8B-B14F-4D97-AF65-F5344CB8AC3E}">
        <p14:creationId xmlns:p14="http://schemas.microsoft.com/office/powerpoint/2010/main" val="566369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Conversion to CNF: Rules  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B871F16-5843-9C5F-3ACA-85F58CCF4AFF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CB1F3-F67A-5D99-DADA-42E4FEF0DD55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B3B2CA-CE92-7510-95AC-33B9AC731F0D}"/>
              </a:ext>
            </a:extLst>
          </p:cNvPr>
          <p:cNvSpPr txBox="1"/>
          <p:nvPr/>
        </p:nvSpPr>
        <p:spPr>
          <a:xfrm>
            <a:off x="539552" y="987574"/>
            <a:ext cx="70567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Move NOT Inwards (Use De Morgan’s Laws)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Push </a:t>
            </a:r>
            <a:r>
              <a:rPr lang="en-IN" sz="1800" b="1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negations</a:t>
            </a:r>
            <a:r>
              <a:rPr lang="en-IN" sz="18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(¬) down to individual literals by using De Morgan’s laws: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¬(A ∧ B) ⇒ ¬A ∨ ¬B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¬(A ∨ B)⇒¬A ∧ ¬B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Also, remove any </a:t>
            </a:r>
            <a:r>
              <a:rPr lang="en-IN" sz="1800" b="1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double negations</a:t>
            </a:r>
            <a:r>
              <a:rPr lang="en-IN" sz="18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¬(¬A) ⇒ 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32978D-2D9A-3A9C-2363-FE2A83518E1F}"/>
              </a:ext>
            </a:extLst>
          </p:cNvPr>
          <p:cNvSpPr txBox="1"/>
          <p:nvPr/>
        </p:nvSpPr>
        <p:spPr>
          <a:xfrm>
            <a:off x="539552" y="2931790"/>
            <a:ext cx="73083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Distribute OR over AND (Distributive Law)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Apply the </a:t>
            </a:r>
            <a:r>
              <a:rPr lang="en-US" sz="1800" b="1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distributive law</a:t>
            </a:r>
            <a:r>
              <a:rPr lang="en-US" sz="18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to get a conjunction of disjunctions: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 ∨ (B ∧ C) ⇒ (A ∨ B) ∧ (A ∨ C)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 ∨ (B ∧ C) ⇒(A ∨ B) ∧ (A ∨ C)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Continue applying this rule until the entire formula is in CNF.</a:t>
            </a:r>
          </a:p>
        </p:txBody>
      </p:sp>
    </p:spTree>
    <p:extLst>
      <p:ext uri="{BB962C8B-B14F-4D97-AF65-F5344CB8AC3E}">
        <p14:creationId xmlns:p14="http://schemas.microsoft.com/office/powerpoint/2010/main" val="4213629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Resolution Algorithm  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B871F16-5843-9C5F-3ACA-85F58CCF4AFF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CB1F3-F67A-5D99-DADA-42E4FEF0DD55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A38231-D841-A258-4ED8-A508F1470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1059582"/>
            <a:ext cx="762039" cy="3111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F98D0C-161C-A78B-3990-E2FECF807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5746" y="1097684"/>
            <a:ext cx="2254366" cy="2730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7A2BBF4-405B-C517-9763-779AB22A2D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9743" y="1147590"/>
            <a:ext cx="576064" cy="17325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0A29605-31FF-15E3-D8BD-3B382FCC0F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568" y="1769127"/>
            <a:ext cx="3435527" cy="38737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D99C596-FFAB-18FF-3758-0611D8D318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5637" y="2402774"/>
            <a:ext cx="3428226" cy="1249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908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Resolution Algorithm: Example   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B871F16-5843-9C5F-3ACA-85F58CCF4AFF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CB1F3-F67A-5D99-DADA-42E4FEF0DD55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B9AC70-391D-740E-0AA9-D22F0170C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866570"/>
            <a:ext cx="5435879" cy="350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827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Resolution Algorithm: Example   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B871F16-5843-9C5F-3ACA-85F58CCF4AFF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CB1F3-F67A-5D99-DADA-42E4FEF0DD55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3F9C947-6D8E-77E4-FF69-14846AEC522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24186" y="577585"/>
            <a:ext cx="8136904" cy="43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onvert the following sentence into CNF:    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(P→(Q∧R))→S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Eliminate Implications:</a:t>
            </a:r>
          </a:p>
          <a:p>
            <a:pPr marL="4000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Apply implication elimination to the innermost implication first: </a:t>
            </a:r>
          </a:p>
          <a:p>
            <a:pPr marL="457200" marR="0" lvl="1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					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P→(Q∧R) becomes ¬P∨(Q∧R).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Then, apply the outer implication:      </a:t>
            </a:r>
          </a:p>
          <a:p>
            <a:pPr marL="457200" marR="0" lvl="1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				           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(¬P ∨ (Q ∧ R)) → S ⇒ ¬(¬P (Q ∧ R)) ∨ 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Move NOT Inwards: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Apply De Morgan’s laws to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¬(¬P∨(Q∧R): 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¬(¬P ∨ (Q ∧ R))⇒P ∧(¬Q ∨¬R)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Now the formula is: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(P∧(¬Q∨¬R))∨S</a:t>
            </a:r>
          </a:p>
          <a:p>
            <a:pPr marL="457200" marR="0" lvl="1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000" i="0" u="none" strike="noStrike" cap="none" normalizeH="0" baseline="0" dirty="0">
              <a:ln>
                <a:noFill/>
              </a:ln>
              <a:solidFill>
                <a:srgbClr val="034EA2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Distribute OR over AND: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Distribute S over the conjunction	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(P ∨ S) ∧ ((¬Q ∨¬R) ∨ S)</a:t>
            </a:r>
          </a:p>
          <a:p>
            <a:pPr marL="457200" marR="0" lvl="1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Resulting CNF: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final CNF form is: 		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(P ∨ S)∧(¬Q ∨¬R ∨ 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0448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Resolution Algorithm: Example   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B871F16-5843-9C5F-3ACA-85F58CCF4AFF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CB1F3-F67A-5D99-DADA-42E4FEF0DD55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FFAE7E-EA04-798E-4863-55625C2CE514}"/>
              </a:ext>
            </a:extLst>
          </p:cNvPr>
          <p:cNvSpPr txBox="1"/>
          <p:nvPr/>
        </p:nvSpPr>
        <p:spPr>
          <a:xfrm>
            <a:off x="1331640" y="987574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(P→(Q∧R))→S</a:t>
            </a:r>
          </a:p>
        </p:txBody>
      </p:sp>
    </p:spTree>
    <p:extLst>
      <p:ext uri="{BB962C8B-B14F-4D97-AF65-F5344CB8AC3E}">
        <p14:creationId xmlns:p14="http://schemas.microsoft.com/office/powerpoint/2010/main" val="3011276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Resolution Algorithm: Problems  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B871F16-5843-9C5F-3ACA-85F58CCF4AFF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CB1F3-F67A-5D99-DADA-42E4FEF0DD55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46B23C-169E-59DE-3586-5C3A1DCF9355}"/>
              </a:ext>
            </a:extLst>
          </p:cNvPr>
          <p:cNvSpPr txBox="1"/>
          <p:nvPr/>
        </p:nvSpPr>
        <p:spPr>
          <a:xfrm>
            <a:off x="539552" y="915566"/>
            <a:ext cx="698477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1. </a:t>
            </a:r>
            <a:r>
              <a:rPr lang="en-IN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(P ↔ Q) →R</a:t>
            </a:r>
          </a:p>
          <a:p>
            <a:pPr marL="1314450" lvl="3" indent="-285750">
              <a:buFont typeface="Wingdings" panose="05000000000000000000" pitchFamily="2" charset="2"/>
              <a:buChar char="§"/>
            </a:pPr>
            <a:r>
              <a:rPr lang="en-IN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CNF form is: (P∨R)∧(¬Q∨R)∧(Q∨R)∧(¬P∨R)</a:t>
            </a:r>
          </a:p>
          <a:p>
            <a:pPr lvl="3"/>
            <a:endParaRPr lang="en-IN" sz="18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IN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2. </a:t>
            </a:r>
            <a:r>
              <a:rPr lang="en-IN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(P ∨ (Q → R)) ∧ S</a:t>
            </a:r>
          </a:p>
          <a:p>
            <a:endParaRPr lang="en-IN" sz="1800" dirty="0">
              <a:solidFill>
                <a:srgbClr val="C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314450" lvl="3" indent="-285750">
              <a:buFont typeface="Wingdings" panose="05000000000000000000" pitchFamily="2" charset="2"/>
              <a:buChar char="§"/>
            </a:pPr>
            <a:r>
              <a:rPr lang="en-IN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CNF form is: (P∨¬Q∨R)∧S</a:t>
            </a:r>
          </a:p>
          <a:p>
            <a:pPr lvl="3"/>
            <a:endParaRPr lang="en-IN" sz="18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IN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3. </a:t>
            </a:r>
            <a:r>
              <a:rPr lang="en-IN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¬((P → Q) ∧ (R ∨ S))</a:t>
            </a:r>
          </a:p>
          <a:p>
            <a:pPr marL="1314450" lvl="3" indent="-285750">
              <a:buFont typeface="Wingdings" panose="05000000000000000000" pitchFamily="2" charset="2"/>
              <a:buChar char="§"/>
            </a:pPr>
            <a:r>
              <a:rPr lang="en-IN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CNF form is: </a:t>
            </a:r>
            <a:r>
              <a:rPr lang="pt-BR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(P∨¬R)∧(P∨¬S)∧(¬Q∨¬R)∧(¬Q∨¬S)</a:t>
            </a:r>
            <a:endParaRPr lang="en-IN" sz="1800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748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DF31117-E534-50E6-F68C-10CC388FAB17}"/>
              </a:ext>
            </a:extLst>
          </p:cNvPr>
          <p:cNvSpPr txBox="1">
            <a:spLocks/>
          </p:cNvSpPr>
          <p:nvPr/>
        </p:nvSpPr>
        <p:spPr>
          <a:xfrm>
            <a:off x="179512" y="195486"/>
            <a:ext cx="1944216" cy="432048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852493"/>
      </p:ext>
    </p:extLst>
  </p:cSld>
  <p:clrMapOvr>
    <a:masterClrMapping/>
  </p:clrMapOvr>
</p:sld>
</file>

<file path=ppt/theme/theme1.xml><?xml version="1.0" encoding="utf-8"?>
<a:theme xmlns:a="http://schemas.openxmlformats.org/drawingml/2006/main" name="Corp PPT Template 2017_16x9">
  <a:themeElements>
    <a:clrScheme name="TCS">
      <a:dk1>
        <a:srgbClr val="000000"/>
      </a:dk1>
      <a:lt1>
        <a:sysClr val="window" lastClr="FFFFFF"/>
      </a:lt1>
      <a:dk2>
        <a:srgbClr val="4E84C4"/>
      </a:dk2>
      <a:lt2>
        <a:srgbClr val="000000"/>
      </a:lt2>
      <a:accent1>
        <a:srgbClr val="0063BE"/>
      </a:accent1>
      <a:accent2>
        <a:srgbClr val="83389B"/>
      </a:accent2>
      <a:accent3>
        <a:srgbClr val="55A51C"/>
      </a:accent3>
      <a:accent4>
        <a:srgbClr val="D6492A"/>
      </a:accent4>
      <a:accent5>
        <a:srgbClr val="B9AFA4"/>
      </a:accent5>
      <a:accent6>
        <a:srgbClr val="974B07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6DCFF6"/>
        </a:solidFill>
        <a:ln w="952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TCS Blue 100%">
      <a:srgbClr val="6DCFF6"/>
    </a:custClr>
    <a:custClr name="TCS Blue 70%">
      <a:srgbClr val="8ED2ED"/>
    </a:custClr>
    <a:custClr name="TCS Blue 50%">
      <a:srgbClr val="B0DFF3"/>
    </a:custClr>
    <a:custClr name="TCS Blue 30%">
      <a:srgbClr val="D1ECF9"/>
    </a:custClr>
    <a:custClr name="TCS Dark Blue 100%">
      <a:srgbClr val="0063BE"/>
    </a:custClr>
    <a:custClr name="TCS Dark Blue 70%">
      <a:srgbClr val="6D97D8"/>
    </a:custClr>
    <a:custClr name="TCS Dark Blue 50%">
      <a:srgbClr val="98B4E6"/>
    </a:custClr>
    <a:custClr name="TCS Dark Blue 30%">
      <a:srgbClr val="C1D2F1"/>
    </a:custClr>
    <a:custClr name="TCS Light Violet 100%">
      <a:srgbClr val="83389B"/>
    </a:custClr>
    <a:custClr name="TCS Light Violet 70%">
      <a:srgbClr val="B17AC6"/>
    </a:custClr>
    <a:custClr name="TCS Light Violet 50%">
      <a:srgbClr val="C69FD8"/>
    </a:custClr>
    <a:custClr name="TCS Light Violet 30%">
      <a:srgbClr val="DCC5E8"/>
    </a:custClr>
    <a:custClr name="TCS Green 100%">
      <a:srgbClr val="55A51C"/>
    </a:custClr>
    <a:custClr name="TCS Green 70%">
      <a:srgbClr val="89C35F"/>
    </a:custClr>
    <a:custClr name="TCS Green 50%">
      <a:srgbClr val="ABD38C"/>
    </a:custClr>
    <a:custClr name="TCS Green 30%">
      <a:srgbClr val="CCE5BA"/>
    </a:custClr>
    <a:custClr name="TCS Orange 100%">
      <a:srgbClr val="D6492A"/>
    </a:custClr>
    <a:custClr name="TCS Orange 70%">
      <a:srgbClr val="F1896C"/>
    </a:custClr>
    <a:custClr name="TCS Orange 50%">
      <a:srgbClr val="F7AC94"/>
    </a:custClr>
    <a:custClr name="TCS Orange 30%">
      <a:srgbClr val="FACDBF"/>
    </a:custClr>
    <a:custClr name="TCS Warm Grey 100%">
      <a:srgbClr val="B9AFA4"/>
    </a:custClr>
    <a:custClr name="TCS Warm Grey 70%">
      <a:srgbClr val="C9C3BC"/>
    </a:custClr>
    <a:custClr name="TCS Warm Grey 50%">
      <a:srgbClr val="D7D4CF"/>
    </a:custClr>
    <a:custClr name="TCS Warm Grey 30%">
      <a:srgbClr val="E4E6E3"/>
    </a:custClr>
    <a:custClr name="TCS Saffron 100%">
      <a:srgbClr val="FBB141"/>
    </a:custClr>
    <a:custClr name="TCS Saffron 70%">
      <a:srgbClr val="FCB853"/>
    </a:custClr>
    <a:custClr name="TCS Saffron 50%">
      <a:srgbClr val="FDB566"/>
    </a:custClr>
    <a:custClr name="TCS Saffron 30%">
      <a:srgbClr val="FDC577"/>
    </a:custClr>
    <a:custClr name="TCS Light Green 100%">
      <a:srgbClr val="CDCA2F"/>
    </a:custClr>
    <a:custClr name="TCS Light Green 70%">
      <a:srgbClr val="E4DD7B"/>
    </a:custClr>
    <a:custClr name="TCS Light Green 50%">
      <a:srgbClr val="EDE6A0"/>
    </a:custClr>
    <a:custClr name="TCS Light Green 30%">
      <a:srgbClr val="F5F0C8"/>
    </a:custClr>
    <a:custClr name="TCS Yellow 100%">
      <a:srgbClr val="FFDD3E"/>
    </a:custClr>
    <a:custClr name="TCS Yellow 70%">
      <a:srgbClr val="FDE97F"/>
    </a:custClr>
    <a:custClr name="TCS Yellow 50%">
      <a:srgbClr val="FCEFA4"/>
    </a:custClr>
    <a:custClr name="TCS Yellow 30%">
      <a:srgbClr val="FEF5CA"/>
    </a:custClr>
    <a:custClr name="TATA Blue 100%">
      <a:srgbClr val="4E84C4"/>
    </a:custClr>
    <a:custClr name="TATA Blue 70%">
      <a:srgbClr val="8BACE4"/>
    </a:custClr>
    <a:custClr name="TATA Blue 50%">
      <a:srgbClr val="ACC3EC"/>
    </a:custClr>
    <a:custClr name="TATA Blue 30%">
      <a:srgbClr val="CEDBF0"/>
    </a:custClr>
  </a:custClrLst>
  <a:extLst>
    <a:ext uri="{05A4C25C-085E-4340-85A3-A5531E510DB2}">
      <thm15:themeFamily xmlns:thm15="http://schemas.microsoft.com/office/thememl/2012/main" name="Final TCS50_Corp PPT Template 2018_16x9_250618" id="{DB7AFD64-426C-4E36-9D07-50802EF75488}" vid="{907340DD-877F-4B54-96D9-C57E74D23287}"/>
    </a:ext>
  </a:extLst>
</a:theme>
</file>

<file path=ppt/theme/theme2.xml><?xml version="1.0" encoding="utf-8"?>
<a:theme xmlns:a="http://schemas.openxmlformats.org/drawingml/2006/main" name="2_Section Header">
  <a:themeElements>
    <a:clrScheme name="Custom 2">
      <a:dk1>
        <a:srgbClr val="000000"/>
      </a:dk1>
      <a:lt1>
        <a:sysClr val="window" lastClr="FFFFFF"/>
      </a:lt1>
      <a:dk2>
        <a:srgbClr val="4E84C4"/>
      </a:dk2>
      <a:lt2>
        <a:srgbClr val="000000"/>
      </a:lt2>
      <a:accent1>
        <a:srgbClr val="0063BE"/>
      </a:accent1>
      <a:accent2>
        <a:srgbClr val="83389B"/>
      </a:accent2>
      <a:accent3>
        <a:srgbClr val="55A51C"/>
      </a:accent3>
      <a:accent4>
        <a:srgbClr val="D6492A"/>
      </a:accent4>
      <a:accent5>
        <a:srgbClr val="B9AFA4"/>
      </a:accent5>
      <a:accent6>
        <a:srgbClr val="974B07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TCS Blue 100%">
      <a:srgbClr val="6DCFF6"/>
    </a:custClr>
    <a:custClr name="TCS Blue 100%">
      <a:srgbClr val="6DCFF6"/>
    </a:custClr>
    <a:custClr name="TCS Blue 70%">
      <a:srgbClr val="8ED2ED"/>
    </a:custClr>
    <a:custClr name="TCS Blue 50%">
      <a:srgbClr val="B0DFF3"/>
    </a:custClr>
    <a:custClr name="TCS Blue 30%">
      <a:srgbClr val="D1ECF9"/>
    </a:custClr>
    <a:custClr name="TCS Dark Blue 100%">
      <a:srgbClr val="0063BE"/>
    </a:custClr>
    <a:custClr name="TCS Dark Blue 70%">
      <a:srgbClr val="6D97D8"/>
    </a:custClr>
    <a:custClr name="TCS Dark Blue 50%">
      <a:srgbClr val="98B4E6"/>
    </a:custClr>
    <a:custClr name="TCS Dark Blue 30%">
      <a:srgbClr val="C1D2F1"/>
    </a:custClr>
    <a:custClr name="TCS Light Violet 100%">
      <a:srgbClr val="83389B"/>
    </a:custClr>
    <a:custClr name="TCS Light Violet 70%">
      <a:srgbClr val="B17AC6"/>
    </a:custClr>
    <a:custClr name="TCS Light Violet 50%">
      <a:srgbClr val="C69FD8"/>
    </a:custClr>
    <a:custClr name="TCS Light Violet 30%">
      <a:srgbClr val="DCC5E8"/>
    </a:custClr>
    <a:custClr name="TCS Green 100%">
      <a:srgbClr val="55A51C"/>
    </a:custClr>
    <a:custClr name="TCS Green 70%">
      <a:srgbClr val="89C35F"/>
    </a:custClr>
    <a:custClr name="TCS Green 50%">
      <a:srgbClr val="ABD38C"/>
    </a:custClr>
    <a:custClr name="TCS Green 30%">
      <a:srgbClr val="CCE5BA"/>
    </a:custClr>
    <a:custClr name="TCS Orange 100%">
      <a:srgbClr val="D6492A"/>
    </a:custClr>
    <a:custClr name="TCS Orange 70%">
      <a:srgbClr val="F1896C"/>
    </a:custClr>
    <a:custClr name="TCS Orange 50%">
      <a:srgbClr val="F7AC94"/>
    </a:custClr>
    <a:custClr name="TCS Orange 30%">
      <a:srgbClr val="FACDBF"/>
    </a:custClr>
    <a:custClr name="TCS Warm Grey 100%">
      <a:srgbClr val="B9AFA4"/>
    </a:custClr>
    <a:custClr name="TCS Warm Grey 70%">
      <a:srgbClr val="C9C3BC"/>
    </a:custClr>
    <a:custClr name="TCS Warm Grey 50%">
      <a:srgbClr val="D7D4CF"/>
    </a:custClr>
    <a:custClr name="TCS Warm Grey 30%">
      <a:srgbClr val="E4E6E3"/>
    </a:custClr>
    <a:custClr name="TCS Saffron 100%">
      <a:srgbClr val="FBB141"/>
    </a:custClr>
    <a:custClr name="TCS Saffron 70%">
      <a:srgbClr val="FCB853"/>
    </a:custClr>
    <a:custClr name="TCS Saffron 50%">
      <a:srgbClr val="FDB566"/>
    </a:custClr>
    <a:custClr name="TCS Saffron 30%">
      <a:srgbClr val="FDC577"/>
    </a:custClr>
    <a:custClr name="TCS Light Green 100%">
      <a:srgbClr val="CDCA2F"/>
    </a:custClr>
    <a:custClr name="TCS Light Green 70%">
      <a:srgbClr val="E4DD7B"/>
    </a:custClr>
    <a:custClr name="TCS Light Green 50%">
      <a:srgbClr val="EDE6A0"/>
    </a:custClr>
    <a:custClr name="TCS Light Green 30%">
      <a:srgbClr val="F5F0C8"/>
    </a:custClr>
    <a:custClr name="TCS Yellow 100%">
      <a:srgbClr val="FFDD3E"/>
    </a:custClr>
    <a:custClr name="TCS Yellow 70%">
      <a:srgbClr val="FDE97F"/>
    </a:custClr>
    <a:custClr name="TCS Yellow 50%">
      <a:srgbClr val="FCEFA4"/>
    </a:custClr>
    <a:custClr name="TCS Yellow 30%">
      <a:srgbClr val="FEF5CA"/>
    </a:custClr>
    <a:custClr name="TATA Blue 100%">
      <a:srgbClr val="4E84C4"/>
    </a:custClr>
    <a:custClr name="TATA Blue 70%">
      <a:srgbClr val="8BACE4"/>
    </a:custClr>
    <a:custClr name="TATA Blue 50%">
      <a:srgbClr val="ACC3EC"/>
    </a:custClr>
    <a:custClr name="TATA Blue 30%">
      <a:srgbClr val="CEDBF0"/>
    </a:custClr>
  </a:custClrLst>
  <a:extLst>
    <a:ext uri="{05A4C25C-085E-4340-85A3-A5531E510DB2}">
      <thm15:themeFamily xmlns:thm15="http://schemas.microsoft.com/office/thememl/2012/main" name="TCS Template 2014." id="{4DECABEB-9C5E-4D9D-A1A2-3CBA322E0007}" vid="{2F5473AA-0A36-4030-A975-2CEE7607762B}"/>
    </a:ext>
  </a:extLst>
</a:theme>
</file>

<file path=ppt/theme/theme3.xml><?xml version="1.0" encoding="utf-8"?>
<a:theme xmlns:a="http://schemas.openxmlformats.org/drawingml/2006/main" name="2_Thank You">
  <a:themeElements>
    <a:clrScheme name="Custom 2">
      <a:dk1>
        <a:srgbClr val="000000"/>
      </a:dk1>
      <a:lt1>
        <a:sysClr val="window" lastClr="FFFFFF"/>
      </a:lt1>
      <a:dk2>
        <a:srgbClr val="4E84C4"/>
      </a:dk2>
      <a:lt2>
        <a:srgbClr val="000000"/>
      </a:lt2>
      <a:accent1>
        <a:srgbClr val="0063BE"/>
      </a:accent1>
      <a:accent2>
        <a:srgbClr val="83389B"/>
      </a:accent2>
      <a:accent3>
        <a:srgbClr val="55A51C"/>
      </a:accent3>
      <a:accent4>
        <a:srgbClr val="D6492A"/>
      </a:accent4>
      <a:accent5>
        <a:srgbClr val="B9AFA4"/>
      </a:accent5>
      <a:accent6>
        <a:srgbClr val="974B07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TCS Blue 100%">
      <a:srgbClr val="6DCFF6"/>
    </a:custClr>
    <a:custClr name="TCS Blue 100%">
      <a:srgbClr val="6DCFF6"/>
    </a:custClr>
    <a:custClr name="TCS Blue 70%">
      <a:srgbClr val="8ED2ED"/>
    </a:custClr>
    <a:custClr name="TCS Blue 50%">
      <a:srgbClr val="B0DFF3"/>
    </a:custClr>
    <a:custClr name="TCS Blue 30%">
      <a:srgbClr val="D1ECF9"/>
    </a:custClr>
    <a:custClr name="TCS Dark Blue 100%">
      <a:srgbClr val="0063BE"/>
    </a:custClr>
    <a:custClr name="TCS Dark Blue 70%">
      <a:srgbClr val="6D97D8"/>
    </a:custClr>
    <a:custClr name="TCS Dark Blue 50%">
      <a:srgbClr val="98B4E6"/>
    </a:custClr>
    <a:custClr name="TCS Dark Blue 30%">
      <a:srgbClr val="C1D2F1"/>
    </a:custClr>
    <a:custClr name="TCS Light Violet 100%">
      <a:srgbClr val="83389B"/>
    </a:custClr>
    <a:custClr name="TCS Light Violet 70%">
      <a:srgbClr val="B17AC6"/>
    </a:custClr>
    <a:custClr name="TCS Light Violet 50%">
      <a:srgbClr val="C69FD8"/>
    </a:custClr>
    <a:custClr name="TCS Light Violet 30%">
      <a:srgbClr val="DCC5E8"/>
    </a:custClr>
    <a:custClr name="TCS Green 100%">
      <a:srgbClr val="55A51C"/>
    </a:custClr>
    <a:custClr name="TCS Green 70%">
      <a:srgbClr val="89C35F"/>
    </a:custClr>
    <a:custClr name="TCS Green 50%">
      <a:srgbClr val="ABD38C"/>
    </a:custClr>
    <a:custClr name="TCS Green 30%">
      <a:srgbClr val="CCE5BA"/>
    </a:custClr>
    <a:custClr name="TCS Orange 100%">
      <a:srgbClr val="D6492A"/>
    </a:custClr>
    <a:custClr name="TCS Orange 70%">
      <a:srgbClr val="F1896C"/>
    </a:custClr>
    <a:custClr name="TCS Orange 50%">
      <a:srgbClr val="F7AC94"/>
    </a:custClr>
    <a:custClr name="TCS Orange 30%">
      <a:srgbClr val="FACDBF"/>
    </a:custClr>
    <a:custClr name="TCS Warm Grey 100%">
      <a:srgbClr val="B9AFA4"/>
    </a:custClr>
    <a:custClr name="TCS Warm Grey 70%">
      <a:srgbClr val="C9C3BC"/>
    </a:custClr>
    <a:custClr name="TCS Warm Grey 50%">
      <a:srgbClr val="D7D4CF"/>
    </a:custClr>
    <a:custClr name="TCS Warm Grey 30%">
      <a:srgbClr val="E4E6E3"/>
    </a:custClr>
    <a:custClr name="TCS Saffron 100%">
      <a:srgbClr val="FBB141"/>
    </a:custClr>
    <a:custClr name="TCS Saffron 70%">
      <a:srgbClr val="FCB853"/>
    </a:custClr>
    <a:custClr name="TCS Saffron 50%">
      <a:srgbClr val="FDB566"/>
    </a:custClr>
    <a:custClr name="TCS Saffron 30%">
      <a:srgbClr val="FDC577"/>
    </a:custClr>
    <a:custClr name="TCS Light Green 100%">
      <a:srgbClr val="CDCA2F"/>
    </a:custClr>
    <a:custClr name="TCS Light Green 70%">
      <a:srgbClr val="E4DD7B"/>
    </a:custClr>
    <a:custClr name="TCS Light Green 50%">
      <a:srgbClr val="EDE6A0"/>
    </a:custClr>
    <a:custClr name="TCS Light Green 30%">
      <a:srgbClr val="F5F0C8"/>
    </a:custClr>
    <a:custClr name="TCS Yellow 100%">
      <a:srgbClr val="FFDD3E"/>
    </a:custClr>
    <a:custClr name="TCS Yellow 70%">
      <a:srgbClr val="FDE97F"/>
    </a:custClr>
    <a:custClr name="TCS Yellow 50%">
      <a:srgbClr val="FCEFA4"/>
    </a:custClr>
    <a:custClr name="TCS Yellow 30%">
      <a:srgbClr val="FEF5CA"/>
    </a:custClr>
    <a:custClr name="TATA Blue 100%">
      <a:srgbClr val="4E84C4"/>
    </a:custClr>
    <a:custClr name="TATA Blue 70%">
      <a:srgbClr val="8BACE4"/>
    </a:custClr>
    <a:custClr name="TATA Blue 50%">
      <a:srgbClr val="ACC3EC"/>
    </a:custClr>
    <a:custClr name="TATA Blue 30%">
      <a:srgbClr val="CEDBF0"/>
    </a:custClr>
  </a:custClrLst>
  <a:extLst>
    <a:ext uri="{05A4C25C-085E-4340-85A3-A5531E510DB2}">
      <thm15:themeFamily xmlns:thm15="http://schemas.microsoft.com/office/thememl/2012/main" name="TCS Template 2014." id="{4DECABEB-9C5E-4D9D-A1A2-3CBA322E0007}" vid="{2F5473AA-0A36-4030-A975-2CEE7607762B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21D58A44272E40AE2FBCEDA96F816B" ma:contentTypeVersion="0" ma:contentTypeDescription="Create a new document." ma:contentTypeScope="" ma:versionID="01e8ac6b750e5908eeca9f0b57c104a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b05d82d297216baf5b26c55225140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C6A22B0-BCBA-4EBF-85DA-1389332CD986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6C8B173-9972-4D14-A3AC-BB811AEEC8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78259F1-D46F-4C1F-B26F-8AF262256AA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 PPT Template 2015_16x9</Template>
  <TotalTime>57722</TotalTime>
  <Words>557</Words>
  <Application>Microsoft Office PowerPoint</Application>
  <PresentationFormat>On-screen Show (16:9)</PresentationFormat>
  <Paragraphs>58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Calibri</vt:lpstr>
      <vt:lpstr>Calibri Light</vt:lpstr>
      <vt:lpstr>Courier New</vt:lpstr>
      <vt:lpstr>Myriad Pro</vt:lpstr>
      <vt:lpstr>Wingdings</vt:lpstr>
      <vt:lpstr>Corp PPT Template 2017_16x9</vt:lpstr>
      <vt:lpstr>2_Section Header</vt:lpstr>
      <vt:lpstr>2_Thank You</vt:lpstr>
      <vt:lpstr>PowerPoint Presentation</vt:lpstr>
      <vt:lpstr>Resolution</vt:lpstr>
      <vt:lpstr>Soundness of Resolution</vt:lpstr>
      <vt:lpstr>Conjunctive Normal Forms</vt:lpstr>
      <vt:lpstr>Conversion to CNF: Examples </vt:lpstr>
      <vt:lpstr>Conversion to CNF: Rules  </vt:lpstr>
      <vt:lpstr>Conversion to CNF: Rules  </vt:lpstr>
      <vt:lpstr>Conversion to CNF: Rules  </vt:lpstr>
      <vt:lpstr>Resolution Algorithm  </vt:lpstr>
      <vt:lpstr>Resolution Algorithm: Example   </vt:lpstr>
      <vt:lpstr>Resolution Algorithm: Example   </vt:lpstr>
      <vt:lpstr>Resolution Algorithm: Example   </vt:lpstr>
      <vt:lpstr>Resolution Algorithm: Problems  </vt:lpstr>
      <vt:lpstr>PowerPoint Presentation</vt:lpstr>
    </vt:vector>
  </TitlesOfParts>
  <Company>TCS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Presentation</dc:title>
  <dc:subject>Learn how TCS is positioned for longer term sustainable growth</dc:subject>
  <dc:creator>Tata Consultancy Services</dc:creator>
  <cp:lastModifiedBy>Tarachand Amgoth</cp:lastModifiedBy>
  <cp:revision>1356</cp:revision>
  <dcterms:created xsi:type="dcterms:W3CDTF">2015-09-29T05:13:53Z</dcterms:created>
  <dcterms:modified xsi:type="dcterms:W3CDTF">2025-04-29T16:21:00Z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0x0101009D21D58A44272E40AE2FBCEDA96F816B</vt:lpwstr>
  </property>
</Properties>
</file>