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7" r:id="rId4"/>
    <p:sldMasterId id="2147484036" r:id="rId5"/>
    <p:sldMasterId id="2147484038" r:id="rId6"/>
  </p:sldMasterIdLst>
  <p:notesMasterIdLst>
    <p:notesMasterId r:id="rId36"/>
  </p:notesMasterIdLst>
  <p:handoutMasterIdLst>
    <p:handoutMasterId r:id="rId37"/>
  </p:handoutMasterIdLst>
  <p:sldIdLst>
    <p:sldId id="256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1" r:id="rId33"/>
    <p:sldId id="352" r:id="rId34"/>
    <p:sldId id="258" r:id="rId35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2880">
          <p15:clr>
            <a:srgbClr val="A4A3A4"/>
          </p15:clr>
        </p15:guide>
        <p15:guide id="5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uva  Pardesi" initials="AP" lastIdx="11" clrIdx="0">
    <p:extLst>
      <p:ext uri="{19B8F6BF-5375-455C-9EA6-DF929625EA0E}">
        <p15:presenceInfo xmlns:p15="http://schemas.microsoft.com/office/powerpoint/2012/main" userId="S-1-5-21-1801674531-1177238915-682003330-2129570" providerId="AD"/>
      </p:ext>
    </p:extLst>
  </p:cmAuthor>
  <p:cmAuthor id="2" name="Peshaan Khajotia" initials="PK" lastIdx="53" clrIdx="1">
    <p:extLst>
      <p:ext uri="{19B8F6BF-5375-455C-9EA6-DF929625EA0E}">
        <p15:presenceInfo xmlns:p15="http://schemas.microsoft.com/office/powerpoint/2012/main" userId="S-1-5-21-1801674531-1177238915-682003330-222180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EA2"/>
    <a:srgbClr val="037CA7"/>
    <a:srgbClr val="93478C"/>
    <a:srgbClr val="D53E85"/>
    <a:srgbClr val="612C91"/>
    <a:srgbClr val="007DC5"/>
    <a:srgbClr val="F15A2D"/>
    <a:srgbClr val="724698"/>
    <a:srgbClr val="262626"/>
    <a:srgbClr val="07BA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81" autoAdjust="0"/>
    <p:restoredTop sz="93741" autoAdjust="0"/>
  </p:normalViewPr>
  <p:slideViewPr>
    <p:cSldViewPr snapToObjects="1">
      <p:cViewPr varScale="1">
        <p:scale>
          <a:sx n="116" d="100"/>
          <a:sy n="116" d="100"/>
        </p:scale>
        <p:origin x="180" y="64"/>
      </p:cViewPr>
      <p:guideLst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50" d="100"/>
          <a:sy n="50" d="100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presProps" Target="pres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microsoft.com/office/2016/11/relationships/changesInfo" Target="changesInfos/changesInfo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chand Amgoth" userId="ea017c71-c3c5-459d-b04b-915c0e816ad1" providerId="ADAL" clId="{DA6A94B5-2DF1-4DF3-9546-86D740549FB2}"/>
    <pc:docChg chg="custSel modSld">
      <pc:chgData name="Tarachand Amgoth" userId="ea017c71-c3c5-459d-b04b-915c0e816ad1" providerId="ADAL" clId="{DA6A94B5-2DF1-4DF3-9546-86D740549FB2}" dt="2025-04-29T16:22:45.405" v="21" actId="478"/>
      <pc:docMkLst>
        <pc:docMk/>
      </pc:docMkLst>
      <pc:sldChg chg="delSp mod">
        <pc:chgData name="Tarachand Amgoth" userId="ea017c71-c3c5-459d-b04b-915c0e816ad1" providerId="ADAL" clId="{DA6A94B5-2DF1-4DF3-9546-86D740549FB2}" dt="2025-04-29T16:21:28.917" v="0" actId="478"/>
        <pc:sldMkLst>
          <pc:docMk/>
          <pc:sldMk cId="2611437373" sldId="256"/>
        </pc:sldMkLst>
        <pc:inkChg chg="del">
          <ac:chgData name="Tarachand Amgoth" userId="ea017c71-c3c5-459d-b04b-915c0e816ad1" providerId="ADAL" clId="{DA6A94B5-2DF1-4DF3-9546-86D740549FB2}" dt="2025-04-29T16:21:28.917" v="0" actId="478"/>
          <ac:inkMkLst>
            <pc:docMk/>
            <pc:sldMk cId="2611437373" sldId="256"/>
            <ac:inkMk id="5" creationId="{DF804046-80A6-0C37-FE9A-286780A51ABF}"/>
          </ac:inkMkLst>
        </pc:inkChg>
      </pc:sldChg>
      <pc:sldChg chg="delSp mod">
        <pc:chgData name="Tarachand Amgoth" userId="ea017c71-c3c5-459d-b04b-915c0e816ad1" providerId="ADAL" clId="{DA6A94B5-2DF1-4DF3-9546-86D740549FB2}" dt="2025-04-29T16:21:33.401" v="1" actId="478"/>
        <pc:sldMkLst>
          <pc:docMk/>
          <pc:sldMk cId="2862923213" sldId="326"/>
        </pc:sldMkLst>
        <pc:inkChg chg="del">
          <ac:chgData name="Tarachand Amgoth" userId="ea017c71-c3c5-459d-b04b-915c0e816ad1" providerId="ADAL" clId="{DA6A94B5-2DF1-4DF3-9546-86D740549FB2}" dt="2025-04-29T16:21:33.401" v="1" actId="478"/>
          <ac:inkMkLst>
            <pc:docMk/>
            <pc:sldMk cId="2862923213" sldId="326"/>
            <ac:inkMk id="4" creationId="{3DFD3DF9-0993-4A0A-0EF9-E760778A8449}"/>
          </ac:inkMkLst>
        </pc:inkChg>
      </pc:sldChg>
      <pc:sldChg chg="delSp mod">
        <pc:chgData name="Tarachand Amgoth" userId="ea017c71-c3c5-459d-b04b-915c0e816ad1" providerId="ADAL" clId="{DA6A94B5-2DF1-4DF3-9546-86D740549FB2}" dt="2025-04-29T16:21:37.634" v="2" actId="478"/>
        <pc:sldMkLst>
          <pc:docMk/>
          <pc:sldMk cId="718015317" sldId="327"/>
        </pc:sldMkLst>
        <pc:inkChg chg="del">
          <ac:chgData name="Tarachand Amgoth" userId="ea017c71-c3c5-459d-b04b-915c0e816ad1" providerId="ADAL" clId="{DA6A94B5-2DF1-4DF3-9546-86D740549FB2}" dt="2025-04-29T16:21:37.634" v="2" actId="478"/>
          <ac:inkMkLst>
            <pc:docMk/>
            <pc:sldMk cId="718015317" sldId="327"/>
            <ac:inkMk id="4" creationId="{2B1B67B3-7190-A892-C7ED-C6461AF71EF6}"/>
          </ac:inkMkLst>
        </pc:inkChg>
      </pc:sldChg>
      <pc:sldChg chg="delSp mod">
        <pc:chgData name="Tarachand Amgoth" userId="ea017c71-c3c5-459d-b04b-915c0e816ad1" providerId="ADAL" clId="{DA6A94B5-2DF1-4DF3-9546-86D740549FB2}" dt="2025-04-29T16:21:41.194" v="3" actId="478"/>
        <pc:sldMkLst>
          <pc:docMk/>
          <pc:sldMk cId="2335562244" sldId="328"/>
        </pc:sldMkLst>
        <pc:inkChg chg="del">
          <ac:chgData name="Tarachand Amgoth" userId="ea017c71-c3c5-459d-b04b-915c0e816ad1" providerId="ADAL" clId="{DA6A94B5-2DF1-4DF3-9546-86D740549FB2}" dt="2025-04-29T16:21:41.194" v="3" actId="478"/>
          <ac:inkMkLst>
            <pc:docMk/>
            <pc:sldMk cId="2335562244" sldId="328"/>
            <ac:inkMk id="4" creationId="{DDC094A1-7D92-0CD8-D5E2-C154854268F9}"/>
          </ac:inkMkLst>
        </pc:inkChg>
      </pc:sldChg>
      <pc:sldChg chg="delSp mod">
        <pc:chgData name="Tarachand Amgoth" userId="ea017c71-c3c5-459d-b04b-915c0e816ad1" providerId="ADAL" clId="{DA6A94B5-2DF1-4DF3-9546-86D740549FB2}" dt="2025-04-29T16:21:47.671" v="5" actId="478"/>
        <pc:sldMkLst>
          <pc:docMk/>
          <pc:sldMk cId="273270160" sldId="329"/>
        </pc:sldMkLst>
        <pc:grpChg chg="del">
          <ac:chgData name="Tarachand Amgoth" userId="ea017c71-c3c5-459d-b04b-915c0e816ad1" providerId="ADAL" clId="{DA6A94B5-2DF1-4DF3-9546-86D740549FB2}" dt="2025-04-29T16:21:47.671" v="5" actId="478"/>
          <ac:grpSpMkLst>
            <pc:docMk/>
            <pc:sldMk cId="273270160" sldId="329"/>
            <ac:grpSpMk id="9" creationId="{DCE7A9B6-AA4C-3754-A3B1-FE3D779F9D05}"/>
          </ac:grpSpMkLst>
        </pc:grpChg>
        <pc:inkChg chg="del">
          <ac:chgData name="Tarachand Amgoth" userId="ea017c71-c3c5-459d-b04b-915c0e816ad1" providerId="ADAL" clId="{DA6A94B5-2DF1-4DF3-9546-86D740549FB2}" dt="2025-04-29T16:21:44.149" v="4" actId="478"/>
          <ac:inkMkLst>
            <pc:docMk/>
            <pc:sldMk cId="273270160" sldId="329"/>
            <ac:inkMk id="4" creationId="{AE258159-B137-6C0F-2C72-5C2BCB0D900E}"/>
          </ac:inkMkLst>
        </pc:inkChg>
      </pc:sldChg>
      <pc:sldChg chg="delSp mod">
        <pc:chgData name="Tarachand Amgoth" userId="ea017c71-c3c5-459d-b04b-915c0e816ad1" providerId="ADAL" clId="{DA6A94B5-2DF1-4DF3-9546-86D740549FB2}" dt="2025-04-29T16:21:53.728" v="7" actId="478"/>
        <pc:sldMkLst>
          <pc:docMk/>
          <pc:sldMk cId="2354974001" sldId="330"/>
        </pc:sldMkLst>
        <pc:inkChg chg="del">
          <ac:chgData name="Tarachand Amgoth" userId="ea017c71-c3c5-459d-b04b-915c0e816ad1" providerId="ADAL" clId="{DA6A94B5-2DF1-4DF3-9546-86D740549FB2}" dt="2025-04-29T16:21:50.998" v="6" actId="478"/>
          <ac:inkMkLst>
            <pc:docMk/>
            <pc:sldMk cId="2354974001" sldId="330"/>
            <ac:inkMk id="4" creationId="{6F777AE8-2BE0-F070-A349-4815A9BFE479}"/>
          </ac:inkMkLst>
        </pc:inkChg>
        <pc:inkChg chg="del">
          <ac:chgData name="Tarachand Amgoth" userId="ea017c71-c3c5-459d-b04b-915c0e816ad1" providerId="ADAL" clId="{DA6A94B5-2DF1-4DF3-9546-86D740549FB2}" dt="2025-04-29T16:21:53.728" v="7" actId="478"/>
          <ac:inkMkLst>
            <pc:docMk/>
            <pc:sldMk cId="2354974001" sldId="330"/>
            <ac:inkMk id="7" creationId="{4B407073-6B0F-535A-27BE-2900B229FE25}"/>
          </ac:inkMkLst>
        </pc:inkChg>
      </pc:sldChg>
      <pc:sldChg chg="delSp mod">
        <pc:chgData name="Tarachand Amgoth" userId="ea017c71-c3c5-459d-b04b-915c0e816ad1" providerId="ADAL" clId="{DA6A94B5-2DF1-4DF3-9546-86D740549FB2}" dt="2025-04-29T16:21:57.910" v="8" actId="478"/>
        <pc:sldMkLst>
          <pc:docMk/>
          <pc:sldMk cId="1102221884" sldId="331"/>
        </pc:sldMkLst>
        <pc:inkChg chg="del">
          <ac:chgData name="Tarachand Amgoth" userId="ea017c71-c3c5-459d-b04b-915c0e816ad1" providerId="ADAL" clId="{DA6A94B5-2DF1-4DF3-9546-86D740549FB2}" dt="2025-04-29T16:21:57.910" v="8" actId="478"/>
          <ac:inkMkLst>
            <pc:docMk/>
            <pc:sldMk cId="1102221884" sldId="331"/>
            <ac:inkMk id="243" creationId="{EB44EB33-745C-96BD-7D41-C727785ABE64}"/>
          </ac:inkMkLst>
        </pc:inkChg>
      </pc:sldChg>
      <pc:sldChg chg="delSp mod">
        <pc:chgData name="Tarachand Amgoth" userId="ea017c71-c3c5-459d-b04b-915c0e816ad1" providerId="ADAL" clId="{DA6A94B5-2DF1-4DF3-9546-86D740549FB2}" dt="2025-04-29T16:22:01.820" v="9" actId="478"/>
        <pc:sldMkLst>
          <pc:docMk/>
          <pc:sldMk cId="2497830448" sldId="332"/>
        </pc:sldMkLst>
        <pc:inkChg chg="del">
          <ac:chgData name="Tarachand Amgoth" userId="ea017c71-c3c5-459d-b04b-915c0e816ad1" providerId="ADAL" clId="{DA6A94B5-2DF1-4DF3-9546-86D740549FB2}" dt="2025-04-29T16:22:01.820" v="9" actId="478"/>
          <ac:inkMkLst>
            <pc:docMk/>
            <pc:sldMk cId="2497830448" sldId="332"/>
            <ac:inkMk id="3" creationId="{1FFAB63C-B556-8835-148B-FC811B3B5337}"/>
          </ac:inkMkLst>
        </pc:inkChg>
      </pc:sldChg>
      <pc:sldChg chg="delSp mod">
        <pc:chgData name="Tarachand Amgoth" userId="ea017c71-c3c5-459d-b04b-915c0e816ad1" providerId="ADAL" clId="{DA6A94B5-2DF1-4DF3-9546-86D740549FB2}" dt="2025-04-29T16:22:05.274" v="10" actId="478"/>
        <pc:sldMkLst>
          <pc:docMk/>
          <pc:sldMk cId="1708810070" sldId="333"/>
        </pc:sldMkLst>
        <pc:inkChg chg="del">
          <ac:chgData name="Tarachand Amgoth" userId="ea017c71-c3c5-459d-b04b-915c0e816ad1" providerId="ADAL" clId="{DA6A94B5-2DF1-4DF3-9546-86D740549FB2}" dt="2025-04-29T16:22:05.274" v="10" actId="478"/>
          <ac:inkMkLst>
            <pc:docMk/>
            <pc:sldMk cId="1708810070" sldId="333"/>
            <ac:inkMk id="3" creationId="{DA55CCB3-A0E8-FD01-C65A-952F1CE6366D}"/>
          </ac:inkMkLst>
        </pc:inkChg>
      </pc:sldChg>
      <pc:sldChg chg="delSp mod">
        <pc:chgData name="Tarachand Amgoth" userId="ea017c71-c3c5-459d-b04b-915c0e816ad1" providerId="ADAL" clId="{DA6A94B5-2DF1-4DF3-9546-86D740549FB2}" dt="2025-04-29T16:22:10.329" v="11" actId="478"/>
        <pc:sldMkLst>
          <pc:docMk/>
          <pc:sldMk cId="1637032791" sldId="334"/>
        </pc:sldMkLst>
        <pc:inkChg chg="del">
          <ac:chgData name="Tarachand Amgoth" userId="ea017c71-c3c5-459d-b04b-915c0e816ad1" providerId="ADAL" clId="{DA6A94B5-2DF1-4DF3-9546-86D740549FB2}" dt="2025-04-29T16:22:10.329" v="11" actId="478"/>
          <ac:inkMkLst>
            <pc:docMk/>
            <pc:sldMk cId="1637032791" sldId="334"/>
            <ac:inkMk id="3" creationId="{D5D2E12B-5578-6EC9-01F5-DE44DDAE437C}"/>
          </ac:inkMkLst>
        </pc:inkChg>
      </pc:sldChg>
      <pc:sldChg chg="delSp mod">
        <pc:chgData name="Tarachand Amgoth" userId="ea017c71-c3c5-459d-b04b-915c0e816ad1" providerId="ADAL" clId="{DA6A94B5-2DF1-4DF3-9546-86D740549FB2}" dt="2025-04-29T16:22:13.883" v="12" actId="478"/>
        <pc:sldMkLst>
          <pc:docMk/>
          <pc:sldMk cId="3300580191" sldId="335"/>
        </pc:sldMkLst>
        <pc:inkChg chg="del">
          <ac:chgData name="Tarachand Amgoth" userId="ea017c71-c3c5-459d-b04b-915c0e816ad1" providerId="ADAL" clId="{DA6A94B5-2DF1-4DF3-9546-86D740549FB2}" dt="2025-04-29T16:22:13.883" v="12" actId="478"/>
          <ac:inkMkLst>
            <pc:docMk/>
            <pc:sldMk cId="3300580191" sldId="335"/>
            <ac:inkMk id="3" creationId="{4DF93913-EF28-DD3F-4AC1-1E8610A818DC}"/>
          </ac:inkMkLst>
        </pc:inkChg>
      </pc:sldChg>
      <pc:sldChg chg="delSp mod">
        <pc:chgData name="Tarachand Amgoth" userId="ea017c71-c3c5-459d-b04b-915c0e816ad1" providerId="ADAL" clId="{DA6A94B5-2DF1-4DF3-9546-86D740549FB2}" dt="2025-04-29T16:22:17.874" v="13" actId="478"/>
        <pc:sldMkLst>
          <pc:docMk/>
          <pc:sldMk cId="1292434219" sldId="336"/>
        </pc:sldMkLst>
        <pc:inkChg chg="del">
          <ac:chgData name="Tarachand Amgoth" userId="ea017c71-c3c5-459d-b04b-915c0e816ad1" providerId="ADAL" clId="{DA6A94B5-2DF1-4DF3-9546-86D740549FB2}" dt="2025-04-29T16:22:17.874" v="13" actId="478"/>
          <ac:inkMkLst>
            <pc:docMk/>
            <pc:sldMk cId="1292434219" sldId="336"/>
            <ac:inkMk id="3" creationId="{9462B985-809B-D7C6-4066-5D8D82AC9652}"/>
          </ac:inkMkLst>
        </pc:inkChg>
      </pc:sldChg>
      <pc:sldChg chg="delSp mod">
        <pc:chgData name="Tarachand Amgoth" userId="ea017c71-c3c5-459d-b04b-915c0e816ad1" providerId="ADAL" clId="{DA6A94B5-2DF1-4DF3-9546-86D740549FB2}" dt="2025-04-29T16:22:21.508" v="14" actId="478"/>
        <pc:sldMkLst>
          <pc:docMk/>
          <pc:sldMk cId="2107734238" sldId="337"/>
        </pc:sldMkLst>
        <pc:inkChg chg="del">
          <ac:chgData name="Tarachand Amgoth" userId="ea017c71-c3c5-459d-b04b-915c0e816ad1" providerId="ADAL" clId="{DA6A94B5-2DF1-4DF3-9546-86D740549FB2}" dt="2025-04-29T16:22:21.508" v="14" actId="478"/>
          <ac:inkMkLst>
            <pc:docMk/>
            <pc:sldMk cId="2107734238" sldId="337"/>
            <ac:inkMk id="3" creationId="{5DC13408-C11E-ACF0-EA73-8C3091F5A8E3}"/>
          </ac:inkMkLst>
        </pc:inkChg>
      </pc:sldChg>
      <pc:sldChg chg="delSp mod">
        <pc:chgData name="Tarachand Amgoth" userId="ea017c71-c3c5-459d-b04b-915c0e816ad1" providerId="ADAL" clId="{DA6A94B5-2DF1-4DF3-9546-86D740549FB2}" dt="2025-04-29T16:22:24.733" v="15" actId="478"/>
        <pc:sldMkLst>
          <pc:docMk/>
          <pc:sldMk cId="508657776" sldId="338"/>
        </pc:sldMkLst>
        <pc:inkChg chg="del">
          <ac:chgData name="Tarachand Amgoth" userId="ea017c71-c3c5-459d-b04b-915c0e816ad1" providerId="ADAL" clId="{DA6A94B5-2DF1-4DF3-9546-86D740549FB2}" dt="2025-04-29T16:22:24.733" v="15" actId="478"/>
          <ac:inkMkLst>
            <pc:docMk/>
            <pc:sldMk cId="508657776" sldId="338"/>
            <ac:inkMk id="3" creationId="{D0B301D7-3821-5381-127F-A021D062AACD}"/>
          </ac:inkMkLst>
        </pc:inkChg>
      </pc:sldChg>
      <pc:sldChg chg="delSp mod">
        <pc:chgData name="Tarachand Amgoth" userId="ea017c71-c3c5-459d-b04b-915c0e816ad1" providerId="ADAL" clId="{DA6A94B5-2DF1-4DF3-9546-86D740549FB2}" dt="2025-04-29T16:22:28.065" v="16" actId="478"/>
        <pc:sldMkLst>
          <pc:docMk/>
          <pc:sldMk cId="2435690847" sldId="339"/>
        </pc:sldMkLst>
        <pc:inkChg chg="del">
          <ac:chgData name="Tarachand Amgoth" userId="ea017c71-c3c5-459d-b04b-915c0e816ad1" providerId="ADAL" clId="{DA6A94B5-2DF1-4DF3-9546-86D740549FB2}" dt="2025-04-29T16:22:28.065" v="16" actId="478"/>
          <ac:inkMkLst>
            <pc:docMk/>
            <pc:sldMk cId="2435690847" sldId="339"/>
            <ac:inkMk id="3" creationId="{45DEC7E4-35B8-2855-DA8E-CC5BEE62B4C7}"/>
          </ac:inkMkLst>
        </pc:inkChg>
      </pc:sldChg>
      <pc:sldChg chg="delSp mod">
        <pc:chgData name="Tarachand Amgoth" userId="ea017c71-c3c5-459d-b04b-915c0e816ad1" providerId="ADAL" clId="{DA6A94B5-2DF1-4DF3-9546-86D740549FB2}" dt="2025-04-29T16:22:31.880" v="17" actId="478"/>
        <pc:sldMkLst>
          <pc:docMk/>
          <pc:sldMk cId="2231565094" sldId="340"/>
        </pc:sldMkLst>
        <pc:inkChg chg="del">
          <ac:chgData name="Tarachand Amgoth" userId="ea017c71-c3c5-459d-b04b-915c0e816ad1" providerId="ADAL" clId="{DA6A94B5-2DF1-4DF3-9546-86D740549FB2}" dt="2025-04-29T16:22:31.880" v="17" actId="478"/>
          <ac:inkMkLst>
            <pc:docMk/>
            <pc:sldMk cId="2231565094" sldId="340"/>
            <ac:inkMk id="3" creationId="{0AF1818C-0DB0-D91E-F892-B223DAD9A37B}"/>
          </ac:inkMkLst>
        </pc:inkChg>
      </pc:sldChg>
      <pc:sldChg chg="delSp mod">
        <pc:chgData name="Tarachand Amgoth" userId="ea017c71-c3c5-459d-b04b-915c0e816ad1" providerId="ADAL" clId="{DA6A94B5-2DF1-4DF3-9546-86D740549FB2}" dt="2025-04-29T16:22:35.215" v="18" actId="478"/>
        <pc:sldMkLst>
          <pc:docMk/>
          <pc:sldMk cId="975592835" sldId="341"/>
        </pc:sldMkLst>
        <pc:inkChg chg="del">
          <ac:chgData name="Tarachand Amgoth" userId="ea017c71-c3c5-459d-b04b-915c0e816ad1" providerId="ADAL" clId="{DA6A94B5-2DF1-4DF3-9546-86D740549FB2}" dt="2025-04-29T16:22:35.215" v="18" actId="478"/>
          <ac:inkMkLst>
            <pc:docMk/>
            <pc:sldMk cId="975592835" sldId="341"/>
            <ac:inkMk id="3" creationId="{FF995DAC-F58A-FDC4-2489-04EF555F0B89}"/>
          </ac:inkMkLst>
        </pc:inkChg>
      </pc:sldChg>
      <pc:sldChg chg="delSp mod">
        <pc:chgData name="Tarachand Amgoth" userId="ea017c71-c3c5-459d-b04b-915c0e816ad1" providerId="ADAL" clId="{DA6A94B5-2DF1-4DF3-9546-86D740549FB2}" dt="2025-04-29T16:22:38.628" v="19" actId="478"/>
        <pc:sldMkLst>
          <pc:docMk/>
          <pc:sldMk cId="2660962552" sldId="342"/>
        </pc:sldMkLst>
        <pc:inkChg chg="del">
          <ac:chgData name="Tarachand Amgoth" userId="ea017c71-c3c5-459d-b04b-915c0e816ad1" providerId="ADAL" clId="{DA6A94B5-2DF1-4DF3-9546-86D740549FB2}" dt="2025-04-29T16:22:38.628" v="19" actId="478"/>
          <ac:inkMkLst>
            <pc:docMk/>
            <pc:sldMk cId="2660962552" sldId="342"/>
            <ac:inkMk id="3" creationId="{39CDB4E7-CC5A-6EA9-D576-905AA02F9ABB}"/>
          </ac:inkMkLst>
        </pc:inkChg>
      </pc:sldChg>
      <pc:sldChg chg="delSp mod">
        <pc:chgData name="Tarachand Amgoth" userId="ea017c71-c3c5-459d-b04b-915c0e816ad1" providerId="ADAL" clId="{DA6A94B5-2DF1-4DF3-9546-86D740549FB2}" dt="2025-04-29T16:22:42.346" v="20" actId="478"/>
        <pc:sldMkLst>
          <pc:docMk/>
          <pc:sldMk cId="58154432" sldId="343"/>
        </pc:sldMkLst>
        <pc:inkChg chg="del">
          <ac:chgData name="Tarachand Amgoth" userId="ea017c71-c3c5-459d-b04b-915c0e816ad1" providerId="ADAL" clId="{DA6A94B5-2DF1-4DF3-9546-86D740549FB2}" dt="2025-04-29T16:22:42.346" v="20" actId="478"/>
          <ac:inkMkLst>
            <pc:docMk/>
            <pc:sldMk cId="58154432" sldId="343"/>
            <ac:inkMk id="3" creationId="{87010447-9788-1881-DEF9-2A573B1B5AA0}"/>
          </ac:inkMkLst>
        </pc:inkChg>
      </pc:sldChg>
      <pc:sldChg chg="delSp mod">
        <pc:chgData name="Tarachand Amgoth" userId="ea017c71-c3c5-459d-b04b-915c0e816ad1" providerId="ADAL" clId="{DA6A94B5-2DF1-4DF3-9546-86D740549FB2}" dt="2025-04-29T16:22:45.405" v="21" actId="478"/>
        <pc:sldMkLst>
          <pc:docMk/>
          <pc:sldMk cId="628766881" sldId="344"/>
        </pc:sldMkLst>
        <pc:inkChg chg="del">
          <ac:chgData name="Tarachand Amgoth" userId="ea017c71-c3c5-459d-b04b-915c0e816ad1" providerId="ADAL" clId="{DA6A94B5-2DF1-4DF3-9546-86D740549FB2}" dt="2025-04-29T16:22:45.405" v="21" actId="478"/>
          <ac:inkMkLst>
            <pc:docMk/>
            <pc:sldMk cId="628766881" sldId="344"/>
            <ac:inkMk id="3" creationId="{2EC20EA8-D388-FC38-6D9D-68A4B4C30A21}"/>
          </ac:inkMkLst>
        </pc:inkChg>
      </pc:sldChg>
    </pc:docChg>
  </pc:docChgLst>
  <pc:docChgLst>
    <pc:chgData name="Tarachand Amgoth" userId="ea017c71-c3c5-459d-b04b-915c0e816ad1" providerId="ADAL" clId="{C050C06F-AD77-4693-8053-8405D9E8FF9D}"/>
    <pc:docChg chg="modSld">
      <pc:chgData name="Tarachand Amgoth" userId="ea017c71-c3c5-459d-b04b-915c0e816ad1" providerId="ADAL" clId="{C050C06F-AD77-4693-8053-8405D9E8FF9D}" dt="2024-11-01T02:57:21.494" v="43" actId="20577"/>
      <pc:docMkLst>
        <pc:docMk/>
      </pc:docMkLst>
      <pc:sldChg chg="modSp mod">
        <pc:chgData name="Tarachand Amgoth" userId="ea017c71-c3c5-459d-b04b-915c0e816ad1" providerId="ADAL" clId="{C050C06F-AD77-4693-8053-8405D9E8FF9D}" dt="2024-11-01T02:57:21.494" v="43" actId="20577"/>
        <pc:sldMkLst>
          <pc:docMk/>
          <pc:sldMk cId="2611437373" sldId="256"/>
        </pc:sldMkLst>
      </pc:sldChg>
    </pc:docChg>
  </pc:docChgLst>
  <pc:docChgLst>
    <pc:chgData name="Tarachand Amgoth" userId="ea017c71-c3c5-459d-b04b-915c0e816ad1" providerId="ADAL" clId="{6B5BE3EA-261E-4733-B889-775132F50151}"/>
    <pc:docChg chg="undo custSel delSld modSld">
      <pc:chgData name="Tarachand Amgoth" userId="ea017c71-c3c5-459d-b04b-915c0e816ad1" providerId="ADAL" clId="{6B5BE3EA-261E-4733-B889-775132F50151}" dt="2024-11-11T15:10:51.577" v="358"/>
      <pc:docMkLst>
        <pc:docMk/>
      </pc:docMkLst>
      <pc:sldChg chg="addSp modSp mod">
        <pc:chgData name="Tarachand Amgoth" userId="ea017c71-c3c5-459d-b04b-915c0e816ad1" providerId="ADAL" clId="{6B5BE3EA-261E-4733-B889-775132F50151}" dt="2024-11-11T14:38:43.130" v="110"/>
        <pc:sldMkLst>
          <pc:docMk/>
          <pc:sldMk cId="2611437373" sldId="256"/>
        </pc:sldMkLst>
      </pc:sldChg>
      <pc:sldChg chg="addSp delSp modSp mod">
        <pc:chgData name="Tarachand Amgoth" userId="ea017c71-c3c5-459d-b04b-915c0e816ad1" providerId="ADAL" clId="{6B5BE3EA-261E-4733-B889-775132F50151}" dt="2024-11-11T14:38:43.130" v="110"/>
        <pc:sldMkLst>
          <pc:docMk/>
          <pc:sldMk cId="2862923213" sldId="326"/>
        </pc:sldMkLst>
      </pc:sldChg>
      <pc:sldChg chg="del">
        <pc:chgData name="Tarachand Amgoth" userId="ea017c71-c3c5-459d-b04b-915c0e816ad1" providerId="ADAL" clId="{6B5BE3EA-261E-4733-B889-775132F50151}" dt="2024-11-09T10:07:59.804" v="27" actId="47"/>
        <pc:sldMkLst>
          <pc:docMk/>
          <pc:sldMk cId="415434240" sldId="327"/>
        </pc:sldMkLst>
      </pc:sldChg>
      <pc:sldChg chg="addSp modSp mod">
        <pc:chgData name="Tarachand Amgoth" userId="ea017c71-c3c5-459d-b04b-915c0e816ad1" providerId="ADAL" clId="{6B5BE3EA-261E-4733-B889-775132F50151}" dt="2024-11-11T14:38:43.130" v="110"/>
        <pc:sldMkLst>
          <pc:docMk/>
          <pc:sldMk cId="718015317" sldId="327"/>
        </pc:sldMkLst>
      </pc:sldChg>
      <pc:sldChg chg="addSp">
        <pc:chgData name="Tarachand Amgoth" userId="ea017c71-c3c5-459d-b04b-915c0e816ad1" providerId="ADAL" clId="{6B5BE3EA-261E-4733-B889-775132F50151}" dt="2024-11-11T14:38:43.130" v="110"/>
        <pc:sldMkLst>
          <pc:docMk/>
          <pc:sldMk cId="2335562244" sldId="328"/>
        </pc:sldMkLst>
      </pc:sldChg>
      <pc:sldChg chg="del">
        <pc:chgData name="Tarachand Amgoth" userId="ea017c71-c3c5-459d-b04b-915c0e816ad1" providerId="ADAL" clId="{6B5BE3EA-261E-4733-B889-775132F50151}" dt="2024-11-09T10:08:00.194" v="29" actId="47"/>
        <pc:sldMkLst>
          <pc:docMk/>
          <pc:sldMk cId="3540538962" sldId="328"/>
        </pc:sldMkLst>
      </pc:sldChg>
      <pc:sldChg chg="addSp modSp mod">
        <pc:chgData name="Tarachand Amgoth" userId="ea017c71-c3c5-459d-b04b-915c0e816ad1" providerId="ADAL" clId="{6B5BE3EA-261E-4733-B889-775132F50151}" dt="2024-11-11T14:40:59.339" v="195"/>
        <pc:sldMkLst>
          <pc:docMk/>
          <pc:sldMk cId="273270160" sldId="329"/>
        </pc:sldMkLst>
      </pc:sldChg>
      <pc:sldChg chg="del">
        <pc:chgData name="Tarachand Amgoth" userId="ea017c71-c3c5-459d-b04b-915c0e816ad1" providerId="ADAL" clId="{6B5BE3EA-261E-4733-B889-775132F50151}" dt="2024-11-09T10:07:59.984" v="28" actId="47"/>
        <pc:sldMkLst>
          <pc:docMk/>
          <pc:sldMk cId="3199163037" sldId="329"/>
        </pc:sldMkLst>
      </pc:sldChg>
      <pc:sldChg chg="addSp">
        <pc:chgData name="Tarachand Amgoth" userId="ea017c71-c3c5-459d-b04b-915c0e816ad1" providerId="ADAL" clId="{6B5BE3EA-261E-4733-B889-775132F50151}" dt="2024-11-11T15:10:51.577" v="358"/>
        <pc:sldMkLst>
          <pc:docMk/>
          <pc:sldMk cId="2354974001" sldId="330"/>
        </pc:sldMkLst>
      </pc:sldChg>
      <pc:sldChg chg="del">
        <pc:chgData name="Tarachand Amgoth" userId="ea017c71-c3c5-459d-b04b-915c0e816ad1" providerId="ADAL" clId="{6B5BE3EA-261E-4733-B889-775132F50151}" dt="2024-11-09T10:08:00.325" v="30" actId="47"/>
        <pc:sldMkLst>
          <pc:docMk/>
          <pc:sldMk cId="3317778929" sldId="330"/>
        </pc:sldMkLst>
      </pc:sldChg>
      <pc:sldChg chg="addSp delSp modSp mod">
        <pc:chgData name="Tarachand Amgoth" userId="ea017c71-c3c5-459d-b04b-915c0e816ad1" providerId="ADAL" clId="{6B5BE3EA-261E-4733-B889-775132F50151}" dt="2024-11-11T15:10:51.577" v="358"/>
        <pc:sldMkLst>
          <pc:docMk/>
          <pc:sldMk cId="1102221884" sldId="331"/>
        </pc:sldMkLst>
      </pc:sldChg>
      <pc:sldChg chg="del">
        <pc:chgData name="Tarachand Amgoth" userId="ea017c71-c3c5-459d-b04b-915c0e816ad1" providerId="ADAL" clId="{6B5BE3EA-261E-4733-B889-775132F50151}" dt="2024-11-09T10:08:00.474" v="31" actId="47"/>
        <pc:sldMkLst>
          <pc:docMk/>
          <pc:sldMk cId="3316731106" sldId="331"/>
        </pc:sldMkLst>
      </pc:sldChg>
      <pc:sldChg chg="del">
        <pc:chgData name="Tarachand Amgoth" userId="ea017c71-c3c5-459d-b04b-915c0e816ad1" providerId="ADAL" clId="{6B5BE3EA-261E-4733-B889-775132F50151}" dt="2024-11-09T10:08:00.653" v="32" actId="47"/>
        <pc:sldMkLst>
          <pc:docMk/>
          <pc:sldMk cId="2079112199" sldId="332"/>
        </pc:sldMkLst>
      </pc:sldChg>
      <pc:sldChg chg="addSp">
        <pc:chgData name="Tarachand Amgoth" userId="ea017c71-c3c5-459d-b04b-915c0e816ad1" providerId="ADAL" clId="{6B5BE3EA-261E-4733-B889-775132F50151}" dt="2024-11-11T15:10:51.577" v="358"/>
        <pc:sldMkLst>
          <pc:docMk/>
          <pc:sldMk cId="2497830448" sldId="332"/>
        </pc:sldMkLst>
      </pc:sldChg>
      <pc:sldChg chg="addSp">
        <pc:chgData name="Tarachand Amgoth" userId="ea017c71-c3c5-459d-b04b-915c0e816ad1" providerId="ADAL" clId="{6B5BE3EA-261E-4733-B889-775132F50151}" dt="2024-11-11T15:10:51.577" v="358"/>
        <pc:sldMkLst>
          <pc:docMk/>
          <pc:sldMk cId="1708810070" sldId="333"/>
        </pc:sldMkLst>
      </pc:sldChg>
      <pc:sldChg chg="del">
        <pc:chgData name="Tarachand Amgoth" userId="ea017c71-c3c5-459d-b04b-915c0e816ad1" providerId="ADAL" clId="{6B5BE3EA-261E-4733-B889-775132F50151}" dt="2024-11-09T10:08:02.114" v="42" actId="47"/>
        <pc:sldMkLst>
          <pc:docMk/>
          <pc:sldMk cId="2022881396" sldId="333"/>
        </pc:sldMkLst>
      </pc:sldChg>
      <pc:sldChg chg="del">
        <pc:chgData name="Tarachand Amgoth" userId="ea017c71-c3c5-459d-b04b-915c0e816ad1" providerId="ADAL" clId="{6B5BE3EA-261E-4733-B889-775132F50151}" dt="2024-11-09T10:08:02.276" v="43" actId="47"/>
        <pc:sldMkLst>
          <pc:docMk/>
          <pc:sldMk cId="1122193386" sldId="334"/>
        </pc:sldMkLst>
      </pc:sldChg>
      <pc:sldChg chg="addSp">
        <pc:chgData name="Tarachand Amgoth" userId="ea017c71-c3c5-459d-b04b-915c0e816ad1" providerId="ADAL" clId="{6B5BE3EA-261E-4733-B889-775132F50151}" dt="2024-11-11T15:10:51.577" v="358"/>
        <pc:sldMkLst>
          <pc:docMk/>
          <pc:sldMk cId="1637032791" sldId="334"/>
        </pc:sldMkLst>
      </pc:sldChg>
      <pc:sldChg chg="del">
        <pc:chgData name="Tarachand Amgoth" userId="ea017c71-c3c5-459d-b04b-915c0e816ad1" providerId="ADAL" clId="{6B5BE3EA-261E-4733-B889-775132F50151}" dt="2024-11-09T10:08:02.403" v="44" actId="47"/>
        <pc:sldMkLst>
          <pc:docMk/>
          <pc:sldMk cId="1689212524" sldId="335"/>
        </pc:sldMkLst>
      </pc:sldChg>
      <pc:sldChg chg="addSp">
        <pc:chgData name="Tarachand Amgoth" userId="ea017c71-c3c5-459d-b04b-915c0e816ad1" providerId="ADAL" clId="{6B5BE3EA-261E-4733-B889-775132F50151}" dt="2024-11-11T15:10:51.577" v="358"/>
        <pc:sldMkLst>
          <pc:docMk/>
          <pc:sldMk cId="3300580191" sldId="335"/>
        </pc:sldMkLst>
      </pc:sldChg>
      <pc:sldChg chg="addSp">
        <pc:chgData name="Tarachand Amgoth" userId="ea017c71-c3c5-459d-b04b-915c0e816ad1" providerId="ADAL" clId="{6B5BE3EA-261E-4733-B889-775132F50151}" dt="2024-11-11T15:10:51.577" v="358"/>
        <pc:sldMkLst>
          <pc:docMk/>
          <pc:sldMk cId="1292434219" sldId="336"/>
        </pc:sldMkLst>
      </pc:sldChg>
      <pc:sldChg chg="del">
        <pc:chgData name="Tarachand Amgoth" userId="ea017c71-c3c5-459d-b04b-915c0e816ad1" providerId="ADAL" clId="{6B5BE3EA-261E-4733-B889-775132F50151}" dt="2024-11-09T10:08:00.794" v="33" actId="47"/>
        <pc:sldMkLst>
          <pc:docMk/>
          <pc:sldMk cId="1822353918" sldId="336"/>
        </pc:sldMkLst>
      </pc:sldChg>
      <pc:sldChg chg="addSp">
        <pc:chgData name="Tarachand Amgoth" userId="ea017c71-c3c5-459d-b04b-915c0e816ad1" providerId="ADAL" clId="{6B5BE3EA-261E-4733-B889-775132F50151}" dt="2024-11-11T15:10:51.577" v="358"/>
        <pc:sldMkLst>
          <pc:docMk/>
          <pc:sldMk cId="2107734238" sldId="337"/>
        </pc:sldMkLst>
      </pc:sldChg>
      <pc:sldChg chg="del">
        <pc:chgData name="Tarachand Amgoth" userId="ea017c71-c3c5-459d-b04b-915c0e816ad1" providerId="ADAL" clId="{6B5BE3EA-261E-4733-B889-775132F50151}" dt="2024-11-09T10:08:01.224" v="36" actId="47"/>
        <pc:sldMkLst>
          <pc:docMk/>
          <pc:sldMk cId="3547223654" sldId="337"/>
        </pc:sldMkLst>
      </pc:sldChg>
      <pc:sldChg chg="del">
        <pc:chgData name="Tarachand Amgoth" userId="ea017c71-c3c5-459d-b04b-915c0e816ad1" providerId="ADAL" clId="{6B5BE3EA-261E-4733-B889-775132F50151}" dt="2024-11-09T10:08:01.375" v="37" actId="47"/>
        <pc:sldMkLst>
          <pc:docMk/>
          <pc:sldMk cId="17559793" sldId="338"/>
        </pc:sldMkLst>
      </pc:sldChg>
      <pc:sldChg chg="addSp">
        <pc:chgData name="Tarachand Amgoth" userId="ea017c71-c3c5-459d-b04b-915c0e816ad1" providerId="ADAL" clId="{6B5BE3EA-261E-4733-B889-775132F50151}" dt="2024-11-11T15:10:51.577" v="358"/>
        <pc:sldMkLst>
          <pc:docMk/>
          <pc:sldMk cId="508657776" sldId="338"/>
        </pc:sldMkLst>
      </pc:sldChg>
      <pc:sldChg chg="addSp">
        <pc:chgData name="Tarachand Amgoth" userId="ea017c71-c3c5-459d-b04b-915c0e816ad1" providerId="ADAL" clId="{6B5BE3EA-261E-4733-B889-775132F50151}" dt="2024-11-11T15:10:51.577" v="358"/>
        <pc:sldMkLst>
          <pc:docMk/>
          <pc:sldMk cId="2435690847" sldId="339"/>
        </pc:sldMkLst>
      </pc:sldChg>
      <pc:sldChg chg="del">
        <pc:chgData name="Tarachand Amgoth" userId="ea017c71-c3c5-459d-b04b-915c0e816ad1" providerId="ADAL" clId="{6B5BE3EA-261E-4733-B889-775132F50151}" dt="2024-11-09T10:08:01.524" v="38" actId="47"/>
        <pc:sldMkLst>
          <pc:docMk/>
          <pc:sldMk cId="3013660885" sldId="339"/>
        </pc:sldMkLst>
      </pc:sldChg>
      <pc:sldChg chg="del">
        <pc:chgData name="Tarachand Amgoth" userId="ea017c71-c3c5-459d-b04b-915c0e816ad1" providerId="ADAL" clId="{6B5BE3EA-261E-4733-B889-775132F50151}" dt="2024-11-09T10:08:01.674" v="39" actId="47"/>
        <pc:sldMkLst>
          <pc:docMk/>
          <pc:sldMk cId="1291425638" sldId="340"/>
        </pc:sldMkLst>
      </pc:sldChg>
      <pc:sldChg chg="addSp">
        <pc:chgData name="Tarachand Amgoth" userId="ea017c71-c3c5-459d-b04b-915c0e816ad1" providerId="ADAL" clId="{6B5BE3EA-261E-4733-B889-775132F50151}" dt="2024-11-11T15:10:51.577" v="358"/>
        <pc:sldMkLst>
          <pc:docMk/>
          <pc:sldMk cId="2231565094" sldId="340"/>
        </pc:sldMkLst>
      </pc:sldChg>
      <pc:sldChg chg="del">
        <pc:chgData name="Tarachand Amgoth" userId="ea017c71-c3c5-459d-b04b-915c0e816ad1" providerId="ADAL" clId="{6B5BE3EA-261E-4733-B889-775132F50151}" dt="2024-11-09T10:08:01.841" v="40" actId="47"/>
        <pc:sldMkLst>
          <pc:docMk/>
          <pc:sldMk cId="145251687" sldId="341"/>
        </pc:sldMkLst>
      </pc:sldChg>
      <pc:sldChg chg="addSp">
        <pc:chgData name="Tarachand Amgoth" userId="ea017c71-c3c5-459d-b04b-915c0e816ad1" providerId="ADAL" clId="{6B5BE3EA-261E-4733-B889-775132F50151}" dt="2024-11-11T15:10:51.577" v="358"/>
        <pc:sldMkLst>
          <pc:docMk/>
          <pc:sldMk cId="975592835" sldId="341"/>
        </pc:sldMkLst>
      </pc:sldChg>
      <pc:sldChg chg="addSp">
        <pc:chgData name="Tarachand Amgoth" userId="ea017c71-c3c5-459d-b04b-915c0e816ad1" providerId="ADAL" clId="{6B5BE3EA-261E-4733-B889-775132F50151}" dt="2024-11-11T15:10:51.577" v="358"/>
        <pc:sldMkLst>
          <pc:docMk/>
          <pc:sldMk cId="2660962552" sldId="342"/>
        </pc:sldMkLst>
      </pc:sldChg>
      <pc:sldChg chg="del">
        <pc:chgData name="Tarachand Amgoth" userId="ea017c71-c3c5-459d-b04b-915c0e816ad1" providerId="ADAL" clId="{6B5BE3EA-261E-4733-B889-775132F50151}" dt="2024-11-09T10:08:03.254" v="47" actId="47"/>
        <pc:sldMkLst>
          <pc:docMk/>
          <pc:sldMk cId="2706978125" sldId="342"/>
        </pc:sldMkLst>
      </pc:sldChg>
      <pc:sldChg chg="addSp">
        <pc:chgData name="Tarachand Amgoth" userId="ea017c71-c3c5-459d-b04b-915c0e816ad1" providerId="ADAL" clId="{6B5BE3EA-261E-4733-B889-775132F50151}" dt="2024-11-11T15:10:51.577" v="358"/>
        <pc:sldMkLst>
          <pc:docMk/>
          <pc:sldMk cId="58154432" sldId="343"/>
        </pc:sldMkLst>
      </pc:sldChg>
      <pc:sldChg chg="del">
        <pc:chgData name="Tarachand Amgoth" userId="ea017c71-c3c5-459d-b04b-915c0e816ad1" providerId="ADAL" clId="{6B5BE3EA-261E-4733-B889-775132F50151}" dt="2024-11-09T10:08:03.635" v="48" actId="47"/>
        <pc:sldMkLst>
          <pc:docMk/>
          <pc:sldMk cId="1782267928" sldId="343"/>
        </pc:sldMkLst>
      </pc:sldChg>
      <pc:sldChg chg="addSp">
        <pc:chgData name="Tarachand Amgoth" userId="ea017c71-c3c5-459d-b04b-915c0e816ad1" providerId="ADAL" clId="{6B5BE3EA-261E-4733-B889-775132F50151}" dt="2024-11-11T15:10:51.577" v="358"/>
        <pc:sldMkLst>
          <pc:docMk/>
          <pc:sldMk cId="628766881" sldId="344"/>
        </pc:sldMkLst>
      </pc:sldChg>
      <pc:sldChg chg="del">
        <pc:chgData name="Tarachand Amgoth" userId="ea017c71-c3c5-459d-b04b-915c0e816ad1" providerId="ADAL" clId="{6B5BE3EA-261E-4733-B889-775132F50151}" dt="2024-11-09T10:08:01.973" v="41" actId="47"/>
        <pc:sldMkLst>
          <pc:docMk/>
          <pc:sldMk cId="3531464919" sldId="344"/>
        </pc:sldMkLst>
      </pc:sldChg>
      <pc:sldChg chg="del">
        <pc:chgData name="Tarachand Amgoth" userId="ea017c71-c3c5-459d-b04b-915c0e816ad1" providerId="ADAL" clId="{6B5BE3EA-261E-4733-B889-775132F50151}" dt="2024-11-09T10:08:02.544" v="45" actId="47"/>
        <pc:sldMkLst>
          <pc:docMk/>
          <pc:sldMk cId="1113970232" sldId="345"/>
        </pc:sldMkLst>
      </pc:sldChg>
      <pc:sldChg chg="del">
        <pc:chgData name="Tarachand Amgoth" userId="ea017c71-c3c5-459d-b04b-915c0e816ad1" providerId="ADAL" clId="{6B5BE3EA-261E-4733-B889-775132F50151}" dt="2024-11-09T10:08:00.945" v="34" actId="47"/>
        <pc:sldMkLst>
          <pc:docMk/>
          <pc:sldMk cId="3711888277" sldId="346"/>
        </pc:sldMkLst>
      </pc:sldChg>
      <pc:sldChg chg="del">
        <pc:chgData name="Tarachand Amgoth" userId="ea017c71-c3c5-459d-b04b-915c0e816ad1" providerId="ADAL" clId="{6B5BE3EA-261E-4733-B889-775132F50151}" dt="2024-11-09T10:08:05.645" v="49" actId="47"/>
        <pc:sldMkLst>
          <pc:docMk/>
          <pc:sldMk cId="2912312207" sldId="347"/>
        </pc:sldMkLst>
      </pc:sldChg>
      <pc:sldChg chg="del">
        <pc:chgData name="Tarachand Amgoth" userId="ea017c71-c3c5-459d-b04b-915c0e816ad1" providerId="ADAL" clId="{6B5BE3EA-261E-4733-B889-775132F50151}" dt="2024-11-09T10:08:01.084" v="35" actId="47"/>
        <pc:sldMkLst>
          <pc:docMk/>
          <pc:sldMk cId="3402264471" sldId="348"/>
        </pc:sldMkLst>
      </pc:sldChg>
      <pc:sldChg chg="del">
        <pc:chgData name="Tarachand Amgoth" userId="ea017c71-c3c5-459d-b04b-915c0e816ad1" providerId="ADAL" clId="{6B5BE3EA-261E-4733-B889-775132F50151}" dt="2024-11-09T10:08:02.714" v="46" actId="47"/>
        <pc:sldMkLst>
          <pc:docMk/>
          <pc:sldMk cId="129545552" sldId="3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D6E581-5FB9-423A-846D-A955E43F1AA1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4B16E-D317-4731-B361-9197425E46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7106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6ACDD-C55B-4FC4-89E7-E9F98F22F217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4190E-9D7B-4847-98AB-991B2B4274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008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8234"/>
            <a:ext cx="5123095" cy="506724"/>
          </a:xfrm>
        </p:spPr>
        <p:txBody>
          <a:bodyPr>
            <a:noAutofit/>
          </a:bodyPr>
          <a:lstStyle>
            <a:lvl1pPr algn="l">
              <a:lnSpc>
                <a:spcPct val="90000"/>
              </a:lnSpc>
              <a:spcBef>
                <a:spcPts val="100"/>
              </a:spcBef>
              <a:defRPr sz="2400">
                <a:solidFill>
                  <a:srgbClr val="724698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24762"/>
            <a:ext cx="5123095" cy="34290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Wingdings" pitchFamily="2" charset="2"/>
              <a:buNone/>
              <a:tabLst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  <a:p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40459"/>
            <a:ext cx="1856666" cy="30176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Insert Date</a:t>
            </a:r>
          </a:p>
        </p:txBody>
      </p:sp>
      <p:sp>
        <p:nvSpPr>
          <p:cNvPr id="179" name="Rectangle 178"/>
          <p:cNvSpPr/>
          <p:nvPr userDrawn="1"/>
        </p:nvSpPr>
        <p:spPr>
          <a:xfrm rot="5400000">
            <a:off x="-112141" y="2519805"/>
            <a:ext cx="869427" cy="54864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171" name="Picture 17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03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234" y="882040"/>
            <a:ext cx="5564766" cy="3697873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55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181" name="TextBox 18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27" name="Rectangle 26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615E9B08-E83C-4AE8-AAEF-9FE4F4C2C5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54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8"/>
          <a:stretch/>
        </p:blipFill>
        <p:spPr>
          <a:xfrm>
            <a:off x="3577569" y="882041"/>
            <a:ext cx="5571891" cy="369787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7A3964C5-58DA-4136-AC3E-94E5C0CBE8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1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569" y="882041"/>
            <a:ext cx="5558210" cy="369787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F27A1AE8-A56F-45BA-8BE3-A71E4802211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23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523" y="889736"/>
            <a:ext cx="5529256" cy="3690177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372531AF-C7C4-47A6-9634-DFEDDA9FC2C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0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860" y="889736"/>
            <a:ext cx="5531919" cy="3690178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C76AAF61-AED4-4E30-953A-C1727674A1C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57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472" y="891563"/>
            <a:ext cx="5532528" cy="368835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46C3F199-1A0A-4B12-AE2E-B375F813F4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945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7" t="23400" b="15213"/>
          <a:stretch/>
        </p:blipFill>
        <p:spPr>
          <a:xfrm flipH="1">
            <a:off x="763694" y="891563"/>
            <a:ext cx="8382259" cy="369641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1953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BA93BE3B-31F8-458A-9A8C-59855610FFF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645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45555"/>
            <a:ext cx="8552914" cy="481985"/>
          </a:xfrm>
        </p:spPr>
        <p:txBody>
          <a:bodyPr vert="horz" wrap="square" lIns="68580" tIns="34290" rIns="68580" bIns="3429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742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970" y="1987302"/>
            <a:ext cx="4924276" cy="553998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35025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878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6181" y="45555"/>
            <a:ext cx="8552914" cy="481985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180" y="693709"/>
            <a:ext cx="8511639" cy="33944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 rot="5400000">
            <a:off x="-154141" y="283773"/>
            <a:ext cx="625061" cy="57515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71" name="Text Placeholder 4"/>
          <p:cNvSpPr txBox="1">
            <a:spLocks/>
          </p:cNvSpPr>
          <p:nvPr userDrawn="1"/>
        </p:nvSpPr>
        <p:spPr>
          <a:xfrm>
            <a:off x="4662608" y="4891759"/>
            <a:ext cx="1210588" cy="215444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>
            <a:defPPr>
              <a:defRPr lang="en-US"/>
            </a:defPPr>
            <a:lvl1pPr defTabSz="914400">
              <a:defRPr sz="800" b="1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r>
              <a:rPr 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External</a:t>
            </a:r>
          </a:p>
        </p:txBody>
      </p:sp>
      <p:sp>
        <p:nvSpPr>
          <p:cNvPr id="63" name="Rectangle 71"/>
          <p:cNvSpPr txBox="1">
            <a:spLocks noChangeArrowheads="1"/>
          </p:cNvSpPr>
          <p:nvPr userDrawn="1"/>
        </p:nvSpPr>
        <p:spPr bwMode="auto">
          <a:xfrm>
            <a:off x="4421706" y="4864345"/>
            <a:ext cx="300588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noProof="0" smtClean="0"/>
              <a:pPr lvl="0"/>
              <a:t>‹#›</a:t>
            </a:fld>
            <a:r>
              <a:rPr lang="en-US" noProof="0" dirty="0"/>
              <a:t> </a:t>
            </a:r>
          </a:p>
        </p:txBody>
      </p:sp>
      <p:cxnSp>
        <p:nvCxnSpPr>
          <p:cNvPr id="64" name="Straight Connector 63"/>
          <p:cNvCxnSpPr/>
          <p:nvPr userDrawn="1"/>
        </p:nvCxnSpPr>
        <p:spPr>
          <a:xfrm>
            <a:off x="4687360" y="4945062"/>
            <a:ext cx="0" cy="12717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0" name="Picture 169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4DEFFE69-D5FF-4A87-B6F2-FB54E497FFA9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365" y="4641142"/>
            <a:ext cx="855192" cy="34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33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4052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3751" r:id="rId9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rgbClr val="724698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Wingdings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Myriad Pro" pitchFamily="34" charset="0"/>
        <a:buChar char="–"/>
        <a:defRPr sz="15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Courier New" pitchFamily="49" charset="0"/>
        <a:buChar char="o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Arial" pitchFamily="34" charset="0"/>
        <a:buChar char="•"/>
        <a:defRPr sz="12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620" userDrawn="1">
          <p15:clr>
            <a:srgbClr val="F26B43"/>
          </p15:clr>
        </p15:guide>
        <p15:guide id="3" pos="5642" userDrawn="1">
          <p15:clr>
            <a:srgbClr val="F26B43"/>
          </p15:clr>
        </p15:guide>
        <p15:guide id="4" pos="118" userDrawn="1">
          <p15:clr>
            <a:srgbClr val="F26B43"/>
          </p15:clr>
        </p15:guide>
        <p15:guide id="5" orient="horz" pos="432" userDrawn="1">
          <p15:clr>
            <a:srgbClr val="F26B43"/>
          </p15:clr>
        </p15:guide>
        <p15:guide id="6" orient="horz" pos="2939" userDrawn="1">
          <p15:clr>
            <a:srgbClr val="F26B43"/>
          </p15:clr>
        </p15:guide>
        <p15:guide id="7" pos="2880" userDrawn="1">
          <p15:clr>
            <a:srgbClr val="F26B43"/>
          </p15:clr>
        </p15:guide>
        <p15:guide id="8" orient="horz" pos="1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6970" y="1987302"/>
            <a:ext cx="4924276" cy="553998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Autofit/>
          </a:bodyPr>
          <a:lstStyle/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356970" y="2549813"/>
            <a:ext cx="4924276" cy="44607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167" name="Picture 16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2D2DF18-524F-4CE9-B4ED-9E4A0879DD9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39249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69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lang="en-US" sz="2400" kern="1200" dirty="0">
          <a:solidFill>
            <a:srgbClr val="724698"/>
          </a:solidFill>
          <a:latin typeface="+mj-lt"/>
          <a:ea typeface="+mj-ea"/>
          <a:cs typeface="Calibri Light" panose="020F0302020204030204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3000" kern="1200" dirty="0" smtClean="0">
          <a:solidFill>
            <a:schemeClr val="bg1">
              <a:lumMod val="50000"/>
            </a:schemeClr>
          </a:solidFill>
          <a:latin typeface="Calibri" panose="020F0502020204030204" pitchFamily="34" charset="0"/>
          <a:ea typeface="+mj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356970" y="1987302"/>
            <a:ext cx="3961966" cy="553998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Autofit/>
          </a:bodyPr>
          <a:lstStyle>
            <a:lvl1pPr>
              <a:lnSpc>
                <a:spcPct val="90000"/>
              </a:lnSpc>
              <a:spcBef>
                <a:spcPts val="100"/>
              </a:spcBef>
              <a:buNone/>
              <a:defRPr sz="2400">
                <a:solidFill>
                  <a:srgbClr val="724698"/>
                </a:solidFill>
                <a:latin typeface="+mj-lt"/>
                <a:ea typeface="+mj-ea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164" name="Rectangle 163"/>
          <p:cNvSpPr/>
          <p:nvPr userDrawn="1"/>
        </p:nvSpPr>
        <p:spPr>
          <a:xfrm>
            <a:off x="356970" y="2549813"/>
            <a:ext cx="4100296" cy="44607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167" name="Picture 16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3109F89-EB5A-40FF-A12F-613D202AB8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25010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881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sz="2300" kern="1200">
          <a:solidFill>
            <a:schemeClr val="bg1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3000" kern="1200" dirty="0" smtClean="0">
          <a:solidFill>
            <a:schemeClr val="bg1">
              <a:lumMod val="50000"/>
            </a:schemeClr>
          </a:solidFill>
          <a:latin typeface="Calibri" panose="020F0502020204030204" pitchFamily="34" charset="0"/>
          <a:ea typeface="+mj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627" y="2372866"/>
            <a:ext cx="6999309" cy="342900"/>
          </a:xfrm>
        </p:spPr>
        <p:txBody>
          <a:bodyPr/>
          <a:lstStyle/>
          <a:p>
            <a:r>
              <a:rPr lang="en-US" sz="24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Propositional Model Checking: DPLL and Hill Climbing </a:t>
            </a:r>
            <a:endParaRPr lang="en-US" sz="2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8BDAB70-7A34-1F09-FB02-A4999B9278C1}"/>
              </a:ext>
            </a:extLst>
          </p:cNvPr>
          <p:cNvSpPr txBox="1">
            <a:spLocks/>
          </p:cNvSpPr>
          <p:nvPr/>
        </p:nvSpPr>
        <p:spPr>
          <a:xfrm>
            <a:off x="4605670" y="3998182"/>
            <a:ext cx="3854762" cy="30176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1" dirty="0">
                <a:solidFill>
                  <a:srgbClr val="034EA2"/>
                </a:solidFill>
              </a:rPr>
              <a:t>Prof. Tarachand Amgoth</a:t>
            </a:r>
          </a:p>
          <a:p>
            <a:pPr algn="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76C32B9-10B6-E691-28C9-BDD858B991AD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858B8A9-05BB-EF9F-4232-62A7D5D5DCBD}"/>
              </a:ext>
            </a:extLst>
          </p:cNvPr>
          <p:cNvSpPr txBox="1">
            <a:spLocks/>
          </p:cNvSpPr>
          <p:nvPr/>
        </p:nvSpPr>
        <p:spPr>
          <a:xfrm>
            <a:off x="236987" y="123478"/>
            <a:ext cx="6999309" cy="34290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Wingdings" pitchFamily="2" charset="2"/>
              <a:buNone/>
              <a:tabLst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None/>
              <a:defRPr sz="1200" kern="1200" baseline="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Myriad Pro" pitchFamily="34" charset="0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Logical Agent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437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SAT (Satisfiability) Problem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A9622D-524A-F11B-9360-F4DEACF41266}"/>
              </a:ext>
            </a:extLst>
          </p:cNvPr>
          <p:cNvSpPr txBox="1"/>
          <p:nvPr/>
        </p:nvSpPr>
        <p:spPr>
          <a:xfrm>
            <a:off x="467544" y="987574"/>
            <a:ext cx="7992889" cy="1766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</a:t>
            </a: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SAT (Satisfiability) Problem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task is to find a </a:t>
            </a: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truth assignment</a:t>
            </a: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(true/false values for each variable) such that the entire formula evaluates to true.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If such an assignment exists, the formula is said to be </a:t>
            </a: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satisfiable</a:t>
            </a: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; otherwise, it is </a:t>
            </a: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unsatisfiable</a:t>
            </a: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292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B1558-A042-5AD4-AA00-F3E95F812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908C9-6424-D949-C5B2-4D8A38974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SAT (Satisfiability) Problem: Example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2C1136-BA95-074F-0B9D-8CAB0F483BF9}"/>
              </a:ext>
            </a:extLst>
          </p:cNvPr>
          <p:cNvSpPr txBox="1"/>
          <p:nvPr/>
        </p:nvSpPr>
        <p:spPr>
          <a:xfrm>
            <a:off x="467544" y="987574"/>
            <a:ext cx="7992889" cy="2760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Consider the following Boolean formula in CNF: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(x1 ∨ ¬x2) ∧ (¬x1 ∨ x3) ∧ (x2 ∨ ¬x3)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question is whether there is a truth assignment for x1​, and x3 that makes this formula true. If we can find a set of values that makes the formula true, it is </a:t>
            </a: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satisfiable</a:t>
            </a: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; otherwise, it is not.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Modern SAT solvers use sophisticated algorithms (e.g., </a:t>
            </a:r>
            <a:r>
              <a:rPr lang="en-IN" sz="1800" b="1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DPLL algorithm</a:t>
            </a:r>
            <a:r>
              <a:rPr lang="en-IN" sz="18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IN" sz="1800" b="1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CDCL – Conflict-Driven Clause Learning, and Hill Climbing</a:t>
            </a:r>
            <a:r>
              <a:rPr lang="en-IN" sz="18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to efficiently determine satisfiability for even large and complex Boolean formulas</a:t>
            </a:r>
            <a:r>
              <a:rPr lang="en-IN" sz="1800" kern="1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FBDE2F8-88A1-102A-6374-29433FE7923B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DF67D3-4DE6-9493-90BD-029BF1BBC931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8015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53116-D796-33C8-0D42-DA9B419F9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49906-7F79-8895-A7BF-05C550551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4B444-2E0C-E7B3-AEB9-9A64135EF81B}"/>
              </a:ext>
            </a:extLst>
          </p:cNvPr>
          <p:cNvSpPr txBox="1"/>
          <p:nvPr/>
        </p:nvSpPr>
        <p:spPr>
          <a:xfrm>
            <a:off x="467544" y="699542"/>
            <a:ext cx="7992889" cy="4045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Consider the following Boolean formula in CNF: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(x1 ∨ ¬x2) ∧ (¬x1 ∨ x3) ∧ (x2 ∨ ¬x3)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question is whether there is a truth assignment for x1​, and x3 that makes this formula true. If we can find a set of values that makes the formula true, it is </a:t>
            </a: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satisfiable</a:t>
            </a: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; otherwise, it is not.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Modern SAT solvers use sophisticated algorithms (e.g., </a:t>
            </a:r>
            <a:r>
              <a:rPr lang="en-IN" sz="1800" b="1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DPLL algorithm</a:t>
            </a:r>
            <a:r>
              <a:rPr lang="en-IN" sz="18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IN" sz="1800" b="1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CDCL – Conflict-Driven Clause Learning, Hill Climbing</a:t>
            </a:r>
            <a:r>
              <a:rPr lang="en-IN" sz="18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to efficiently determine satisfiability for even large and complex Boolean formulas</a:t>
            </a:r>
            <a:r>
              <a:rPr lang="en-IN" sz="1800" kern="1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</a:t>
            </a: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Davis-Putnam-</a:t>
            </a:r>
            <a:r>
              <a:rPr lang="en-IN" sz="1800" b="1" kern="100" dirty="0" err="1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Logemann</a:t>
            </a: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-Loveland (DPLL) algorithm</a:t>
            </a: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is a foundational method for solving the Boolean </a:t>
            </a: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Satisfiability Problem (SAT)</a:t>
            </a: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 It's an extension of the earlier </a:t>
            </a: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Davis-Putnam (DP) algorithm</a:t>
            </a: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incorporating critical enhancements like </a:t>
            </a: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backtracking</a:t>
            </a: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unit propagation</a:t>
            </a: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to improve efficiency. 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F0F766A-5175-79A2-44A8-72A80276BF1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4C4E8-EA00-4E3E-A188-49AB0A45CC82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5562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813D0-AC56-2D0B-80C6-B5C788BCC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248A7-89EA-A913-A6FB-C988ED46C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45F9E-486F-4933-4BC2-3209A39BF772}"/>
              </a:ext>
            </a:extLst>
          </p:cNvPr>
          <p:cNvSpPr txBox="1"/>
          <p:nvPr/>
        </p:nvSpPr>
        <p:spPr>
          <a:xfrm>
            <a:off x="467544" y="555526"/>
            <a:ext cx="8496944" cy="4157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DPLL algorithm is designed to determine whether a given Boolean formula in </a:t>
            </a:r>
            <a:r>
              <a:rPr lang="en-IN" sz="17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Conjunctive Normal Form (CNF)</a:t>
            </a: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is </a:t>
            </a:r>
            <a:r>
              <a:rPr lang="en-IN" sz="17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satisfiable</a:t>
            </a: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Key Features of DPLL</a:t>
            </a:r>
            <a:endParaRPr lang="en-IN" sz="1700" kern="100" dirty="0">
              <a:solidFill>
                <a:srgbClr val="034EA2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7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Backtracking Search</a:t>
            </a: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IN" sz="17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Unlike the DP algorithm, which relies solely on resolution, DPLL employs a systematic search with backtracking to explore possible variable assignments efficiently.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7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Early Termination</a:t>
            </a: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en-US" sz="1700" dirty="0"/>
              <a:t> </a:t>
            </a:r>
            <a:r>
              <a:rPr lang="en-US" sz="1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algorithm detects whether the sentence must be true or false, even with a partially completed model.</a:t>
            </a:r>
            <a:endParaRPr lang="en-IN" sz="1700" kern="100" dirty="0">
              <a:solidFill>
                <a:srgbClr val="034EA2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7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Unit Propagation</a:t>
            </a: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400050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7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Unit Clause</a:t>
            </a: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IN" sz="17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clause with only one literal (e.g.,  A).</a:t>
            </a:r>
          </a:p>
          <a:p>
            <a:pPr marL="400050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7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If a clause is a unit clause, the algorithm </a:t>
            </a:r>
            <a:r>
              <a:rPr lang="en-IN" sz="17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must assign</a:t>
            </a:r>
            <a:r>
              <a:rPr lang="en-IN" sz="17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the necessary truth value to satisfy that clause.</a:t>
            </a:r>
          </a:p>
          <a:p>
            <a:pPr marL="400050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7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reduces the search space by propagating constraints imposed by unit clauses.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EF4710C-83AB-7A68-9B44-F8EA1D0E2307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F9661E-F340-FBF0-5C9A-F772B6651C6D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270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5AF86-84C3-9A9C-C24E-1AB4A03DB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D23FF-2B54-5ECE-E044-8FCDA11E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A2854-1D3D-CA1F-F520-676F8794BD3B}"/>
              </a:ext>
            </a:extLst>
          </p:cNvPr>
          <p:cNvSpPr txBox="1"/>
          <p:nvPr/>
        </p:nvSpPr>
        <p:spPr>
          <a:xfrm>
            <a:off x="467544" y="627534"/>
            <a:ext cx="7992889" cy="3156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Pure Literal Elimination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</a:t>
            </a:r>
            <a:r>
              <a:rPr lang="en-IN" sz="1800" b="1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pure literal</a:t>
            </a: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is a variable that appears with only one polarity (only positive or only negative) in all clauses.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Assigning a pure literal to satisfy all its occurrences can simplify the formula without affecting satisfiability.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Heuristics for Variable Selection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Strategies like </a:t>
            </a:r>
            <a:r>
              <a:rPr lang="en-IN" sz="1800" b="1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Most Occurring Variable</a:t>
            </a: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IN" sz="1800" b="1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First Variable</a:t>
            </a: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or </a:t>
            </a:r>
            <a:r>
              <a:rPr lang="en-IN" sz="1800" b="1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Random Selection</a:t>
            </a: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guide the choice of which variable to assign next, impacting the algorithm's efficiency.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161D199-EE36-3CE7-BE2E-AA3A0655F1F9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ECE434-6631-4999-50B3-06E788889F8D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4974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86833-51EA-599C-8751-C20831B41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8802-EC17-3034-42E4-9A6C0BE30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algorithm: Example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BB94FE4-0F2F-23C3-B30C-08E1884EC790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375716-EA70-62EF-9596-C67EEC7D9D31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21314D-FD4A-972A-F961-9B5468BB5840}"/>
              </a:ext>
            </a:extLst>
          </p:cNvPr>
          <p:cNvSpPr txBox="1"/>
          <p:nvPr/>
        </p:nvSpPr>
        <p:spPr>
          <a:xfrm>
            <a:off x="395536" y="849870"/>
            <a:ext cx="8064896" cy="3567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Consider the following Boolean formula F in </a:t>
            </a: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Conjunctive Normal Form (CNF)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 = (A∨B) ∧ (¬A∨C) ∧ (¬B∨C) ∧ (¬C∨D) ∧ (¬D)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List of Clauses: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C1:A∨B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C2:¬A∨C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C3:¬B∨C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C4:¬C∨D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C5:¬D 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Our goal is to determine whether F is satisfiable using the DPLL algorithm.</a:t>
            </a:r>
          </a:p>
        </p:txBody>
      </p:sp>
    </p:spTree>
    <p:extLst>
      <p:ext uri="{BB962C8B-B14F-4D97-AF65-F5344CB8AC3E}">
        <p14:creationId xmlns:p14="http://schemas.microsoft.com/office/powerpoint/2010/main" val="1102221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C83E5-A9B9-E933-FF94-19FC7550A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9E2E9-6971-B70D-D0BE-98CE74EC3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algorithm: Example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2303876-F92B-04B5-C2F1-F3E37E6F9FCE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9A8D36-6062-839B-3B93-6038E3F7DED9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C6EF3-6289-D162-41DD-EFAC9F307938}"/>
              </a:ext>
            </a:extLst>
          </p:cNvPr>
          <p:cNvSpPr txBox="1"/>
          <p:nvPr/>
        </p:nvSpPr>
        <p:spPr>
          <a:xfrm>
            <a:off x="395536" y="699542"/>
            <a:ext cx="8064896" cy="4185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 1: Initial Setup</a:t>
            </a:r>
            <a:endParaRPr lang="en-IN" sz="1700" kern="100" dirty="0">
              <a:solidFill>
                <a:srgbClr val="034EA2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7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Current Formula</a:t>
            </a:r>
            <a:r>
              <a:rPr lang="en-IN" sz="17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F=C1 ∧ C2 ∧ C3 ∧ C4 ∧ C5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7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Assignments</a:t>
            </a:r>
            <a:r>
              <a:rPr lang="en-IN" sz="17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None initially.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 2: Unit Propagation</a:t>
            </a:r>
            <a:endParaRPr lang="en-IN" sz="1700" kern="100" dirty="0">
              <a:solidFill>
                <a:srgbClr val="034EA2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Identify Unit Clauses:</a:t>
            </a:r>
            <a:endParaRPr lang="en-IN" sz="1700" kern="100" dirty="0">
              <a:solidFill>
                <a:srgbClr val="034EA2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7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</a:t>
            </a:r>
            <a:r>
              <a:rPr lang="en-IN" sz="17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unit clause</a:t>
            </a:r>
            <a:r>
              <a:rPr lang="en-IN" sz="17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has only one literal.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7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 our formula, C5:¬D is a unit clause.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Assign Values Based on Unit Clause:</a:t>
            </a:r>
            <a:endParaRPr lang="en-IN" sz="1700" kern="100" dirty="0">
              <a:solidFill>
                <a:srgbClr val="034EA2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7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satisfy C5: ¬D, we </a:t>
            </a:r>
            <a:r>
              <a:rPr lang="en-IN" sz="17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must assign</a:t>
            </a:r>
            <a:r>
              <a:rPr lang="en-IN" sz="17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D=False.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Update Assignments and Simplify Clauses:</a:t>
            </a:r>
            <a:endParaRPr lang="en-IN" sz="1700" kern="100" dirty="0">
              <a:solidFill>
                <a:srgbClr val="034EA2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7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Assignments</a:t>
            </a:r>
            <a:r>
              <a:rPr lang="en-IN" sz="17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D = False </a:t>
            </a:r>
          </a:p>
        </p:txBody>
      </p:sp>
    </p:spTree>
    <p:extLst>
      <p:ext uri="{BB962C8B-B14F-4D97-AF65-F5344CB8AC3E}">
        <p14:creationId xmlns:p14="http://schemas.microsoft.com/office/powerpoint/2010/main" val="2497830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5E8A7-C2F7-E894-52EE-956F62A4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7668-5105-587A-8631-7F6EA2460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algorithm: Example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75D656E-289E-024E-F556-52792FCB0840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B4C1C9-2587-6D08-9883-F38A8D996AF6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8EA001-9037-0317-E49F-EA92567F567C}"/>
              </a:ext>
            </a:extLst>
          </p:cNvPr>
          <p:cNvSpPr txBox="1"/>
          <p:nvPr/>
        </p:nvSpPr>
        <p:spPr>
          <a:xfrm>
            <a:off x="395536" y="699542"/>
            <a:ext cx="8064896" cy="3464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Simplify Clauses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by removing clauses satisfied by the assignment and removing literals that are false: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C4:¬C∨D </a:t>
            </a: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13716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Since D = False, ¬C∨D simplifies to ¬C.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C5: ¬D is already satisfied and can be removed.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Updated Formula: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F′=C1 ∧ C2 ∧ C3 ∧ C4′ ​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here: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C4′: ¬C</a:t>
            </a:r>
          </a:p>
        </p:txBody>
      </p:sp>
    </p:spTree>
    <p:extLst>
      <p:ext uri="{BB962C8B-B14F-4D97-AF65-F5344CB8AC3E}">
        <p14:creationId xmlns:p14="http://schemas.microsoft.com/office/powerpoint/2010/main" val="1708810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CD99A-D577-6829-BD19-F9AED6E20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B4557-2E85-1327-2A3C-5ABC44A3D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algorithm: Example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934A049-0F68-948E-39F3-CD6FB27174B2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DFE93B-E8C8-A41D-CAF5-A735A5D33B0B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3180FE-67B4-3C51-3464-68BD74B34999}"/>
              </a:ext>
            </a:extLst>
          </p:cNvPr>
          <p:cNvSpPr txBox="1"/>
          <p:nvPr/>
        </p:nvSpPr>
        <p:spPr>
          <a:xfrm>
            <a:off x="395536" y="699542"/>
            <a:ext cx="8064896" cy="1971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List of Updated Clauses:</a:t>
            </a:r>
            <a:endParaRPr lang="en-IN" sz="1800" kern="100" dirty="0"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C1: A∨B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C2: ¬A∨C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C3: ¬B∨C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C4′: ¬C </a:t>
            </a:r>
          </a:p>
        </p:txBody>
      </p:sp>
    </p:spTree>
    <p:extLst>
      <p:ext uri="{BB962C8B-B14F-4D97-AF65-F5344CB8AC3E}">
        <p14:creationId xmlns:p14="http://schemas.microsoft.com/office/powerpoint/2010/main" val="1637032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294F6-A6AC-6226-B4BD-90D8043AB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5C588-0D0B-172E-7655-A3DCD74B2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algorithm: Example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15A0BBA-8B46-AA65-0EFC-1CCC5A38E3F5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01DC38-E689-9EF9-3438-D8918A4132FD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E39007-1242-02F7-6A42-C1603B1BE091}"/>
              </a:ext>
            </a:extLst>
          </p:cNvPr>
          <p:cNvSpPr txBox="1"/>
          <p:nvPr/>
        </p:nvSpPr>
        <p:spPr>
          <a:xfrm>
            <a:off x="395536" y="699542"/>
            <a:ext cx="8064896" cy="3464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 3: Pure Literal Elimination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Identify Pure Literals: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</a:t>
            </a: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pure literal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appears with only one polarity (only positive or only negative) across all clauses.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Examine literals in F′: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A appears as A in C1​ and ¬A in C2​ → </a:t>
            </a: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Not pure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B appears as    B in C1​ and ¬B in C3​ → </a:t>
            </a: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Not pure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C appears as   C in C2​ and C3​, and ¬C in C4′​ → </a:t>
            </a: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Not pure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Conclusion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No pure literals are present. Proceed to the next step.</a:t>
            </a:r>
          </a:p>
        </p:txBody>
      </p:sp>
    </p:spTree>
    <p:extLst>
      <p:ext uri="{BB962C8B-B14F-4D97-AF65-F5344CB8AC3E}">
        <p14:creationId xmlns:p14="http://schemas.microsoft.com/office/powerpoint/2010/main" val="3300580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2ACB9-39CA-5023-488B-288627F1C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782C-24C3-A066-4781-2A955E306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algorithm: Example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4B401BB-7981-245D-D2BE-07B4951854DB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B72B86-FC2B-AE5A-A92C-C5C5B84BE789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CE72BE-39D7-CC54-B856-F13ED1955625}"/>
              </a:ext>
            </a:extLst>
          </p:cNvPr>
          <p:cNvSpPr txBox="1"/>
          <p:nvPr/>
        </p:nvSpPr>
        <p:spPr>
          <a:xfrm>
            <a:off x="395536" y="699542"/>
            <a:ext cx="8064896" cy="4257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IN" sz="1700" b="1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 4: Choose a Variable to Assign</a:t>
            </a:r>
            <a:endParaRPr lang="en-IN" sz="1700" kern="100" dirty="0"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800"/>
              </a:spcAft>
            </a:pPr>
            <a:r>
              <a:rPr lang="en-IN" sz="17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With no unit clauses or pure literals, select a variable to assign a truth value. We'll use the </a:t>
            </a:r>
            <a:r>
              <a:rPr lang="en-IN" sz="1700" b="1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First Variable Heuristic</a:t>
            </a:r>
            <a:r>
              <a:rPr lang="en-IN" sz="17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choose    A.</a:t>
            </a:r>
          </a:p>
          <a:p>
            <a:pPr>
              <a:spcAft>
                <a:spcPts val="800"/>
              </a:spcAft>
            </a:pPr>
            <a:r>
              <a:rPr lang="en-IN" sz="17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Branch 1: Assign A=True </a:t>
            </a:r>
            <a:endParaRPr lang="en-IN" sz="17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800"/>
              </a:spcAft>
            </a:pPr>
            <a:r>
              <a:rPr lang="en-IN" sz="1700" b="1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Assignments</a:t>
            </a:r>
            <a:r>
              <a:rPr lang="en-IN" sz="17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A=True, D=False </a:t>
            </a:r>
          </a:p>
          <a:p>
            <a:pPr>
              <a:spcAft>
                <a:spcPts val="800"/>
              </a:spcAft>
            </a:pPr>
            <a:r>
              <a:rPr lang="en-IN" sz="1700" b="1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Simplify Clauses:</a:t>
            </a:r>
            <a:endParaRPr lang="en-IN" sz="1700" kern="100" dirty="0"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C1: A∨B is satisfied → Remove C1​.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C2: ¬A∨C </a:t>
            </a: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Since A = True, ¬A=False.</a:t>
            </a: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Simplifies to    C.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C3: ¬B∨C remains unchanged.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C4′: ¬C remains unchanged.</a:t>
            </a:r>
          </a:p>
        </p:txBody>
      </p:sp>
    </p:spTree>
    <p:extLst>
      <p:ext uri="{BB962C8B-B14F-4D97-AF65-F5344CB8AC3E}">
        <p14:creationId xmlns:p14="http://schemas.microsoft.com/office/powerpoint/2010/main" val="1292434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9DA27-E566-D124-2EC8-4CE7E2F18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A7CA2-6626-B04D-600C-C39D684E7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algorithm: Example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69686A9-C0E7-AE1F-591F-0CA91011550D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6FA745-2251-CAEC-07C7-7B6EC0127E3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8E7117-EB35-EE1D-1EAC-4EBF69D13CBF}"/>
              </a:ext>
            </a:extLst>
          </p:cNvPr>
          <p:cNvSpPr txBox="1"/>
          <p:nvPr/>
        </p:nvSpPr>
        <p:spPr>
          <a:xfrm>
            <a:off x="395536" y="699542"/>
            <a:ext cx="8064896" cy="3969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Updated Formula: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F′′=C2′ ∧ C3 ∧ C4′ ​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Where: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C2′:C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C3:¬B∨C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C4′: ¬C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List of Updated Clauses: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C2′: C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C3: ¬B∨C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C4′: ¬C </a:t>
            </a:r>
          </a:p>
        </p:txBody>
      </p:sp>
    </p:spTree>
    <p:extLst>
      <p:ext uri="{BB962C8B-B14F-4D97-AF65-F5344CB8AC3E}">
        <p14:creationId xmlns:p14="http://schemas.microsoft.com/office/powerpoint/2010/main" val="2107734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03D83-DBA6-F630-2E60-0C12C1364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F4B5E-601B-E96D-B7E9-58A4DD9D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algorithm: Example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36986BB-083E-3038-33FC-3D42E18BFD76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7F5BAD-D9A3-2C3C-FE66-A276EE50BF98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D69D00-CE48-2829-8FDC-8606457A3709}"/>
              </a:ext>
            </a:extLst>
          </p:cNvPr>
          <p:cNvSpPr txBox="1"/>
          <p:nvPr/>
        </p:nvSpPr>
        <p:spPr>
          <a:xfrm>
            <a:off x="395536" y="699542"/>
            <a:ext cx="8064896" cy="4262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 5: Continue with Unit Propagation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Identify Unit Clauses: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C2′:C is a unit clause.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Assign Values Based on Unit Clause: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satisfy C2′:C, assign C=True.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Update Assignments and Simplify Clauses: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Assignments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A=True, D = False, C=True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Simplify Clauses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C4′:¬C becomes ¬True = False, leading to a </a:t>
            </a: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contradiction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(empty clause).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Result</a:t>
            </a: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The current branch leads to a </a:t>
            </a: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contradiction</a:t>
            </a: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 Therefore, </a:t>
            </a: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backtrack</a:t>
            </a: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explore the alternative assignment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8657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3D118-2E5E-37D5-D9AF-A1C232BCE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49A90-C40D-5D6E-BA66-A117464D4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algorithm: Example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CD0A0D3-6EBB-2E33-6E6F-728156B039C8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99CC87-037A-DC26-CD20-CCF217F27730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D570D7-1AC3-8DDC-A180-DE402C66EA85}"/>
              </a:ext>
            </a:extLst>
          </p:cNvPr>
          <p:cNvSpPr txBox="1"/>
          <p:nvPr/>
        </p:nvSpPr>
        <p:spPr>
          <a:xfrm>
            <a:off x="395536" y="699542"/>
            <a:ext cx="8064896" cy="396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Branch 2: Assign A = False </a:t>
            </a:r>
            <a:endParaRPr lang="en-IN" sz="1800" kern="100" dirty="0">
              <a:solidFill>
                <a:srgbClr val="034EA2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Since assigning A = True led to a contradiction, backtrack and </a:t>
            </a: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assign A=False</a:t>
            </a: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Assignments</a:t>
            </a: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A = False, D =False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Simplify Clauses:</a:t>
            </a:r>
            <a:endParaRPr lang="en-IN" sz="1800" kern="100" dirty="0">
              <a:solidFill>
                <a:srgbClr val="034EA2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C1 : A∨B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Since A = False, A∨B simplifies to B.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C2: ¬A∨C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Since A=False, ¬A=True, so ¬A∨C is satisfied → Remove C2​.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C3:¬B∨C remains unchanged.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C4′:¬C remains unchanged.</a:t>
            </a:r>
          </a:p>
        </p:txBody>
      </p:sp>
    </p:spTree>
    <p:extLst>
      <p:ext uri="{BB962C8B-B14F-4D97-AF65-F5344CB8AC3E}">
        <p14:creationId xmlns:p14="http://schemas.microsoft.com/office/powerpoint/2010/main" val="2435690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80FEC-7B3D-E996-2D36-6C18477CA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6021F-A798-1752-78AE-0E0A813E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algorithm: Example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9340EB5-A59B-51EB-4CF5-3E6A4EAA6A95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C8E96A-FA94-402F-C404-21A6ED4B0FDC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BC2B5D-263F-E8D5-68F1-70123EDAF339}"/>
              </a:ext>
            </a:extLst>
          </p:cNvPr>
          <p:cNvSpPr txBox="1"/>
          <p:nvPr/>
        </p:nvSpPr>
        <p:spPr>
          <a:xfrm>
            <a:off x="395536" y="699542"/>
            <a:ext cx="8064896" cy="396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Updated Formula: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F′′′=C1′∧C3∧C4′ ​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Where: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C1′:B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C3:¬B∨C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C4′:¬C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List of Updated Clauses: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C1′:B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C3:¬B∨C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C4′:¬C </a:t>
            </a:r>
          </a:p>
        </p:txBody>
      </p:sp>
    </p:spTree>
    <p:extLst>
      <p:ext uri="{BB962C8B-B14F-4D97-AF65-F5344CB8AC3E}">
        <p14:creationId xmlns:p14="http://schemas.microsoft.com/office/powerpoint/2010/main" val="2231565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D9A73-4B92-DDAF-3905-0F9B0936F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9077-7E05-E262-5B7D-11C7E5E27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algorithm: Example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29218AB-16B7-62AB-8EA7-0F7FF9C5AE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36DA43-622B-B61D-7B03-83F95F2D0F76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EEB7E8-8BA0-C988-D514-D4E74428546A}"/>
              </a:ext>
            </a:extLst>
          </p:cNvPr>
          <p:cNvSpPr txBox="1"/>
          <p:nvPr/>
        </p:nvSpPr>
        <p:spPr>
          <a:xfrm>
            <a:off x="395536" y="699542"/>
            <a:ext cx="8064896" cy="4185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 6: Continue with Unit Propagation</a:t>
            </a:r>
            <a:endParaRPr lang="en-IN" sz="17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Identify Unit Clauses:</a:t>
            </a:r>
            <a:endParaRPr lang="en-IN" sz="17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C1′:B is a unit clause.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Assign Values Based on Unit Clause:</a:t>
            </a:r>
            <a:endParaRPr lang="en-IN" sz="17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satisfy C1′:B , assign B=True 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Update Assignments and Simplify Clauses:</a:t>
            </a:r>
            <a:endParaRPr lang="en-IN" sz="17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7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Assignments</a:t>
            </a: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A=False, D = False , B = True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7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Simplify Clauses</a:t>
            </a: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C3:¬B∨C 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Since B=True, ¬B = False.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17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Simplifies to    C.   C1′:B  is satisfied → Remove C1′​.</a:t>
            </a:r>
          </a:p>
        </p:txBody>
      </p:sp>
    </p:spTree>
    <p:extLst>
      <p:ext uri="{BB962C8B-B14F-4D97-AF65-F5344CB8AC3E}">
        <p14:creationId xmlns:p14="http://schemas.microsoft.com/office/powerpoint/2010/main" val="975592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78BE0-E158-8526-8A7B-DF3B46978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2BAD1-8123-8519-0E65-A79CCB9C8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algorithm: Example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610CE42-E5CC-2D4B-BDE8-D67BD5312BDC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5EDAFE-A20C-93EA-596E-4F22937C3144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E7D9E6-B630-2795-1C80-0AEC3302AE67}"/>
              </a:ext>
            </a:extLst>
          </p:cNvPr>
          <p:cNvSpPr txBox="1"/>
          <p:nvPr/>
        </p:nvSpPr>
        <p:spPr>
          <a:xfrm>
            <a:off x="395536" y="699542"/>
            <a:ext cx="8064896" cy="3171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Updated Formula:</a:t>
            </a:r>
            <a:endParaRPr lang="en-IN" sz="1800" kern="100" dirty="0">
              <a:solidFill>
                <a:srgbClr val="034EA2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F′′′′=C3′∧C4′ ​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Where: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C3′:C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C4′:¬C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List of Updated Clauses:</a:t>
            </a:r>
            <a:endParaRPr lang="en-IN" sz="1800" kern="100" dirty="0">
              <a:solidFill>
                <a:srgbClr val="034EA2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C3′:C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C4′:¬C </a:t>
            </a:r>
          </a:p>
        </p:txBody>
      </p:sp>
    </p:spTree>
    <p:extLst>
      <p:ext uri="{BB962C8B-B14F-4D97-AF65-F5344CB8AC3E}">
        <p14:creationId xmlns:p14="http://schemas.microsoft.com/office/powerpoint/2010/main" val="2660962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295F1-5D51-BF33-CEA4-3D5309605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120D8-FF63-9EFF-1644-CBED7D1EC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algorithm: Example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FBC9306-464A-5E03-6029-F005F5EB2D8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50D2D-A8AA-7EC1-9B52-8FD0D58AD6BC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F799D9-8CD1-7BB5-20F1-61232C6088F5}"/>
              </a:ext>
            </a:extLst>
          </p:cNvPr>
          <p:cNvSpPr txBox="1"/>
          <p:nvPr/>
        </p:nvSpPr>
        <p:spPr>
          <a:xfrm>
            <a:off x="395536" y="699542"/>
            <a:ext cx="8064896" cy="396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 7: Detect Contradiction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Identify Unit Clauses: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C3′:C is a unit clause.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Assign Values Based on Unit Clause: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satisfy C3′:C, assign C=True.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Update Assignments and Simplify Clauses: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Assignments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A=False, D = False, B = True, C =True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Simplify Clauses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C4′:¬C becomes ¬True=False, leading to a </a:t>
            </a: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contradiction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Result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The current branch also leads to a </a:t>
            </a: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contradiction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154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836C9-AFA1-A5DA-7A0B-31B0366C9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3AEA1-1666-593E-90E9-E1A1533FF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algorithm: Example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389874D-6DEB-B22B-BEF6-DA9C7B8D029B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6ABB5-0891-BBBC-EE22-65AA0A9F00C9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E27255-8963-8A1C-E3B4-AB2B59C2CB8E}"/>
              </a:ext>
            </a:extLst>
          </p:cNvPr>
          <p:cNvSpPr txBox="1"/>
          <p:nvPr/>
        </p:nvSpPr>
        <p:spPr>
          <a:xfrm>
            <a:off x="395536" y="699542"/>
            <a:ext cx="8064896" cy="2168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 8: Conclusion of Search</a:t>
            </a:r>
            <a:endParaRPr lang="en-IN" sz="1800" kern="100" dirty="0">
              <a:solidFill>
                <a:srgbClr val="C00000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Both branches—assigning A = True and A=False —resulted in contradictions. This means that </a:t>
            </a: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 possible assignment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of truth values to the variables A,B,C, and  D can satisfy the entire formula    F.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Final Conclusion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The Boolean formula F is </a:t>
            </a:r>
            <a:r>
              <a:rPr lang="en-IN" sz="1800" b="1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unsatisfiable</a:t>
            </a: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628766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E8ABF-8E6C-FA2A-7BA1-9D2B4EB25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147B5-B204-09FC-703A-76A2C1BB0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algorithm: Example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8B3BCFD-F462-27E2-C409-EFFA4F38D9F1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CD1E5E-1A79-8532-FCB3-DB8A1CCE909A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4E87DA-B221-7172-2A8E-6DBACE1C18C5}"/>
              </a:ext>
            </a:extLst>
          </p:cNvPr>
          <p:cNvSpPr txBox="1"/>
          <p:nvPr/>
        </p:nvSpPr>
        <p:spPr>
          <a:xfrm>
            <a:off x="467544" y="699542"/>
            <a:ext cx="3762334" cy="3969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Visualization of the DPLL Process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Start: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 = C1 </a:t>
            </a:r>
            <a:r>
              <a:rPr lang="en-IN" sz="1800" kern="100" dirty="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∧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C2 </a:t>
            </a:r>
            <a:r>
              <a:rPr lang="en-IN" sz="1800" kern="100" dirty="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∧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C3 </a:t>
            </a:r>
            <a:r>
              <a:rPr lang="en-IN" sz="1800" kern="100" dirty="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∧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C4 </a:t>
            </a:r>
            <a:r>
              <a:rPr lang="en-IN" sz="1800" kern="100" dirty="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∧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C5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Unit Propagation: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- C5: ¬D </a:t>
            </a:r>
            <a:r>
              <a:rPr lang="en-IN" sz="1800" kern="100" dirty="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⇒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 = False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- Simplify F: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F' = C1 </a:t>
            </a:r>
            <a:r>
              <a:rPr lang="en-IN" sz="1800" kern="100" dirty="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∧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C2 </a:t>
            </a:r>
            <a:r>
              <a:rPr lang="en-IN" sz="1800" kern="100" dirty="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∧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C3 </a:t>
            </a:r>
            <a:r>
              <a:rPr lang="en-IN" sz="1800" kern="100" dirty="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∧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C4'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Pure Literal Elimination: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- No pure literals.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Choose Variable (A):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2FFA74-5ED8-B460-6274-A103E6F6337B}"/>
              </a:ext>
            </a:extLst>
          </p:cNvPr>
          <p:cNvSpPr txBox="1"/>
          <p:nvPr/>
        </p:nvSpPr>
        <p:spPr>
          <a:xfrm>
            <a:off x="4427984" y="771550"/>
            <a:ext cx="3435012" cy="396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Branch 1: A = True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- Assign A = True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- Simplify F':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F'' = C2' ∧ C3 ∧ C4'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C2': C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- Unit Propagation: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- C = True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- Simplify: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  C4': ¬C ⇒ Contradiction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- Backtrack</a:t>
            </a:r>
          </a:p>
        </p:txBody>
      </p:sp>
    </p:spTree>
    <p:extLst>
      <p:ext uri="{BB962C8B-B14F-4D97-AF65-F5344CB8AC3E}">
        <p14:creationId xmlns:p14="http://schemas.microsoft.com/office/powerpoint/2010/main" val="1409638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46DDC-43E0-3A5D-62C2-6BF8E0C37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4CD92-17D0-63DF-A423-884B777DB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Davis-Putnam-</a:t>
            </a:r>
            <a:r>
              <a:rPr lang="en-IN" sz="220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Logemann</a:t>
            </a:r>
            <a:r>
              <a:rPr lang="en-IN" sz="2200" dirty="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-Loveland (DPLL) algorithm: Example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3563609-430C-4634-6642-250A6DE27E94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2E8845-D14C-C0DE-303B-7B3C7BF84DEB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1CC52D-08A2-8A98-72CD-BFCB3CB6ED44}"/>
              </a:ext>
            </a:extLst>
          </p:cNvPr>
          <p:cNvSpPr txBox="1"/>
          <p:nvPr/>
        </p:nvSpPr>
        <p:spPr>
          <a:xfrm>
            <a:off x="539552" y="765840"/>
            <a:ext cx="4572000" cy="396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Branch 2: A = False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- Assign A = False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- Simplify F':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F''' = C1' ∧ C3 ∧ C4'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C1': B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- Unit Propagation: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- B = True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- Simplify F''' 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  F'''' = C3' ∧ C4'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  C3': 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4E683D-4D42-593B-F8C0-BE5D340E2423}"/>
              </a:ext>
            </a:extLst>
          </p:cNvPr>
          <p:cNvSpPr txBox="1"/>
          <p:nvPr/>
        </p:nvSpPr>
        <p:spPr>
          <a:xfrm>
            <a:off x="4176464" y="799760"/>
            <a:ext cx="4572000" cy="3065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- Unit Propagation: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- C = True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- Simplify: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  C4': ¬C ⇒ Contradiction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- Backtrack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Both branches lead to contradictions. Therefore, F is unsatisfiable.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kern="100" dirty="0"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55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9A6A6-5DCD-E24E-6169-B6FB8D42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FC4E5-3B10-5236-5DE7-EC1F73D05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Local Search Algorithms: Hill Climbing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C87BCF6-5B7C-D77B-E74C-ECF16614CBD8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9887A5-C4CE-962D-A60D-8C0D5C4F9EFE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BD606-5560-9EDB-F024-EEE93E8D6F90}"/>
              </a:ext>
            </a:extLst>
          </p:cNvPr>
          <p:cNvSpPr txBox="1"/>
          <p:nvPr/>
        </p:nvSpPr>
        <p:spPr>
          <a:xfrm>
            <a:off x="316180" y="1177753"/>
            <a:ext cx="792822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Hill climbing is a heuristic search algorithm that’s often applied in optimization problems, including tasks in </a:t>
            </a:r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propositional logic</a:t>
            </a: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where we aim to find a model (truth assignment) that satisfies a set of logical propositions.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 propositional logic, the goal could be to find an assignment of truth values to propositions (variables) that maximizes the number of satisfied clauses or conditions.</a:t>
            </a:r>
            <a:endParaRPr lang="en-IN" sz="1800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121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0115F-56EA-DEEF-FA9E-BF2B5CF59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12E6C-A8B6-11D4-FC38-5F729873C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Local Search Algorithms: Hill Climbing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5F2D6DB-4B7A-9156-81D9-4BE70CBF33C8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420B5-84DB-44FC-6F16-5C5F42DF6472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62FFAB-8B9D-256A-6CF9-E44BBEC56003}"/>
              </a:ext>
            </a:extLst>
          </p:cNvPr>
          <p:cNvSpPr txBox="1"/>
          <p:nvPr/>
        </p:nvSpPr>
        <p:spPr>
          <a:xfrm>
            <a:off x="755576" y="915566"/>
            <a:ext cx="75608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Hill Climbing for Propositional Logic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b="1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Initial State</a:t>
            </a: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Start with a random assignment of truth values (True/False) for each propositional variable.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 example, if we have propositions p, q, and r, we could start with an assignment like p = True, q = False, r = True.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000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Objective Function</a:t>
            </a: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Define a function to evaluate how "good" an assignment is.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 propositional logic, this is usually the </a:t>
            </a:r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number of satisfied clauses</a:t>
            </a: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(or conditions) in the formula.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 other words, we want to maximize the number of clauses that are true under our current assignment.</a:t>
            </a:r>
          </a:p>
        </p:txBody>
      </p:sp>
    </p:spTree>
    <p:extLst>
      <p:ext uri="{BB962C8B-B14F-4D97-AF65-F5344CB8AC3E}">
        <p14:creationId xmlns:p14="http://schemas.microsoft.com/office/powerpoint/2010/main" val="2045678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0DCAB-39B1-8F5D-8940-6A764C614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298F7-0B49-33E6-E540-D0FFFDD6C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Local Search Algorithms: Hill Climbing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4A13AAD-A6B0-3FFF-FD88-9E773FDAE734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011FCD-45A5-1C04-D998-20BFF0E87316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5C1A50-D858-EF96-81F8-6E4508928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1059582"/>
            <a:ext cx="763284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Neighbor Generation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Generate neighboring states by flipping the truth value of a single variable in the current assignment. For instance, if p = True, q = False, r = True, neighbors would include: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 = False, q = False, r = True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 = True, q = True, r = True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 =True, q = False, r = False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Evaluate Neighbors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For each neighboring state, calculate the objective function (i.e., count how many clauses are satisfied with that assignment).</a:t>
            </a:r>
          </a:p>
        </p:txBody>
      </p:sp>
    </p:spTree>
    <p:extLst>
      <p:ext uri="{BB962C8B-B14F-4D97-AF65-F5344CB8AC3E}">
        <p14:creationId xmlns:p14="http://schemas.microsoft.com/office/powerpoint/2010/main" val="36496957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68F87-F85E-FB30-9B17-ED796CE8E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43E07-2380-DFAA-0446-074F4DBBC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Local Search Algorithms: Hill Climbing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E573EC0-1424-6D3A-9D9A-0F6FC63BAFD9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F10727-2482-992B-A462-391A89426376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BE2530-0486-C799-18B5-F101C43F7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336580"/>
            <a:ext cx="784887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Move to the Best Neighbor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Select the neighbor with the highest objective function (most satisfied clauses). If this neighbor has a higher score than the current state, move to this neighbor and repeat the process.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Termination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The process terminates when either: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You reach a solution that satisfies all clauses, or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 neighboring state has a higher objective function (i.e., you've reached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local maximum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577819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52E3B-037D-C088-F8F1-494727F1C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87AB5-9F05-6AA8-98F1-724A76CAE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Local Search Algorithms: Hill Climbing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317095C-496E-31F1-9F36-F19E8A759969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3A8808-E6AE-5812-627F-315994A9A82A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72967B-1E07-C538-D04C-22777E25B3F7}"/>
              </a:ext>
            </a:extLst>
          </p:cNvPr>
          <p:cNvSpPr txBox="1"/>
          <p:nvPr/>
        </p:nvSpPr>
        <p:spPr>
          <a:xfrm>
            <a:off x="539552" y="908316"/>
            <a:ext cx="770485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</a:t>
            </a:r>
          </a:p>
          <a:p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Suppose you have a propositional logic formula in conjunctive normal form (CNF):</a:t>
            </a:r>
          </a:p>
          <a:p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(p∨¬q) ∧ (</a:t>
            </a:r>
            <a:r>
              <a:rPr lang="en-IN" sz="18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q∨r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∧ (¬</a:t>
            </a:r>
            <a:r>
              <a:rPr lang="en-IN" sz="18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p∨r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  <a:p>
            <a:endParaRPr lang="en-IN" sz="1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 want to find truth values for p, q, and r that satisfy as many of these clauses as possible.</a:t>
            </a:r>
          </a:p>
          <a:p>
            <a:endParaRPr lang="en-IN" sz="1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Initial State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Start with a random assignment, say p = True, q = True, r = False </a:t>
            </a:r>
          </a:p>
          <a:p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2. </a:t>
            </a:r>
            <a:r>
              <a:rPr lang="en-IN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Evaluate Initial State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Clause 1: (p∨¬q) is </a:t>
            </a:r>
            <a:r>
              <a:rPr lang="en-IN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True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Clause 2: (</a:t>
            </a:r>
            <a:r>
              <a:rPr lang="en-IN" sz="18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q∨r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is </a:t>
            </a:r>
            <a:r>
              <a:rPr lang="en-IN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True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Clause 3: (¬</a:t>
            </a:r>
            <a:r>
              <a:rPr lang="en-IN" sz="18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p∨r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is </a:t>
            </a:r>
            <a:r>
              <a:rPr lang="en-IN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False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Score</a:t>
            </a:r>
            <a:r>
              <a:rPr lang="en-IN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2 clauses are satisfied.</a:t>
            </a:r>
          </a:p>
        </p:txBody>
      </p:sp>
    </p:spTree>
    <p:extLst>
      <p:ext uri="{BB962C8B-B14F-4D97-AF65-F5344CB8AC3E}">
        <p14:creationId xmlns:p14="http://schemas.microsoft.com/office/powerpoint/2010/main" val="1749893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48D77-7B09-5E1A-896A-A09EFBCF4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DB488-B1EA-0CAD-F800-1E1F4A3F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Local Search Algorithms: Hill Climbing 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143BB1-35A0-81A1-9AC2-F3CC3CA17521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E8897B-7CE8-8503-26B5-81C8749F1D8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FA39811-2582-FC55-FB8A-C5CA14E31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412" y="1059582"/>
            <a:ext cx="809802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Generate Neighbors and Evaluate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Neighbor 1 (flip p): p = False, q = True, r = False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Satisfies 1 clause.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Neighbor 2 (flip q): p = True, q = False, r = False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Satisfies 3 clauses (all satisfied).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Neighbor 3 (flip r): p=True, q = True, r = True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Satisfies 3 clauses.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Select the Best Neighbor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Choose Neighbor 2 or 3, as they both satisfy all clauses. Move to that state.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Termination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4EA2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Since we’ve found an assignment that satisfies all clauses, we can stop.</a:t>
            </a:r>
          </a:p>
        </p:txBody>
      </p:sp>
    </p:spTree>
    <p:extLst>
      <p:ext uri="{BB962C8B-B14F-4D97-AF65-F5344CB8AC3E}">
        <p14:creationId xmlns:p14="http://schemas.microsoft.com/office/powerpoint/2010/main" val="3708002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DF31117-E534-50E6-F68C-10CC388FAB17}"/>
              </a:ext>
            </a:extLst>
          </p:cNvPr>
          <p:cNvSpPr txBox="1">
            <a:spLocks/>
          </p:cNvSpPr>
          <p:nvPr/>
        </p:nvSpPr>
        <p:spPr>
          <a:xfrm>
            <a:off x="179512" y="195486"/>
            <a:ext cx="1944216" cy="432048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852493"/>
      </p:ext>
    </p:extLst>
  </p:cSld>
  <p:clrMapOvr>
    <a:masterClrMapping/>
  </p:clrMapOvr>
</p:sld>
</file>

<file path=ppt/theme/theme1.xml><?xml version="1.0" encoding="utf-8"?>
<a:theme xmlns:a="http://schemas.openxmlformats.org/drawingml/2006/main" name="Corp PPT Template 2017_16x9">
  <a:themeElements>
    <a:clrScheme name="TCS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Final TCS50_Corp PPT Template 2018_16x9_250618" id="{DB7AFD64-426C-4E36-9D07-50802EF75488}" vid="{907340DD-877F-4B54-96D9-C57E74D23287}"/>
    </a:ext>
  </a:extLst>
</a:theme>
</file>

<file path=ppt/theme/theme2.xml><?xml version="1.0" encoding="utf-8"?>
<a:theme xmlns:a="http://schemas.openxmlformats.org/drawingml/2006/main" name="2_Section Header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TCS Template 2014." id="{4DECABEB-9C5E-4D9D-A1A2-3CBA322E0007}" vid="{2F5473AA-0A36-4030-A975-2CEE7607762B}"/>
    </a:ext>
  </a:extLst>
</a:theme>
</file>

<file path=ppt/theme/theme3.xml><?xml version="1.0" encoding="utf-8"?>
<a:theme xmlns:a="http://schemas.openxmlformats.org/drawingml/2006/main" name="2_Thank You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TCS Template 2014." id="{4DECABEB-9C5E-4D9D-A1A2-3CBA322E0007}" vid="{2F5473AA-0A36-4030-A975-2CEE7607762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21D58A44272E40AE2FBCEDA96F816B" ma:contentTypeVersion="0" ma:contentTypeDescription="Create a new document." ma:contentTypeScope="" ma:versionID="01e8ac6b750e5908eeca9f0b57c104a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6C8B173-9972-4D14-A3AC-BB811AEEC8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8259F1-D46F-4C1F-B26F-8AF262256A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C6A22B0-BCBA-4EBF-85DA-1389332CD98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 PPT Template 2015_16x9</Template>
  <TotalTime>57764</TotalTime>
  <Words>2536</Words>
  <Application>Microsoft Office PowerPoint</Application>
  <PresentationFormat>On-screen Show (16:9)</PresentationFormat>
  <Paragraphs>257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Aptos</vt:lpstr>
      <vt:lpstr>Arial</vt:lpstr>
      <vt:lpstr>Calibri</vt:lpstr>
      <vt:lpstr>Calibri Light</vt:lpstr>
      <vt:lpstr>Cambria Math</vt:lpstr>
      <vt:lpstr>Courier New</vt:lpstr>
      <vt:lpstr>Myriad Pro</vt:lpstr>
      <vt:lpstr>Symbol</vt:lpstr>
      <vt:lpstr>Wingdings</vt:lpstr>
      <vt:lpstr>Corp PPT Template 2017_16x9</vt:lpstr>
      <vt:lpstr>2_Section Header</vt:lpstr>
      <vt:lpstr>2_Thank You</vt:lpstr>
      <vt:lpstr>PowerPoint Presentation</vt:lpstr>
      <vt:lpstr>SAT (Satisfiability) Problem</vt:lpstr>
      <vt:lpstr>SAT (Satisfiability) Problem: Example</vt:lpstr>
      <vt:lpstr>Davis-Putnam-Logemann-Loveland (DPLL) algorithm </vt:lpstr>
      <vt:lpstr>Davis-Putnam-Logemann-Loveland (DPLL) algorithm </vt:lpstr>
      <vt:lpstr>Davis-Putnam-Logemann-Loveland (DPLL) algorithm </vt:lpstr>
      <vt:lpstr>Davis-Putnam-Logemann-Loveland (DPLL) algorithm: Example </vt:lpstr>
      <vt:lpstr>Davis-Putnam-Logemann-Loveland (DPLL) algorithm: Example </vt:lpstr>
      <vt:lpstr>Davis-Putnam-Logemann-Loveland (DPLL) algorithm: Example </vt:lpstr>
      <vt:lpstr>Davis-Putnam-Logemann-Loveland (DPLL) algorithm: Example </vt:lpstr>
      <vt:lpstr>Davis-Putnam-Logemann-Loveland (DPLL) algorithm: Example </vt:lpstr>
      <vt:lpstr>Davis-Putnam-Logemann-Loveland (DPLL) algorithm: Example </vt:lpstr>
      <vt:lpstr>Davis-Putnam-Logemann-Loveland (DPLL) algorithm: Example </vt:lpstr>
      <vt:lpstr>Davis-Putnam-Logemann-Loveland (DPLL) algorithm: Example </vt:lpstr>
      <vt:lpstr>Davis-Putnam-Logemann-Loveland (DPLL) algorithm: Example </vt:lpstr>
      <vt:lpstr>Davis-Putnam-Logemann-Loveland (DPLL) algorithm: Example </vt:lpstr>
      <vt:lpstr>Davis-Putnam-Logemann-Loveland (DPLL) algorithm: Example </vt:lpstr>
      <vt:lpstr>Davis-Putnam-Logemann-Loveland (DPLL) algorithm: Example </vt:lpstr>
      <vt:lpstr>Davis-Putnam-Logemann-Loveland (DPLL) algorithm: Example </vt:lpstr>
      <vt:lpstr>Davis-Putnam-Logemann-Loveland (DPLL) algorithm: Example </vt:lpstr>
      <vt:lpstr>Davis-Putnam-Logemann-Loveland (DPLL) algorithm: Example </vt:lpstr>
      <vt:lpstr>Davis-Putnam-Logemann-Loveland (DPLL) algorithm: Example </vt:lpstr>
      <vt:lpstr>Local Search Algorithms: Hill Climbing </vt:lpstr>
      <vt:lpstr>Local Search Algorithms: Hill Climbing </vt:lpstr>
      <vt:lpstr>Local Search Algorithms: Hill Climbing </vt:lpstr>
      <vt:lpstr>Local Search Algorithms: Hill Climbing </vt:lpstr>
      <vt:lpstr>Local Search Algorithms: Hill Climbing </vt:lpstr>
      <vt:lpstr>Local Search Algorithms: Hill Climbing </vt:lpstr>
      <vt:lpstr>PowerPoint Presentation</vt:lpstr>
    </vt:vector>
  </TitlesOfParts>
  <Company>TCS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Presentation</dc:title>
  <dc:subject>Learn how TCS is positioned for longer term sustainable growth</dc:subject>
  <dc:creator>Tata Consultancy Services</dc:creator>
  <cp:lastModifiedBy>Tarachand Amgoth</cp:lastModifiedBy>
  <cp:revision>1356</cp:revision>
  <dcterms:created xsi:type="dcterms:W3CDTF">2015-09-29T05:13:53Z</dcterms:created>
  <dcterms:modified xsi:type="dcterms:W3CDTF">2025-04-29T16:22:49Z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0x0101009D21D58A44272E40AE2FBCEDA96F816B</vt:lpwstr>
  </property>
</Properties>
</file>