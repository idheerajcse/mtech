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7" r:id="rId4"/>
    <p:sldMasterId id="2147484036" r:id="rId5"/>
    <p:sldMasterId id="2147484038" r:id="rId6"/>
  </p:sldMasterIdLst>
  <p:notesMasterIdLst>
    <p:notesMasterId r:id="rId33"/>
  </p:notesMasterIdLst>
  <p:handoutMasterIdLst>
    <p:handoutMasterId r:id="rId34"/>
  </p:handoutMasterIdLst>
  <p:sldIdLst>
    <p:sldId id="256" r:id="rId7"/>
    <p:sldId id="326" r:id="rId8"/>
    <p:sldId id="345" r:id="rId9"/>
    <p:sldId id="346" r:id="rId10"/>
    <p:sldId id="347" r:id="rId11"/>
    <p:sldId id="348" r:id="rId12"/>
    <p:sldId id="349" r:id="rId13"/>
    <p:sldId id="340" r:id="rId14"/>
    <p:sldId id="327" r:id="rId15"/>
    <p:sldId id="328" r:id="rId16"/>
    <p:sldId id="329" r:id="rId17"/>
    <p:sldId id="330" r:id="rId18"/>
    <p:sldId id="331" r:id="rId19"/>
    <p:sldId id="332" r:id="rId20"/>
    <p:sldId id="333" r:id="rId21"/>
    <p:sldId id="334" r:id="rId22"/>
    <p:sldId id="335" r:id="rId23"/>
    <p:sldId id="336" r:id="rId24"/>
    <p:sldId id="337" r:id="rId25"/>
    <p:sldId id="338" r:id="rId26"/>
    <p:sldId id="339" r:id="rId27"/>
    <p:sldId id="341" r:id="rId28"/>
    <p:sldId id="342" r:id="rId29"/>
    <p:sldId id="343" r:id="rId30"/>
    <p:sldId id="344" r:id="rId31"/>
    <p:sldId id="258" r:id="rId32"/>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4" pos="2880">
          <p15:clr>
            <a:srgbClr val="A4A3A4"/>
          </p15:clr>
        </p15:guide>
        <p15:guide id="5" orient="horz" pos="162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uva  Pardesi" initials="AP" lastIdx="11" clrIdx="0">
    <p:extLst>
      <p:ext uri="{19B8F6BF-5375-455C-9EA6-DF929625EA0E}">
        <p15:presenceInfo xmlns:p15="http://schemas.microsoft.com/office/powerpoint/2012/main" userId="S-1-5-21-1801674531-1177238915-682003330-2129570" providerId="AD"/>
      </p:ext>
    </p:extLst>
  </p:cmAuthor>
  <p:cmAuthor id="2" name="Peshaan Khajotia" initials="PK" lastIdx="53" clrIdx="1">
    <p:extLst>
      <p:ext uri="{19B8F6BF-5375-455C-9EA6-DF929625EA0E}">
        <p15:presenceInfo xmlns:p15="http://schemas.microsoft.com/office/powerpoint/2012/main" userId="S-1-5-21-1801674531-1177238915-682003330-22218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EA2"/>
    <a:srgbClr val="FFFFFF"/>
    <a:srgbClr val="037CA7"/>
    <a:srgbClr val="93478C"/>
    <a:srgbClr val="D53E85"/>
    <a:srgbClr val="612C91"/>
    <a:srgbClr val="007DC5"/>
    <a:srgbClr val="F15A2D"/>
    <a:srgbClr val="724698"/>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9046ED-362C-4788-BF56-EE731E5C5565}" v="217" dt="2024-11-15T06:11:52.774"/>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381" autoAdjust="0"/>
    <p:restoredTop sz="93741" autoAdjust="0"/>
  </p:normalViewPr>
  <p:slideViewPr>
    <p:cSldViewPr snapToObjects="1">
      <p:cViewPr varScale="1">
        <p:scale>
          <a:sx n="84" d="100"/>
          <a:sy n="84" d="100"/>
        </p:scale>
        <p:origin x="1120" y="56"/>
      </p:cViewPr>
      <p:guideLst>
        <p:guide pos="2880"/>
        <p:guide orient="horz" pos="1620"/>
      </p:guideLst>
    </p:cSldViewPr>
  </p:slideViewPr>
  <p:outlineViewPr>
    <p:cViewPr>
      <p:scale>
        <a:sx n="33" d="100"/>
        <a:sy n="33" d="100"/>
      </p:scale>
      <p:origin x="0" y="0"/>
    </p:cViewPr>
  </p:outlineViewPr>
  <p:notesTextViewPr>
    <p:cViewPr>
      <p:scale>
        <a:sx n="66" d="100"/>
        <a:sy n="66" d="100"/>
      </p:scale>
      <p:origin x="0" y="0"/>
    </p:cViewPr>
  </p:notesTextViewPr>
  <p:sorterViewPr>
    <p:cViewPr varScale="1">
      <p:scale>
        <a:sx n="100" d="100"/>
        <a:sy n="100" d="100"/>
      </p:scale>
      <p:origin x="0" y="0"/>
    </p:cViewPr>
  </p:sorterViewPr>
  <p:notesViewPr>
    <p:cSldViewPr snapToObjects="1" showGuides="1">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bleStyles" Target="tableStyles.xml"/><Relationship Id="rId21" Type="http://schemas.openxmlformats.org/officeDocument/2006/relationships/slide" Target="slides/slide15.xml"/><Relationship Id="rId34" Type="http://schemas.openxmlformats.org/officeDocument/2006/relationships/handoutMaster" Target="handoutMasters/handoutMaster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commentAuthors" Target="commen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chand Amgoth" userId="ea017c71-c3c5-459d-b04b-915c0e816ad1" providerId="ADAL" clId="{0C9046ED-362C-4788-BF56-EE731E5C5565}"/>
    <pc:docChg chg="undo custSel addSld delSld modSld">
      <pc:chgData name="Tarachand Amgoth" userId="ea017c71-c3c5-459d-b04b-915c0e816ad1" providerId="ADAL" clId="{0C9046ED-362C-4788-BF56-EE731E5C5565}" dt="2024-11-15T06:13:28.315" v="875" actId="2711"/>
      <pc:docMkLst>
        <pc:docMk/>
      </pc:docMkLst>
      <pc:sldChg chg="modSp mod">
        <pc:chgData name="Tarachand Amgoth" userId="ea017c71-c3c5-459d-b04b-915c0e816ad1" providerId="ADAL" clId="{0C9046ED-362C-4788-BF56-EE731E5C5565}" dt="2024-11-15T05:04:02.961" v="81" actId="20577"/>
        <pc:sldMkLst>
          <pc:docMk/>
          <pc:sldMk cId="2611437373" sldId="256"/>
        </pc:sldMkLst>
        <pc:spChg chg="mod">
          <ac:chgData name="Tarachand Amgoth" userId="ea017c71-c3c5-459d-b04b-915c0e816ad1" providerId="ADAL" clId="{0C9046ED-362C-4788-BF56-EE731E5C5565}" dt="2024-11-15T05:04:02.961" v="81" actId="20577"/>
          <ac:spMkLst>
            <pc:docMk/>
            <pc:sldMk cId="2611437373" sldId="256"/>
            <ac:spMk id="3" creationId="{00000000-0000-0000-0000-000000000000}"/>
          </ac:spMkLst>
        </pc:spChg>
        <pc:spChg chg="mod">
          <ac:chgData name="Tarachand Amgoth" userId="ea017c71-c3c5-459d-b04b-915c0e816ad1" providerId="ADAL" clId="{0C9046ED-362C-4788-BF56-EE731E5C5565}" dt="2024-11-15T05:03:48.620" v="48" actId="20577"/>
          <ac:spMkLst>
            <pc:docMk/>
            <pc:sldMk cId="2611437373" sldId="256"/>
            <ac:spMk id="4" creationId="{8858B8A9-05BB-EF9F-4232-62A7D5D5DCBD}"/>
          </ac:spMkLst>
        </pc:spChg>
      </pc:sldChg>
      <pc:sldChg chg="addSp delSp modSp mod">
        <pc:chgData name="Tarachand Amgoth" userId="ea017c71-c3c5-459d-b04b-915c0e816ad1" providerId="ADAL" clId="{0C9046ED-362C-4788-BF56-EE731E5C5565}" dt="2024-11-15T06:03:47.265" v="747" actId="1036"/>
        <pc:sldMkLst>
          <pc:docMk/>
          <pc:sldMk cId="2862923213" sldId="326"/>
        </pc:sldMkLst>
        <pc:spChg chg="mod">
          <ac:chgData name="Tarachand Amgoth" userId="ea017c71-c3c5-459d-b04b-915c0e816ad1" providerId="ADAL" clId="{0C9046ED-362C-4788-BF56-EE731E5C5565}" dt="2024-11-15T05:54:55.307" v="640" actId="6549"/>
          <ac:spMkLst>
            <pc:docMk/>
            <pc:sldMk cId="2862923213" sldId="326"/>
            <ac:spMk id="2" creationId="{00000000-0000-0000-0000-000000000000}"/>
          </ac:spMkLst>
        </pc:spChg>
        <pc:spChg chg="del mod">
          <ac:chgData name="Tarachand Amgoth" userId="ea017c71-c3c5-459d-b04b-915c0e816ad1" providerId="ADAL" clId="{0C9046ED-362C-4788-BF56-EE731E5C5565}" dt="2024-11-15T05:55:00.701" v="641" actId="478"/>
          <ac:spMkLst>
            <pc:docMk/>
            <pc:sldMk cId="2862923213" sldId="326"/>
            <ac:spMk id="3" creationId="{ABA9622D-524A-F11B-9360-F4DEACF41266}"/>
          </ac:spMkLst>
        </pc:spChg>
        <pc:spChg chg="add mod">
          <ac:chgData name="Tarachand Amgoth" userId="ea017c71-c3c5-459d-b04b-915c0e816ad1" providerId="ADAL" clId="{0C9046ED-362C-4788-BF56-EE731E5C5565}" dt="2024-11-15T06:03:47.265" v="747" actId="1036"/>
          <ac:spMkLst>
            <pc:docMk/>
            <pc:sldMk cId="2862923213" sldId="326"/>
            <ac:spMk id="7" creationId="{FE2CA48D-ADDA-5728-A0E5-88DF5015C37A}"/>
          </ac:spMkLst>
        </pc:spChg>
        <pc:picChg chg="del">
          <ac:chgData name="Tarachand Amgoth" userId="ea017c71-c3c5-459d-b04b-915c0e816ad1" providerId="ADAL" clId="{0C9046ED-362C-4788-BF56-EE731E5C5565}" dt="2024-11-15T05:04:16.959" v="82" actId="478"/>
          <ac:picMkLst>
            <pc:docMk/>
            <pc:sldMk cId="2862923213" sldId="326"/>
            <ac:picMk id="1026" creationId="{A74F6813-73B6-881D-01F2-7E2B5960A1A8}"/>
          </ac:picMkLst>
        </pc:picChg>
      </pc:sldChg>
      <pc:sldChg chg="del">
        <pc:chgData name="Tarachand Amgoth" userId="ea017c71-c3c5-459d-b04b-915c0e816ad1" providerId="ADAL" clId="{0C9046ED-362C-4788-BF56-EE731E5C5565}" dt="2024-11-15T05:28:50.359" v="155" actId="47"/>
        <pc:sldMkLst>
          <pc:docMk/>
          <pc:sldMk cId="415434240" sldId="327"/>
        </pc:sldMkLst>
      </pc:sldChg>
      <pc:sldChg chg="addSp delSp modSp add mod">
        <pc:chgData name="Tarachand Amgoth" userId="ea017c71-c3c5-459d-b04b-915c0e816ad1" providerId="ADAL" clId="{0C9046ED-362C-4788-BF56-EE731E5C5565}" dt="2024-11-15T05:30:55.459" v="272" actId="14100"/>
        <pc:sldMkLst>
          <pc:docMk/>
          <pc:sldMk cId="2115576892" sldId="327"/>
        </pc:sldMkLst>
        <pc:spChg chg="mod">
          <ac:chgData name="Tarachand Amgoth" userId="ea017c71-c3c5-459d-b04b-915c0e816ad1" providerId="ADAL" clId="{0C9046ED-362C-4788-BF56-EE731E5C5565}" dt="2024-11-15T05:30:14.778" v="230" actId="20577"/>
          <ac:spMkLst>
            <pc:docMk/>
            <pc:sldMk cId="2115576892" sldId="327"/>
            <ac:spMk id="2" creationId="{BFAF9E76-7E9C-AE88-D0B2-F55FF511FAA0}"/>
          </ac:spMkLst>
        </pc:spChg>
        <pc:spChg chg="del">
          <ac:chgData name="Tarachand Amgoth" userId="ea017c71-c3c5-459d-b04b-915c0e816ad1" providerId="ADAL" clId="{0C9046ED-362C-4788-BF56-EE731E5C5565}" dt="2024-11-15T05:29:29.983" v="180" actId="478"/>
          <ac:spMkLst>
            <pc:docMk/>
            <pc:sldMk cId="2115576892" sldId="327"/>
            <ac:spMk id="3" creationId="{5E3A3494-2A79-3341-ECE7-15C9B62AC32C}"/>
          </ac:spMkLst>
        </pc:spChg>
        <pc:spChg chg="add mod">
          <ac:chgData name="Tarachand Amgoth" userId="ea017c71-c3c5-459d-b04b-915c0e816ad1" providerId="ADAL" clId="{0C9046ED-362C-4788-BF56-EE731E5C5565}" dt="2024-11-15T05:30:55.459" v="272" actId="14100"/>
          <ac:spMkLst>
            <pc:docMk/>
            <pc:sldMk cId="2115576892" sldId="327"/>
            <ac:spMk id="7" creationId="{7ED77F39-35D0-1DB1-2CC0-CB9F83E0DE6D}"/>
          </ac:spMkLst>
        </pc:spChg>
      </pc:sldChg>
      <pc:sldChg chg="addSp delSp modSp add mod">
        <pc:chgData name="Tarachand Amgoth" userId="ea017c71-c3c5-459d-b04b-915c0e816ad1" providerId="ADAL" clId="{0C9046ED-362C-4788-BF56-EE731E5C5565}" dt="2024-11-15T05:33:42.477" v="307" actId="255"/>
        <pc:sldMkLst>
          <pc:docMk/>
          <pc:sldMk cId="2286238990" sldId="328"/>
        </pc:sldMkLst>
        <pc:spChg chg="add mod">
          <ac:chgData name="Tarachand Amgoth" userId="ea017c71-c3c5-459d-b04b-915c0e816ad1" providerId="ADAL" clId="{0C9046ED-362C-4788-BF56-EE731E5C5565}" dt="2024-11-15T05:33:42.477" v="307" actId="255"/>
          <ac:spMkLst>
            <pc:docMk/>
            <pc:sldMk cId="2286238990" sldId="328"/>
            <ac:spMk id="3" creationId="{C574DCE1-C18F-E0C6-25BE-C81CC275EE18}"/>
          </ac:spMkLst>
        </pc:spChg>
        <pc:spChg chg="del">
          <ac:chgData name="Tarachand Amgoth" userId="ea017c71-c3c5-459d-b04b-915c0e816ad1" providerId="ADAL" clId="{0C9046ED-362C-4788-BF56-EE731E5C5565}" dt="2024-11-15T05:31:26.278" v="275" actId="478"/>
          <ac:spMkLst>
            <pc:docMk/>
            <pc:sldMk cId="2286238990" sldId="328"/>
            <ac:spMk id="7" creationId="{B0C4614C-D74F-C49A-D195-D1B6C4AC8235}"/>
          </ac:spMkLst>
        </pc:spChg>
      </pc:sldChg>
      <pc:sldChg chg="del">
        <pc:chgData name="Tarachand Amgoth" userId="ea017c71-c3c5-459d-b04b-915c0e816ad1" providerId="ADAL" clId="{0C9046ED-362C-4788-BF56-EE731E5C5565}" dt="2024-11-15T05:28:50.722" v="157" actId="47"/>
        <pc:sldMkLst>
          <pc:docMk/>
          <pc:sldMk cId="3540538962" sldId="328"/>
        </pc:sldMkLst>
      </pc:sldChg>
      <pc:sldChg chg="del">
        <pc:chgData name="Tarachand Amgoth" userId="ea017c71-c3c5-459d-b04b-915c0e816ad1" providerId="ADAL" clId="{0C9046ED-362C-4788-BF56-EE731E5C5565}" dt="2024-11-15T05:28:50.551" v="156" actId="47"/>
        <pc:sldMkLst>
          <pc:docMk/>
          <pc:sldMk cId="3199163037" sldId="329"/>
        </pc:sldMkLst>
      </pc:sldChg>
      <pc:sldChg chg="addSp delSp modSp add mod">
        <pc:chgData name="Tarachand Amgoth" userId="ea017c71-c3c5-459d-b04b-915c0e816ad1" providerId="ADAL" clId="{0C9046ED-362C-4788-BF56-EE731E5C5565}" dt="2024-11-15T05:35:05.447" v="327" actId="255"/>
        <pc:sldMkLst>
          <pc:docMk/>
          <pc:sldMk cId="4123578422" sldId="329"/>
        </pc:sldMkLst>
        <pc:spChg chg="add del">
          <ac:chgData name="Tarachand Amgoth" userId="ea017c71-c3c5-459d-b04b-915c0e816ad1" providerId="ADAL" clId="{0C9046ED-362C-4788-BF56-EE731E5C5565}" dt="2024-11-15T05:34:14.810" v="312" actId="478"/>
          <ac:spMkLst>
            <pc:docMk/>
            <pc:sldMk cId="4123578422" sldId="329"/>
            <ac:spMk id="3" creationId="{C8B363DB-10CF-203C-8416-1DFA4F5D04B0}"/>
          </ac:spMkLst>
        </pc:spChg>
        <pc:spChg chg="add del mod">
          <ac:chgData name="Tarachand Amgoth" userId="ea017c71-c3c5-459d-b04b-915c0e816ad1" providerId="ADAL" clId="{0C9046ED-362C-4788-BF56-EE731E5C5565}" dt="2024-11-15T05:35:05.447" v="327" actId="255"/>
          <ac:spMkLst>
            <pc:docMk/>
            <pc:sldMk cId="4123578422" sldId="329"/>
            <ac:spMk id="7" creationId="{8F3CEC3F-F2D4-8DC5-D4E5-B18D44477FF2}"/>
          </ac:spMkLst>
        </pc:spChg>
      </pc:sldChg>
      <pc:sldChg chg="addSp delSp modSp add mod">
        <pc:chgData name="Tarachand Amgoth" userId="ea017c71-c3c5-459d-b04b-915c0e816ad1" providerId="ADAL" clId="{0C9046ED-362C-4788-BF56-EE731E5C5565}" dt="2024-11-15T05:39:19.065" v="437" actId="1036"/>
        <pc:sldMkLst>
          <pc:docMk/>
          <pc:sldMk cId="500218812" sldId="330"/>
        </pc:sldMkLst>
        <pc:spChg chg="add mod">
          <ac:chgData name="Tarachand Amgoth" userId="ea017c71-c3c5-459d-b04b-915c0e816ad1" providerId="ADAL" clId="{0C9046ED-362C-4788-BF56-EE731E5C5565}" dt="2024-11-15T05:38:45.053" v="407" actId="1038"/>
          <ac:spMkLst>
            <pc:docMk/>
            <pc:sldMk cId="500218812" sldId="330"/>
            <ac:spMk id="3" creationId="{C10A4724-8358-2D94-B8B6-1A88020047C6}"/>
          </ac:spMkLst>
        </pc:spChg>
        <pc:spChg chg="del">
          <ac:chgData name="Tarachand Amgoth" userId="ea017c71-c3c5-459d-b04b-915c0e816ad1" providerId="ADAL" clId="{0C9046ED-362C-4788-BF56-EE731E5C5565}" dt="2024-11-15T05:35:42.961" v="337" actId="478"/>
          <ac:spMkLst>
            <pc:docMk/>
            <pc:sldMk cId="500218812" sldId="330"/>
            <ac:spMk id="4" creationId="{EBDAF515-ACC3-FBDE-6661-23618A6CD999}"/>
          </ac:spMkLst>
        </pc:spChg>
        <pc:spChg chg="mod">
          <ac:chgData name="Tarachand Amgoth" userId="ea017c71-c3c5-459d-b04b-915c0e816ad1" providerId="ADAL" clId="{0C9046ED-362C-4788-BF56-EE731E5C5565}" dt="2024-11-15T05:38:18.791" v="374" actId="1035"/>
          <ac:spMkLst>
            <pc:docMk/>
            <pc:sldMk cId="500218812" sldId="330"/>
            <ac:spMk id="7" creationId="{272E42A6-D9F2-5997-3910-26D8875D863C}"/>
          </ac:spMkLst>
        </pc:spChg>
        <pc:spChg chg="add mod">
          <ac:chgData name="Tarachand Amgoth" userId="ea017c71-c3c5-459d-b04b-915c0e816ad1" providerId="ADAL" clId="{0C9046ED-362C-4788-BF56-EE731E5C5565}" dt="2024-11-15T05:39:19.065" v="437" actId="1036"/>
          <ac:spMkLst>
            <pc:docMk/>
            <pc:sldMk cId="500218812" sldId="330"/>
            <ac:spMk id="8" creationId="{48624699-A786-2092-CE89-66EF27AE6D88}"/>
          </ac:spMkLst>
        </pc:spChg>
      </pc:sldChg>
      <pc:sldChg chg="del">
        <pc:chgData name="Tarachand Amgoth" userId="ea017c71-c3c5-459d-b04b-915c0e816ad1" providerId="ADAL" clId="{0C9046ED-362C-4788-BF56-EE731E5C5565}" dt="2024-11-15T05:28:50.895" v="158" actId="47"/>
        <pc:sldMkLst>
          <pc:docMk/>
          <pc:sldMk cId="3317778929" sldId="330"/>
        </pc:sldMkLst>
      </pc:sldChg>
      <pc:sldChg chg="addSp delSp modSp add mod">
        <pc:chgData name="Tarachand Amgoth" userId="ea017c71-c3c5-459d-b04b-915c0e816ad1" providerId="ADAL" clId="{0C9046ED-362C-4788-BF56-EE731E5C5565}" dt="2024-11-15T05:41:08.126" v="459" actId="1037"/>
        <pc:sldMkLst>
          <pc:docMk/>
          <pc:sldMk cId="1301767795" sldId="331"/>
        </pc:sldMkLst>
        <pc:spChg chg="del">
          <ac:chgData name="Tarachand Amgoth" userId="ea017c71-c3c5-459d-b04b-915c0e816ad1" providerId="ADAL" clId="{0C9046ED-362C-4788-BF56-EE731E5C5565}" dt="2024-11-15T05:36:46.365" v="352" actId="478"/>
          <ac:spMkLst>
            <pc:docMk/>
            <pc:sldMk cId="1301767795" sldId="331"/>
            <ac:spMk id="3" creationId="{B84AD0AC-84A1-19BE-4CDD-7D0642D3DC66}"/>
          </ac:spMkLst>
        </pc:spChg>
        <pc:spChg chg="add del mod">
          <ac:chgData name="Tarachand Amgoth" userId="ea017c71-c3c5-459d-b04b-915c0e816ad1" providerId="ADAL" clId="{0C9046ED-362C-4788-BF56-EE731E5C5565}" dt="2024-11-15T05:39:35.503" v="438" actId="478"/>
          <ac:spMkLst>
            <pc:docMk/>
            <pc:sldMk cId="1301767795" sldId="331"/>
            <ac:spMk id="4" creationId="{D6455A45-5C16-6C02-C595-1FD3CFD99266}"/>
          </ac:spMkLst>
        </pc:spChg>
        <pc:spChg chg="mod">
          <ac:chgData name="Tarachand Amgoth" userId="ea017c71-c3c5-459d-b04b-915c0e816ad1" providerId="ADAL" clId="{0C9046ED-362C-4788-BF56-EE731E5C5565}" dt="2024-11-15T05:36:50.124" v="356" actId="1035"/>
          <ac:spMkLst>
            <pc:docMk/>
            <pc:sldMk cId="1301767795" sldId="331"/>
            <ac:spMk id="7" creationId="{48139CD4-29EF-9E91-0811-18B9098B278D}"/>
          </ac:spMkLst>
        </pc:spChg>
        <pc:spChg chg="add mod">
          <ac:chgData name="Tarachand Amgoth" userId="ea017c71-c3c5-459d-b04b-915c0e816ad1" providerId="ADAL" clId="{0C9046ED-362C-4788-BF56-EE731E5C5565}" dt="2024-11-15T05:41:08.126" v="459" actId="1037"/>
          <ac:spMkLst>
            <pc:docMk/>
            <pc:sldMk cId="1301767795" sldId="331"/>
            <ac:spMk id="8" creationId="{8EB4514F-D791-9550-8AFC-1869AFCF69EF}"/>
          </ac:spMkLst>
        </pc:spChg>
      </pc:sldChg>
      <pc:sldChg chg="del">
        <pc:chgData name="Tarachand Amgoth" userId="ea017c71-c3c5-459d-b04b-915c0e816ad1" providerId="ADAL" clId="{0C9046ED-362C-4788-BF56-EE731E5C5565}" dt="2024-11-15T05:28:51.052" v="159" actId="47"/>
        <pc:sldMkLst>
          <pc:docMk/>
          <pc:sldMk cId="3316731106" sldId="331"/>
        </pc:sldMkLst>
      </pc:sldChg>
      <pc:sldChg chg="del">
        <pc:chgData name="Tarachand Amgoth" userId="ea017c71-c3c5-459d-b04b-915c0e816ad1" providerId="ADAL" clId="{0C9046ED-362C-4788-BF56-EE731E5C5565}" dt="2024-11-15T05:28:51.225" v="160" actId="47"/>
        <pc:sldMkLst>
          <pc:docMk/>
          <pc:sldMk cId="2079112199" sldId="332"/>
        </pc:sldMkLst>
      </pc:sldChg>
      <pc:sldChg chg="addSp delSp modSp add mod">
        <pc:chgData name="Tarachand Amgoth" userId="ea017c71-c3c5-459d-b04b-915c0e816ad1" providerId="ADAL" clId="{0C9046ED-362C-4788-BF56-EE731E5C5565}" dt="2024-11-15T05:43:01.444" v="485" actId="20577"/>
        <pc:sldMkLst>
          <pc:docMk/>
          <pc:sldMk cId="3705091318" sldId="332"/>
        </pc:sldMkLst>
        <pc:spChg chg="add mod">
          <ac:chgData name="Tarachand Amgoth" userId="ea017c71-c3c5-459d-b04b-915c0e816ad1" providerId="ADAL" clId="{0C9046ED-362C-4788-BF56-EE731E5C5565}" dt="2024-11-15T05:43:01.444" v="485" actId="20577"/>
          <ac:spMkLst>
            <pc:docMk/>
            <pc:sldMk cId="3705091318" sldId="332"/>
            <ac:spMk id="3" creationId="{757EEF23-2574-B967-24AF-FB4F25BDF6E3}"/>
          </ac:spMkLst>
        </pc:spChg>
        <pc:spChg chg="mod">
          <ac:chgData name="Tarachand Amgoth" userId="ea017c71-c3c5-459d-b04b-915c0e816ad1" providerId="ADAL" clId="{0C9046ED-362C-4788-BF56-EE731E5C5565}" dt="2024-11-15T05:42:15.751" v="478" actId="1037"/>
          <ac:spMkLst>
            <pc:docMk/>
            <pc:sldMk cId="3705091318" sldId="332"/>
            <ac:spMk id="7" creationId="{05E69824-B1F8-6F9C-16F2-5A8B76B8D151}"/>
          </ac:spMkLst>
        </pc:spChg>
        <pc:spChg chg="del">
          <ac:chgData name="Tarachand Amgoth" userId="ea017c71-c3c5-459d-b04b-915c0e816ad1" providerId="ADAL" clId="{0C9046ED-362C-4788-BF56-EE731E5C5565}" dt="2024-11-15T05:41:33.355" v="461" actId="478"/>
          <ac:spMkLst>
            <pc:docMk/>
            <pc:sldMk cId="3705091318" sldId="332"/>
            <ac:spMk id="8" creationId="{4A61B79F-F8CC-4BFD-A5E7-6E348443A3AA}"/>
          </ac:spMkLst>
        </pc:spChg>
      </pc:sldChg>
      <pc:sldChg chg="modSp add mod">
        <pc:chgData name="Tarachand Amgoth" userId="ea017c71-c3c5-459d-b04b-915c0e816ad1" providerId="ADAL" clId="{0C9046ED-362C-4788-BF56-EE731E5C5565}" dt="2024-11-15T05:43:18.824" v="491" actId="20577"/>
        <pc:sldMkLst>
          <pc:docMk/>
          <pc:sldMk cId="934450665" sldId="333"/>
        </pc:sldMkLst>
        <pc:spChg chg="mod">
          <ac:chgData name="Tarachand Amgoth" userId="ea017c71-c3c5-459d-b04b-915c0e816ad1" providerId="ADAL" clId="{0C9046ED-362C-4788-BF56-EE731E5C5565}" dt="2024-11-15T05:43:18.824" v="491" actId="20577"/>
          <ac:spMkLst>
            <pc:docMk/>
            <pc:sldMk cId="934450665" sldId="333"/>
            <ac:spMk id="3" creationId="{6E20964F-71B3-4989-891D-E27885CAD531}"/>
          </ac:spMkLst>
        </pc:spChg>
      </pc:sldChg>
      <pc:sldChg chg="del">
        <pc:chgData name="Tarachand Amgoth" userId="ea017c71-c3c5-459d-b04b-915c0e816ad1" providerId="ADAL" clId="{0C9046ED-362C-4788-BF56-EE731E5C5565}" dt="2024-11-15T05:28:52.843" v="170" actId="47"/>
        <pc:sldMkLst>
          <pc:docMk/>
          <pc:sldMk cId="2022881396" sldId="333"/>
        </pc:sldMkLst>
      </pc:sldChg>
      <pc:sldChg chg="del">
        <pc:chgData name="Tarachand Amgoth" userId="ea017c71-c3c5-459d-b04b-915c0e816ad1" providerId="ADAL" clId="{0C9046ED-362C-4788-BF56-EE731E5C5565}" dt="2024-11-15T05:28:53.409" v="171" actId="47"/>
        <pc:sldMkLst>
          <pc:docMk/>
          <pc:sldMk cId="1122193386" sldId="334"/>
        </pc:sldMkLst>
      </pc:sldChg>
      <pc:sldChg chg="addSp delSp modSp add mod">
        <pc:chgData name="Tarachand Amgoth" userId="ea017c71-c3c5-459d-b04b-915c0e816ad1" providerId="ADAL" clId="{0C9046ED-362C-4788-BF56-EE731E5C5565}" dt="2024-11-15T05:45:17.656" v="517" actId="1035"/>
        <pc:sldMkLst>
          <pc:docMk/>
          <pc:sldMk cId="1992190590" sldId="334"/>
        </pc:sldMkLst>
        <pc:spChg chg="del">
          <ac:chgData name="Tarachand Amgoth" userId="ea017c71-c3c5-459d-b04b-915c0e816ad1" providerId="ADAL" clId="{0C9046ED-362C-4788-BF56-EE731E5C5565}" dt="2024-11-15T05:44:00.586" v="494" actId="478"/>
          <ac:spMkLst>
            <pc:docMk/>
            <pc:sldMk cId="1992190590" sldId="334"/>
            <ac:spMk id="3" creationId="{71ED88CE-FB89-7F46-D961-1305A59E390E}"/>
          </ac:spMkLst>
        </pc:spChg>
        <pc:spChg chg="add mod">
          <ac:chgData name="Tarachand Amgoth" userId="ea017c71-c3c5-459d-b04b-915c0e816ad1" providerId="ADAL" clId="{0C9046ED-362C-4788-BF56-EE731E5C5565}" dt="2024-11-15T05:45:17.656" v="517" actId="1035"/>
          <ac:spMkLst>
            <pc:docMk/>
            <pc:sldMk cId="1992190590" sldId="334"/>
            <ac:spMk id="4" creationId="{59938BF7-086C-5819-7DAC-93ECECBD7B13}"/>
          </ac:spMkLst>
        </pc:spChg>
        <pc:spChg chg="mod">
          <ac:chgData name="Tarachand Amgoth" userId="ea017c71-c3c5-459d-b04b-915c0e816ad1" providerId="ADAL" clId="{0C9046ED-362C-4788-BF56-EE731E5C5565}" dt="2024-11-15T05:45:00.459" v="511" actId="1035"/>
          <ac:spMkLst>
            <pc:docMk/>
            <pc:sldMk cId="1992190590" sldId="334"/>
            <ac:spMk id="7" creationId="{B0798957-4025-5CE6-597F-FE0EDCBDF29A}"/>
          </ac:spMkLst>
        </pc:spChg>
      </pc:sldChg>
      <pc:sldChg chg="del">
        <pc:chgData name="Tarachand Amgoth" userId="ea017c71-c3c5-459d-b04b-915c0e816ad1" providerId="ADAL" clId="{0C9046ED-362C-4788-BF56-EE731E5C5565}" dt="2024-11-15T05:28:53.597" v="172" actId="47"/>
        <pc:sldMkLst>
          <pc:docMk/>
          <pc:sldMk cId="1689212524" sldId="335"/>
        </pc:sldMkLst>
      </pc:sldChg>
      <pc:sldChg chg="addSp delSp modSp add mod">
        <pc:chgData name="Tarachand Amgoth" userId="ea017c71-c3c5-459d-b04b-915c0e816ad1" providerId="ADAL" clId="{0C9046ED-362C-4788-BF56-EE731E5C5565}" dt="2024-11-15T06:13:28.315" v="875" actId="2711"/>
        <pc:sldMkLst>
          <pc:docMk/>
          <pc:sldMk cId="2905096317" sldId="335"/>
        </pc:sldMkLst>
        <pc:spChg chg="mod">
          <ac:chgData name="Tarachand Amgoth" userId="ea017c71-c3c5-459d-b04b-915c0e816ad1" providerId="ADAL" clId="{0C9046ED-362C-4788-BF56-EE731E5C5565}" dt="2024-11-15T05:45:51.387" v="545" actId="20577"/>
          <ac:spMkLst>
            <pc:docMk/>
            <pc:sldMk cId="2905096317" sldId="335"/>
            <ac:spMk id="2" creationId="{569E84ED-62C4-4270-C7CF-60366CF2A8E8}"/>
          </ac:spMkLst>
        </pc:spChg>
        <pc:spChg chg="del">
          <ac:chgData name="Tarachand Amgoth" userId="ea017c71-c3c5-459d-b04b-915c0e816ad1" providerId="ADAL" clId="{0C9046ED-362C-4788-BF56-EE731E5C5565}" dt="2024-11-15T05:45:36.257" v="519" actId="478"/>
          <ac:spMkLst>
            <pc:docMk/>
            <pc:sldMk cId="2905096317" sldId="335"/>
            <ac:spMk id="4" creationId="{EC29E6FD-782F-719A-A092-BECE56138888}"/>
          </ac:spMkLst>
        </pc:spChg>
        <pc:spChg chg="del">
          <ac:chgData name="Tarachand Amgoth" userId="ea017c71-c3c5-459d-b04b-915c0e816ad1" providerId="ADAL" clId="{0C9046ED-362C-4788-BF56-EE731E5C5565}" dt="2024-11-15T05:45:39.131" v="520" actId="478"/>
          <ac:spMkLst>
            <pc:docMk/>
            <pc:sldMk cId="2905096317" sldId="335"/>
            <ac:spMk id="7" creationId="{F07C541D-4395-F03C-911E-66135781B78E}"/>
          </ac:spMkLst>
        </pc:spChg>
        <pc:spChg chg="add mod">
          <ac:chgData name="Tarachand Amgoth" userId="ea017c71-c3c5-459d-b04b-915c0e816ad1" providerId="ADAL" clId="{0C9046ED-362C-4788-BF56-EE731E5C5565}" dt="2024-11-15T06:13:28.315" v="875" actId="2711"/>
          <ac:spMkLst>
            <pc:docMk/>
            <pc:sldMk cId="2905096317" sldId="335"/>
            <ac:spMk id="8" creationId="{E1EA2A5D-A0DF-77BD-78BA-A45F36113AE3}"/>
          </ac:spMkLst>
        </pc:spChg>
      </pc:sldChg>
      <pc:sldChg chg="del">
        <pc:chgData name="Tarachand Amgoth" userId="ea017c71-c3c5-459d-b04b-915c0e816ad1" providerId="ADAL" clId="{0C9046ED-362C-4788-BF56-EE731E5C5565}" dt="2024-11-15T05:28:51.381" v="161" actId="47"/>
        <pc:sldMkLst>
          <pc:docMk/>
          <pc:sldMk cId="1822353918" sldId="336"/>
        </pc:sldMkLst>
      </pc:sldChg>
      <pc:sldChg chg="addSp delSp modSp add mod">
        <pc:chgData name="Tarachand Amgoth" userId="ea017c71-c3c5-459d-b04b-915c0e816ad1" providerId="ADAL" clId="{0C9046ED-362C-4788-BF56-EE731E5C5565}" dt="2024-11-15T05:48:19.358" v="568" actId="207"/>
        <pc:sldMkLst>
          <pc:docMk/>
          <pc:sldMk cId="3567171923" sldId="336"/>
        </pc:sldMkLst>
        <pc:spChg chg="add mod">
          <ac:chgData name="Tarachand Amgoth" userId="ea017c71-c3c5-459d-b04b-915c0e816ad1" providerId="ADAL" clId="{0C9046ED-362C-4788-BF56-EE731E5C5565}" dt="2024-11-15T05:48:19.358" v="568" actId="207"/>
          <ac:spMkLst>
            <pc:docMk/>
            <pc:sldMk cId="3567171923" sldId="336"/>
            <ac:spMk id="3" creationId="{B8E48FAD-D108-C436-6E9C-97162A83ABA7}"/>
          </ac:spMkLst>
        </pc:spChg>
        <pc:spChg chg="del">
          <ac:chgData name="Tarachand Amgoth" userId="ea017c71-c3c5-459d-b04b-915c0e816ad1" providerId="ADAL" clId="{0C9046ED-362C-4788-BF56-EE731E5C5565}" dt="2024-11-15T05:47:21.882" v="556" actId="478"/>
          <ac:spMkLst>
            <pc:docMk/>
            <pc:sldMk cId="3567171923" sldId="336"/>
            <ac:spMk id="8" creationId="{35EFACCF-75B1-88C9-8A92-EA1DF6C828E9}"/>
          </ac:spMkLst>
        </pc:spChg>
      </pc:sldChg>
      <pc:sldChg chg="addSp modSp add mod">
        <pc:chgData name="Tarachand Amgoth" userId="ea017c71-c3c5-459d-b04b-915c0e816ad1" providerId="ADAL" clId="{0C9046ED-362C-4788-BF56-EE731E5C5565}" dt="2024-11-15T05:50:07.261" v="597" actId="1038"/>
        <pc:sldMkLst>
          <pc:docMk/>
          <pc:sldMk cId="3439771363" sldId="337"/>
        </pc:sldMkLst>
        <pc:spChg chg="mod">
          <ac:chgData name="Tarachand Amgoth" userId="ea017c71-c3c5-459d-b04b-915c0e816ad1" providerId="ADAL" clId="{0C9046ED-362C-4788-BF56-EE731E5C5565}" dt="2024-11-15T05:49:06.583" v="571" actId="1076"/>
          <ac:spMkLst>
            <pc:docMk/>
            <pc:sldMk cId="3439771363" sldId="337"/>
            <ac:spMk id="3" creationId="{E707F564-50CD-DA6C-3459-8E1EE0DE5BE3}"/>
          </ac:spMkLst>
        </pc:spChg>
        <pc:spChg chg="add mod">
          <ac:chgData name="Tarachand Amgoth" userId="ea017c71-c3c5-459d-b04b-915c0e816ad1" providerId="ADAL" clId="{0C9046ED-362C-4788-BF56-EE731E5C5565}" dt="2024-11-15T05:50:07.261" v="597" actId="1038"/>
          <ac:spMkLst>
            <pc:docMk/>
            <pc:sldMk cId="3439771363" sldId="337"/>
            <ac:spMk id="4" creationId="{53CB7240-0A83-1E5E-1ACF-D5111B2E1756}"/>
          </ac:spMkLst>
        </pc:spChg>
      </pc:sldChg>
      <pc:sldChg chg="del">
        <pc:chgData name="Tarachand Amgoth" userId="ea017c71-c3c5-459d-b04b-915c0e816ad1" providerId="ADAL" clId="{0C9046ED-362C-4788-BF56-EE731E5C5565}" dt="2024-11-15T05:28:51.868" v="164" actId="47"/>
        <pc:sldMkLst>
          <pc:docMk/>
          <pc:sldMk cId="3547223654" sldId="337"/>
        </pc:sldMkLst>
      </pc:sldChg>
      <pc:sldChg chg="del">
        <pc:chgData name="Tarachand Amgoth" userId="ea017c71-c3c5-459d-b04b-915c0e816ad1" providerId="ADAL" clId="{0C9046ED-362C-4788-BF56-EE731E5C5565}" dt="2024-11-15T05:28:52.025" v="165" actId="47"/>
        <pc:sldMkLst>
          <pc:docMk/>
          <pc:sldMk cId="17559793" sldId="338"/>
        </pc:sldMkLst>
      </pc:sldChg>
      <pc:sldChg chg="addSp delSp modSp add mod">
        <pc:chgData name="Tarachand Amgoth" userId="ea017c71-c3c5-459d-b04b-915c0e816ad1" providerId="ADAL" clId="{0C9046ED-362C-4788-BF56-EE731E5C5565}" dt="2024-11-15T06:12:29.016" v="874" actId="207"/>
        <pc:sldMkLst>
          <pc:docMk/>
          <pc:sldMk cId="2844603456" sldId="338"/>
        </pc:sldMkLst>
        <pc:spChg chg="mod">
          <ac:chgData name="Tarachand Amgoth" userId="ea017c71-c3c5-459d-b04b-915c0e816ad1" providerId="ADAL" clId="{0C9046ED-362C-4788-BF56-EE731E5C5565}" dt="2024-11-15T05:51:22.537" v="611" actId="1035"/>
          <ac:spMkLst>
            <pc:docMk/>
            <pc:sldMk cId="2844603456" sldId="338"/>
            <ac:spMk id="3" creationId="{14876E31-18E2-C7AF-FC4B-08297E178E84}"/>
          </ac:spMkLst>
        </pc:spChg>
        <pc:spChg chg="del">
          <ac:chgData name="Tarachand Amgoth" userId="ea017c71-c3c5-459d-b04b-915c0e816ad1" providerId="ADAL" clId="{0C9046ED-362C-4788-BF56-EE731E5C5565}" dt="2024-11-15T05:50:51.724" v="600" actId="478"/>
          <ac:spMkLst>
            <pc:docMk/>
            <pc:sldMk cId="2844603456" sldId="338"/>
            <ac:spMk id="4" creationId="{43C2D245-DD66-4EEF-A7B1-890B3CED47D7}"/>
          </ac:spMkLst>
        </pc:spChg>
        <pc:spChg chg="add mod">
          <ac:chgData name="Tarachand Amgoth" userId="ea017c71-c3c5-459d-b04b-915c0e816ad1" providerId="ADAL" clId="{0C9046ED-362C-4788-BF56-EE731E5C5565}" dt="2024-11-15T06:12:29.016" v="874" actId="207"/>
          <ac:spMkLst>
            <pc:docMk/>
            <pc:sldMk cId="2844603456" sldId="338"/>
            <ac:spMk id="7" creationId="{216BD093-764E-6C1D-03CF-62100DCB0D29}"/>
          </ac:spMkLst>
        </pc:spChg>
      </pc:sldChg>
      <pc:sldChg chg="modSp add mod">
        <pc:chgData name="Tarachand Amgoth" userId="ea017c71-c3c5-459d-b04b-915c0e816ad1" providerId="ADAL" clId="{0C9046ED-362C-4788-BF56-EE731E5C5565}" dt="2024-11-15T05:54:31.738" v="629" actId="207"/>
        <pc:sldMkLst>
          <pc:docMk/>
          <pc:sldMk cId="2717031294" sldId="339"/>
        </pc:sldMkLst>
        <pc:spChg chg="mod">
          <ac:chgData name="Tarachand Amgoth" userId="ea017c71-c3c5-459d-b04b-915c0e816ad1" providerId="ADAL" clId="{0C9046ED-362C-4788-BF56-EE731E5C5565}" dt="2024-11-15T05:54:31.738" v="629" actId="207"/>
          <ac:spMkLst>
            <pc:docMk/>
            <pc:sldMk cId="2717031294" sldId="339"/>
            <ac:spMk id="7" creationId="{D45AF965-E3CB-829C-3BFF-646E04AD42D6}"/>
          </ac:spMkLst>
        </pc:spChg>
      </pc:sldChg>
      <pc:sldChg chg="del">
        <pc:chgData name="Tarachand Amgoth" userId="ea017c71-c3c5-459d-b04b-915c0e816ad1" providerId="ADAL" clId="{0C9046ED-362C-4788-BF56-EE731E5C5565}" dt="2024-11-15T05:28:52.189" v="166" actId="47"/>
        <pc:sldMkLst>
          <pc:docMk/>
          <pc:sldMk cId="3013660885" sldId="339"/>
        </pc:sldMkLst>
      </pc:sldChg>
      <pc:sldChg chg="del">
        <pc:chgData name="Tarachand Amgoth" userId="ea017c71-c3c5-459d-b04b-915c0e816ad1" providerId="ADAL" clId="{0C9046ED-362C-4788-BF56-EE731E5C5565}" dt="2024-11-15T05:28:52.356" v="167" actId="47"/>
        <pc:sldMkLst>
          <pc:docMk/>
          <pc:sldMk cId="1291425638" sldId="340"/>
        </pc:sldMkLst>
      </pc:sldChg>
      <pc:sldChg chg="add">
        <pc:chgData name="Tarachand Amgoth" userId="ea017c71-c3c5-459d-b04b-915c0e816ad1" providerId="ADAL" clId="{0C9046ED-362C-4788-BF56-EE731E5C5565}" dt="2024-11-15T05:54:46.346" v="630" actId="2890"/>
        <pc:sldMkLst>
          <pc:docMk/>
          <pc:sldMk cId="2889959054" sldId="340"/>
        </pc:sldMkLst>
      </pc:sldChg>
      <pc:sldChg chg="del">
        <pc:chgData name="Tarachand Amgoth" userId="ea017c71-c3c5-459d-b04b-915c0e816ad1" providerId="ADAL" clId="{0C9046ED-362C-4788-BF56-EE731E5C5565}" dt="2024-11-15T05:28:52.513" v="168" actId="47"/>
        <pc:sldMkLst>
          <pc:docMk/>
          <pc:sldMk cId="145251687" sldId="341"/>
        </pc:sldMkLst>
      </pc:sldChg>
      <pc:sldChg chg="addSp delSp modSp add mod">
        <pc:chgData name="Tarachand Amgoth" userId="ea017c71-c3c5-459d-b04b-915c0e816ad1" providerId="ADAL" clId="{0C9046ED-362C-4788-BF56-EE731E5C5565}" dt="2024-11-15T05:56:43.773" v="673" actId="5793"/>
        <pc:sldMkLst>
          <pc:docMk/>
          <pc:sldMk cId="359456884" sldId="341"/>
        </pc:sldMkLst>
        <pc:spChg chg="mod">
          <ac:chgData name="Tarachand Amgoth" userId="ea017c71-c3c5-459d-b04b-915c0e816ad1" providerId="ADAL" clId="{0C9046ED-362C-4788-BF56-EE731E5C5565}" dt="2024-11-15T05:56:00.430" v="661" actId="20577"/>
          <ac:spMkLst>
            <pc:docMk/>
            <pc:sldMk cId="359456884" sldId="341"/>
            <ac:spMk id="2" creationId="{DB03D1C2-1CD1-C808-F669-7874CFD15C18}"/>
          </ac:spMkLst>
        </pc:spChg>
        <pc:spChg chg="del">
          <ac:chgData name="Tarachand Amgoth" userId="ea017c71-c3c5-459d-b04b-915c0e816ad1" providerId="ADAL" clId="{0C9046ED-362C-4788-BF56-EE731E5C5565}" dt="2024-11-15T05:55:33.272" v="651" actId="478"/>
          <ac:spMkLst>
            <pc:docMk/>
            <pc:sldMk cId="359456884" sldId="341"/>
            <ac:spMk id="3" creationId="{C2F68ACD-73D4-B4D8-0753-2126F5F39AF8}"/>
          </ac:spMkLst>
        </pc:spChg>
        <pc:spChg chg="add mod">
          <ac:chgData name="Tarachand Amgoth" userId="ea017c71-c3c5-459d-b04b-915c0e816ad1" providerId="ADAL" clId="{0C9046ED-362C-4788-BF56-EE731E5C5565}" dt="2024-11-15T05:56:43.773" v="673" actId="5793"/>
          <ac:spMkLst>
            <pc:docMk/>
            <pc:sldMk cId="359456884" sldId="341"/>
            <ac:spMk id="4" creationId="{AE24DE8D-411E-D291-1045-7E3FE7886490}"/>
          </ac:spMkLst>
        </pc:spChg>
        <pc:spChg chg="del">
          <ac:chgData name="Tarachand Amgoth" userId="ea017c71-c3c5-459d-b04b-915c0e816ad1" providerId="ADAL" clId="{0C9046ED-362C-4788-BF56-EE731E5C5565}" dt="2024-11-15T05:56:03.511" v="662" actId="478"/>
          <ac:spMkLst>
            <pc:docMk/>
            <pc:sldMk cId="359456884" sldId="341"/>
            <ac:spMk id="7" creationId="{801526B7-E5BA-3255-4406-4C41B5CED8B3}"/>
          </ac:spMkLst>
        </pc:spChg>
      </pc:sldChg>
      <pc:sldChg chg="addSp delSp modSp add mod">
        <pc:chgData name="Tarachand Amgoth" userId="ea017c71-c3c5-459d-b04b-915c0e816ad1" providerId="ADAL" clId="{0C9046ED-362C-4788-BF56-EE731E5C5565}" dt="2024-11-15T05:57:59.713" v="687" actId="20577"/>
        <pc:sldMkLst>
          <pc:docMk/>
          <pc:sldMk cId="1503242698" sldId="342"/>
        </pc:sldMkLst>
        <pc:spChg chg="add mod">
          <ac:chgData name="Tarachand Amgoth" userId="ea017c71-c3c5-459d-b04b-915c0e816ad1" providerId="ADAL" clId="{0C9046ED-362C-4788-BF56-EE731E5C5565}" dt="2024-11-15T05:57:59.713" v="687" actId="20577"/>
          <ac:spMkLst>
            <pc:docMk/>
            <pc:sldMk cId="1503242698" sldId="342"/>
            <ac:spMk id="3" creationId="{6EE0491D-705F-96E4-C84F-27C97C09D46E}"/>
          </ac:spMkLst>
        </pc:spChg>
        <pc:spChg chg="del">
          <ac:chgData name="Tarachand Amgoth" userId="ea017c71-c3c5-459d-b04b-915c0e816ad1" providerId="ADAL" clId="{0C9046ED-362C-4788-BF56-EE731E5C5565}" dt="2024-11-15T05:57:05.188" v="676" actId="478"/>
          <ac:spMkLst>
            <pc:docMk/>
            <pc:sldMk cId="1503242698" sldId="342"/>
            <ac:spMk id="4" creationId="{EDFF9B96-0D6E-3393-30D4-F9A49471CBA1}"/>
          </ac:spMkLst>
        </pc:spChg>
      </pc:sldChg>
      <pc:sldChg chg="del">
        <pc:chgData name="Tarachand Amgoth" userId="ea017c71-c3c5-459d-b04b-915c0e816ad1" providerId="ADAL" clId="{0C9046ED-362C-4788-BF56-EE731E5C5565}" dt="2024-11-15T05:28:54.100" v="175" actId="47"/>
        <pc:sldMkLst>
          <pc:docMk/>
          <pc:sldMk cId="2706978125" sldId="342"/>
        </pc:sldMkLst>
      </pc:sldChg>
      <pc:sldChg chg="del">
        <pc:chgData name="Tarachand Amgoth" userId="ea017c71-c3c5-459d-b04b-915c0e816ad1" providerId="ADAL" clId="{0C9046ED-362C-4788-BF56-EE731E5C5565}" dt="2024-11-15T05:28:54.288" v="176" actId="47"/>
        <pc:sldMkLst>
          <pc:docMk/>
          <pc:sldMk cId="1782267928" sldId="343"/>
        </pc:sldMkLst>
      </pc:sldChg>
      <pc:sldChg chg="addSp delSp modSp add mod">
        <pc:chgData name="Tarachand Amgoth" userId="ea017c71-c3c5-459d-b04b-915c0e816ad1" providerId="ADAL" clId="{0C9046ED-362C-4788-BF56-EE731E5C5565}" dt="2024-11-15T05:59:50.920" v="702" actId="207"/>
        <pc:sldMkLst>
          <pc:docMk/>
          <pc:sldMk cId="3261118169" sldId="343"/>
        </pc:sldMkLst>
        <pc:spChg chg="del">
          <ac:chgData name="Tarachand Amgoth" userId="ea017c71-c3c5-459d-b04b-915c0e816ad1" providerId="ADAL" clId="{0C9046ED-362C-4788-BF56-EE731E5C5565}" dt="2024-11-15T05:59:06.282" v="690" actId="478"/>
          <ac:spMkLst>
            <pc:docMk/>
            <pc:sldMk cId="3261118169" sldId="343"/>
            <ac:spMk id="3" creationId="{3126685B-1F3F-6CB8-06C9-2CE0D729F701}"/>
          </ac:spMkLst>
        </pc:spChg>
        <pc:spChg chg="add mod">
          <ac:chgData name="Tarachand Amgoth" userId="ea017c71-c3c5-459d-b04b-915c0e816ad1" providerId="ADAL" clId="{0C9046ED-362C-4788-BF56-EE731E5C5565}" dt="2024-11-15T05:59:50.920" v="702" actId="207"/>
          <ac:spMkLst>
            <pc:docMk/>
            <pc:sldMk cId="3261118169" sldId="343"/>
            <ac:spMk id="4" creationId="{8CA0DB86-813D-151B-5F62-7365F8DC369B}"/>
          </ac:spMkLst>
        </pc:spChg>
      </pc:sldChg>
      <pc:sldChg chg="del">
        <pc:chgData name="Tarachand Amgoth" userId="ea017c71-c3c5-459d-b04b-915c0e816ad1" providerId="ADAL" clId="{0C9046ED-362C-4788-BF56-EE731E5C5565}" dt="2024-11-15T05:28:52.670" v="169" actId="47"/>
        <pc:sldMkLst>
          <pc:docMk/>
          <pc:sldMk cId="3531464919" sldId="344"/>
        </pc:sldMkLst>
      </pc:sldChg>
      <pc:sldChg chg="add">
        <pc:chgData name="Tarachand Amgoth" userId="ea017c71-c3c5-459d-b04b-915c0e816ad1" providerId="ADAL" clId="{0C9046ED-362C-4788-BF56-EE731E5C5565}" dt="2024-11-15T05:59:57.850" v="703" actId="2890"/>
        <pc:sldMkLst>
          <pc:docMk/>
          <pc:sldMk cId="3684062930" sldId="344"/>
        </pc:sldMkLst>
      </pc:sldChg>
      <pc:sldChg chg="del">
        <pc:chgData name="Tarachand Amgoth" userId="ea017c71-c3c5-459d-b04b-915c0e816ad1" providerId="ADAL" clId="{0C9046ED-362C-4788-BF56-EE731E5C5565}" dt="2024-11-15T05:28:53.770" v="173" actId="47"/>
        <pc:sldMkLst>
          <pc:docMk/>
          <pc:sldMk cId="1113970232" sldId="345"/>
        </pc:sldMkLst>
      </pc:sldChg>
      <pc:sldChg chg="addSp delSp modSp add mod">
        <pc:chgData name="Tarachand Amgoth" userId="ea017c71-c3c5-459d-b04b-915c0e816ad1" providerId="ADAL" clId="{0C9046ED-362C-4788-BF56-EE731E5C5565}" dt="2024-11-15T06:05:01.364" v="766" actId="207"/>
        <pc:sldMkLst>
          <pc:docMk/>
          <pc:sldMk cId="1688276045" sldId="345"/>
        </pc:sldMkLst>
        <pc:spChg chg="del">
          <ac:chgData name="Tarachand Amgoth" userId="ea017c71-c3c5-459d-b04b-915c0e816ad1" providerId="ADAL" clId="{0C9046ED-362C-4788-BF56-EE731E5C5565}" dt="2024-11-15T06:03:56.861" v="749" actId="478"/>
          <ac:spMkLst>
            <pc:docMk/>
            <pc:sldMk cId="1688276045" sldId="345"/>
            <ac:spMk id="7" creationId="{B2AC5B60-02E1-6464-D7FB-2B00A693C567}"/>
          </ac:spMkLst>
        </pc:spChg>
        <pc:spChg chg="add mod">
          <ac:chgData name="Tarachand Amgoth" userId="ea017c71-c3c5-459d-b04b-915c0e816ad1" providerId="ADAL" clId="{0C9046ED-362C-4788-BF56-EE731E5C5565}" dt="2024-11-15T06:05:01.364" v="766" actId="207"/>
          <ac:spMkLst>
            <pc:docMk/>
            <pc:sldMk cId="1688276045" sldId="345"/>
            <ac:spMk id="8" creationId="{811E412A-1C61-A4BA-6FD8-290C018F9ADF}"/>
          </ac:spMkLst>
        </pc:spChg>
      </pc:sldChg>
      <pc:sldChg chg="del">
        <pc:chgData name="Tarachand Amgoth" userId="ea017c71-c3c5-459d-b04b-915c0e816ad1" providerId="ADAL" clId="{0C9046ED-362C-4788-BF56-EE731E5C5565}" dt="2024-11-15T05:28:51.538" v="162" actId="47"/>
        <pc:sldMkLst>
          <pc:docMk/>
          <pc:sldMk cId="3711888277" sldId="346"/>
        </pc:sldMkLst>
      </pc:sldChg>
      <pc:sldChg chg="addSp delSp modSp add mod">
        <pc:chgData name="Tarachand Amgoth" userId="ea017c71-c3c5-459d-b04b-915c0e816ad1" providerId="ADAL" clId="{0C9046ED-362C-4788-BF56-EE731E5C5565}" dt="2024-11-15T06:08:43.363" v="802" actId="207"/>
        <pc:sldMkLst>
          <pc:docMk/>
          <pc:sldMk cId="4190549916" sldId="346"/>
        </pc:sldMkLst>
        <pc:spChg chg="add mod">
          <ac:chgData name="Tarachand Amgoth" userId="ea017c71-c3c5-459d-b04b-915c0e816ad1" providerId="ADAL" clId="{0C9046ED-362C-4788-BF56-EE731E5C5565}" dt="2024-11-15T06:08:43.363" v="802" actId="207"/>
          <ac:spMkLst>
            <pc:docMk/>
            <pc:sldMk cId="4190549916" sldId="346"/>
            <ac:spMk id="3" creationId="{58CD6C12-B122-C851-4EF9-18288ED409DE}"/>
          </ac:spMkLst>
        </pc:spChg>
        <pc:spChg chg="del">
          <ac:chgData name="Tarachand Amgoth" userId="ea017c71-c3c5-459d-b04b-915c0e816ad1" providerId="ADAL" clId="{0C9046ED-362C-4788-BF56-EE731E5C5565}" dt="2024-11-15T06:05:12.486" v="768" actId="478"/>
          <ac:spMkLst>
            <pc:docMk/>
            <pc:sldMk cId="4190549916" sldId="346"/>
            <ac:spMk id="8" creationId="{16205C24-BA99-20DC-C323-9841325B384C}"/>
          </ac:spMkLst>
        </pc:spChg>
      </pc:sldChg>
      <pc:sldChg chg="del">
        <pc:chgData name="Tarachand Amgoth" userId="ea017c71-c3c5-459d-b04b-915c0e816ad1" providerId="ADAL" clId="{0C9046ED-362C-4788-BF56-EE731E5C5565}" dt="2024-11-15T05:28:55.531" v="177" actId="47"/>
        <pc:sldMkLst>
          <pc:docMk/>
          <pc:sldMk cId="2912312207" sldId="347"/>
        </pc:sldMkLst>
      </pc:sldChg>
      <pc:sldChg chg="addSp delSp modSp add mod">
        <pc:chgData name="Tarachand Amgoth" userId="ea017c71-c3c5-459d-b04b-915c0e816ad1" providerId="ADAL" clId="{0C9046ED-362C-4788-BF56-EE731E5C5565}" dt="2024-11-15T06:11:43.177" v="861" actId="207"/>
        <pc:sldMkLst>
          <pc:docMk/>
          <pc:sldMk cId="3389208884" sldId="347"/>
        </pc:sldMkLst>
        <pc:spChg chg="del">
          <ac:chgData name="Tarachand Amgoth" userId="ea017c71-c3c5-459d-b04b-915c0e816ad1" providerId="ADAL" clId="{0C9046ED-362C-4788-BF56-EE731E5C5565}" dt="2024-11-15T06:08:56.982" v="804" actId="478"/>
          <ac:spMkLst>
            <pc:docMk/>
            <pc:sldMk cId="3389208884" sldId="347"/>
            <ac:spMk id="3" creationId="{C09A6AB7-AECB-0598-559F-7B19C6B668DB}"/>
          </ac:spMkLst>
        </pc:spChg>
        <pc:spChg chg="add mod">
          <ac:chgData name="Tarachand Amgoth" userId="ea017c71-c3c5-459d-b04b-915c0e816ad1" providerId="ADAL" clId="{0C9046ED-362C-4788-BF56-EE731E5C5565}" dt="2024-11-15T06:11:06.465" v="846" actId="1037"/>
          <ac:spMkLst>
            <pc:docMk/>
            <pc:sldMk cId="3389208884" sldId="347"/>
            <ac:spMk id="8" creationId="{203CF613-B71D-95E1-8B33-41E587977E94}"/>
          </ac:spMkLst>
        </pc:spChg>
        <pc:spChg chg="add mod">
          <ac:chgData name="Tarachand Amgoth" userId="ea017c71-c3c5-459d-b04b-915c0e816ad1" providerId="ADAL" clId="{0C9046ED-362C-4788-BF56-EE731E5C5565}" dt="2024-11-15T06:11:43.177" v="861" actId="207"/>
          <ac:spMkLst>
            <pc:docMk/>
            <pc:sldMk cId="3389208884" sldId="347"/>
            <ac:spMk id="10" creationId="{51C1F7B9-7F90-076E-57C0-72AB74DB233D}"/>
          </ac:spMkLst>
        </pc:spChg>
      </pc:sldChg>
      <pc:sldChg chg="del">
        <pc:chgData name="Tarachand Amgoth" userId="ea017c71-c3c5-459d-b04b-915c0e816ad1" providerId="ADAL" clId="{0C9046ED-362C-4788-BF56-EE731E5C5565}" dt="2024-11-15T05:28:51.711" v="163" actId="47"/>
        <pc:sldMkLst>
          <pc:docMk/>
          <pc:sldMk cId="3402264471" sldId="348"/>
        </pc:sldMkLst>
      </pc:sldChg>
      <pc:sldChg chg="addSp delSp modSp add mod">
        <pc:chgData name="Tarachand Amgoth" userId="ea017c71-c3c5-459d-b04b-915c0e816ad1" providerId="ADAL" clId="{0C9046ED-362C-4788-BF56-EE731E5C5565}" dt="2024-11-15T06:10:47.248" v="834" actId="207"/>
        <pc:sldMkLst>
          <pc:docMk/>
          <pc:sldMk cId="3438327097" sldId="348"/>
        </pc:sldMkLst>
        <pc:spChg chg="add mod">
          <ac:chgData name="Tarachand Amgoth" userId="ea017c71-c3c5-459d-b04b-915c0e816ad1" providerId="ADAL" clId="{0C9046ED-362C-4788-BF56-EE731E5C5565}" dt="2024-11-15T06:10:47.248" v="834" actId="207"/>
          <ac:spMkLst>
            <pc:docMk/>
            <pc:sldMk cId="3438327097" sldId="348"/>
            <ac:spMk id="3" creationId="{74D29B85-A4E2-4D2C-DC87-47B2B1E9F911}"/>
          </ac:spMkLst>
        </pc:spChg>
        <pc:spChg chg="del mod">
          <ac:chgData name="Tarachand Amgoth" userId="ea017c71-c3c5-459d-b04b-915c0e816ad1" providerId="ADAL" clId="{0C9046ED-362C-4788-BF56-EE731E5C5565}" dt="2024-11-15T06:09:57.743" v="819" actId="478"/>
          <ac:spMkLst>
            <pc:docMk/>
            <pc:sldMk cId="3438327097" sldId="348"/>
            <ac:spMk id="4" creationId="{070DB91A-D30C-8E58-CF8E-C2D0E47FAE8F}"/>
          </ac:spMkLst>
        </pc:spChg>
        <pc:spChg chg="del">
          <ac:chgData name="Tarachand Amgoth" userId="ea017c71-c3c5-459d-b04b-915c0e816ad1" providerId="ADAL" clId="{0C9046ED-362C-4788-BF56-EE731E5C5565}" dt="2024-11-15T06:09:54.637" v="817" actId="478"/>
          <ac:spMkLst>
            <pc:docMk/>
            <pc:sldMk cId="3438327097" sldId="348"/>
            <ac:spMk id="8" creationId="{9264A6DF-13F8-47B0-9FEE-8DFF66B30E6A}"/>
          </ac:spMkLst>
        </pc:spChg>
      </pc:sldChg>
      <pc:sldChg chg="del">
        <pc:chgData name="Tarachand Amgoth" userId="ea017c71-c3c5-459d-b04b-915c0e816ad1" providerId="ADAL" clId="{0C9046ED-362C-4788-BF56-EE731E5C5565}" dt="2024-11-15T05:28:53.943" v="174" actId="47"/>
        <pc:sldMkLst>
          <pc:docMk/>
          <pc:sldMk cId="129545552" sldId="349"/>
        </pc:sldMkLst>
      </pc:sldChg>
      <pc:sldChg chg="modSp add">
        <pc:chgData name="Tarachand Amgoth" userId="ea017c71-c3c5-459d-b04b-915c0e816ad1" providerId="ADAL" clId="{0C9046ED-362C-4788-BF56-EE731E5C5565}" dt="2024-11-15T06:11:52.758" v="870" actId="1037"/>
        <pc:sldMkLst>
          <pc:docMk/>
          <pc:sldMk cId="1484567598" sldId="349"/>
        </pc:sldMkLst>
        <pc:spChg chg="mod">
          <ac:chgData name="Tarachand Amgoth" userId="ea017c71-c3c5-459d-b04b-915c0e816ad1" providerId="ADAL" clId="{0C9046ED-362C-4788-BF56-EE731E5C5565}" dt="2024-11-15T06:11:52.758" v="870" actId="1037"/>
          <ac:spMkLst>
            <pc:docMk/>
            <pc:sldMk cId="1484567598" sldId="349"/>
            <ac:spMk id="3" creationId="{3916EA5E-5321-AE23-640A-93AAA20E658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D6E581-5FB9-423A-846D-A955E43F1AA1}" type="datetimeFigureOut">
              <a:rPr lang="en-US" smtClean="0"/>
              <a:pPr/>
              <a:t>11/15/2024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4B16E-D317-4731-B361-9197425E4627}" type="slidenum">
              <a:rPr lang="en-US" smtClean="0"/>
              <a:pPr/>
              <a:t>‹#›</a:t>
            </a:fld>
            <a:endParaRPr lang="en-US" dirty="0"/>
          </a:p>
        </p:txBody>
      </p:sp>
    </p:spTree>
    <p:extLst>
      <p:ext uri="{BB962C8B-B14F-4D97-AF65-F5344CB8AC3E}">
        <p14:creationId xmlns:p14="http://schemas.microsoft.com/office/powerpoint/2010/main" val="209171064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6ACDD-C55B-4FC4-89E7-E9F98F22F217}" type="datetimeFigureOut">
              <a:rPr lang="en-US" smtClean="0"/>
              <a:pPr/>
              <a:t>11/15/2024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4190E-9D7B-4847-98AB-991B2B42748F}" type="slidenum">
              <a:rPr lang="en-US" smtClean="0"/>
              <a:pPr/>
              <a:t>‹#›</a:t>
            </a:fld>
            <a:endParaRPr lang="en-US" dirty="0"/>
          </a:p>
        </p:txBody>
      </p:sp>
    </p:spTree>
    <p:extLst>
      <p:ext uri="{BB962C8B-B14F-4D97-AF65-F5344CB8AC3E}">
        <p14:creationId xmlns:p14="http://schemas.microsoft.com/office/powerpoint/2010/main" val="3289008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381003" y="2098234"/>
            <a:ext cx="5123095" cy="506724"/>
          </a:xfrm>
        </p:spPr>
        <p:txBody>
          <a:bodyPr>
            <a:noAutofit/>
          </a:bodyPr>
          <a:lstStyle>
            <a:lvl1pPr algn="l">
              <a:lnSpc>
                <a:spcPct val="90000"/>
              </a:lnSpc>
              <a:spcBef>
                <a:spcPts val="100"/>
              </a:spcBef>
              <a:defRPr sz="2400">
                <a:solidFill>
                  <a:srgbClr val="724698"/>
                </a:solidFill>
                <a:latin typeface="+mj-lt"/>
                <a:cs typeface="Calibri Light" panose="020F0302020204030204" pitchFamily="34" charset="0"/>
              </a:defRPr>
            </a:lvl1pPr>
          </a:lstStyle>
          <a:p>
            <a:r>
              <a:rPr lang="en-US" dirty="0"/>
              <a:t>Click to edit Master title style</a:t>
            </a:r>
          </a:p>
        </p:txBody>
      </p:sp>
      <p:sp>
        <p:nvSpPr>
          <p:cNvPr id="3" name="Subtitle 2"/>
          <p:cNvSpPr>
            <a:spLocks noGrp="1"/>
          </p:cNvSpPr>
          <p:nvPr>
            <p:ph type="subTitle" idx="1"/>
          </p:nvPr>
        </p:nvSpPr>
        <p:spPr>
          <a:xfrm>
            <a:off x="381003" y="2624762"/>
            <a:ext cx="5123095" cy="342900"/>
          </a:xfrm>
        </p:spPr>
        <p:txBody>
          <a:bodyPr>
            <a:noAutofit/>
          </a:bodyPr>
          <a:lstStyle>
            <a:lvl1pPr marL="0" marR="0" indent="0" algn="l" defTabSz="685800" rtl="0" eaLnBrk="1" fontAlgn="auto" latinLnBrk="0" hangingPunct="1">
              <a:lnSpc>
                <a:spcPct val="90000"/>
              </a:lnSpc>
              <a:spcBef>
                <a:spcPts val="100"/>
              </a:spcBef>
              <a:spcAft>
                <a:spcPts val="0"/>
              </a:spcAft>
              <a:buClr>
                <a:schemeClr val="tx1">
                  <a:lumMod val="65000"/>
                  <a:lumOff val="35000"/>
                </a:schemeClr>
              </a:buClr>
              <a:buSzTx/>
              <a:buFont typeface="Wingdings" pitchFamily="2" charset="2"/>
              <a:buNone/>
              <a:tabLst/>
              <a:defRPr sz="2000">
                <a:solidFill>
                  <a:schemeClr val="tx1">
                    <a:lumMod val="65000"/>
                    <a:lumOff val="3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a:p>
            <a:endParaRPr lang="en-US" dirty="0"/>
          </a:p>
        </p:txBody>
      </p:sp>
      <p:sp>
        <p:nvSpPr>
          <p:cNvPr id="10" name="Text Placeholder 5"/>
          <p:cNvSpPr>
            <a:spLocks noGrp="1"/>
          </p:cNvSpPr>
          <p:nvPr>
            <p:ph type="body" sz="quarter" idx="11" hasCustomPrompt="1"/>
          </p:nvPr>
        </p:nvSpPr>
        <p:spPr>
          <a:xfrm>
            <a:off x="399646" y="3740459"/>
            <a:ext cx="1856666" cy="301760"/>
          </a:xfrm>
        </p:spPr>
        <p:txBody>
          <a:bodyPr>
            <a:noAutofit/>
          </a:bodyPr>
          <a:lstStyle>
            <a:lvl1pPr marL="0" indent="0">
              <a:buNone/>
              <a:defRPr sz="1400">
                <a:solidFill>
                  <a:schemeClr val="tx1">
                    <a:lumMod val="65000"/>
                    <a:lumOff val="35000"/>
                  </a:schemeClr>
                </a:solidFill>
                <a:latin typeface="+mn-lt"/>
                <a:cs typeface="Calibri Light" panose="020F0302020204030204" pitchFamily="34" charset="0"/>
              </a:defRPr>
            </a:lvl1pPr>
          </a:lstStyle>
          <a:p>
            <a:pPr lvl="0"/>
            <a:r>
              <a:rPr lang="en-US" dirty="0"/>
              <a:t>Insert Date</a:t>
            </a:r>
          </a:p>
        </p:txBody>
      </p:sp>
      <p:sp>
        <p:nvSpPr>
          <p:cNvPr id="179" name="Rectangle 178"/>
          <p:cNvSpPr/>
          <p:nvPr userDrawn="1"/>
        </p:nvSpPr>
        <p:spPr>
          <a:xfrm rot="5400000">
            <a:off x="-112141" y="2519805"/>
            <a:ext cx="869427" cy="54864"/>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pic>
        <p:nvPicPr>
          <p:cNvPr id="171" name="Picture 17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Tree>
    <p:extLst>
      <p:ext uri="{BB962C8B-B14F-4D97-AF65-F5344CB8AC3E}">
        <p14:creationId xmlns:p14="http://schemas.microsoft.com/office/powerpoint/2010/main" val="3594503030"/>
      </p:ext>
    </p:extLst>
  </p:cSld>
  <p:clrMapOvr>
    <a:masterClrMapping/>
  </p:clrMapOvr>
  <p:extLst>
    <p:ext uri="{DCECCB84-F9BA-43D5-87BE-67443E8EF086}">
      <p15:sldGuideLst xmlns:p15="http://schemas.microsoft.com/office/powerpoint/2012/main">
        <p15:guide id="2" pos="7416">
          <p15:clr>
            <a:srgbClr val="FBAE40"/>
          </p15:clr>
        </p15:guide>
        <p15:guide id="3"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79234" y="882040"/>
            <a:ext cx="5564766" cy="3697873"/>
          </a:xfrm>
          <a:prstGeom prst="rect">
            <a:avLst/>
          </a:prstGeom>
        </p:spPr>
      </p:pic>
      <p:sp>
        <p:nvSpPr>
          <p:cNvPr id="172" name="Rectangle 171"/>
          <p:cNvSpPr/>
          <p:nvPr userDrawn="1"/>
        </p:nvSpPr>
        <p:spPr>
          <a:xfrm>
            <a:off x="-55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181" name="TextBox 18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sp>
        <p:nvSpPr>
          <p:cNvPr id="24"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25"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26"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27" name="Rectangle 26"/>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pic>
        <p:nvPicPr>
          <p:cNvPr id="3" name="Picture 2" descr="Logo&#10;&#10;Description automatically generated">
            <a:extLst>
              <a:ext uri="{FF2B5EF4-FFF2-40B4-BE49-F238E27FC236}">
                <a16:creationId xmlns:a16="http://schemas.microsoft.com/office/drawing/2014/main" id="{615E9B08-E83C-4AE8-AAEF-9FE4F4C2C50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1389054889"/>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p:cNvPicPr>
            <a:picLocks noChangeAspect="1"/>
          </p:cNvPicPr>
          <p:nvPr userDrawn="1"/>
        </p:nvPicPr>
        <p:blipFill rotWithShape="1">
          <a:blip r:embed="rId2" cstate="print">
            <a:extLst>
              <a:ext uri="{28A0092B-C50C-407E-A947-70E740481C1C}">
                <a14:useLocalDpi xmlns:a14="http://schemas.microsoft.com/office/drawing/2010/main" val="0"/>
              </a:ext>
            </a:extLst>
          </a:blip>
          <a:srcRect l="15448"/>
          <a:stretch/>
        </p:blipFill>
        <p:spPr>
          <a:xfrm>
            <a:off x="3577569" y="882041"/>
            <a:ext cx="5571891" cy="3697872"/>
          </a:xfrm>
          <a:prstGeom prst="rect">
            <a:avLst/>
          </a:prstGeom>
        </p:spPr>
      </p:pic>
      <p:sp>
        <p:nvSpPr>
          <p:cNvPr id="172" name="Rectangle 171"/>
          <p:cNvSpPr/>
          <p:nvPr userDrawn="1"/>
        </p:nvSpPr>
        <p:spPr>
          <a:xfrm>
            <a:off x="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7A3964C5-58DA-4136-AC3E-94E5C0CBE81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314416835"/>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77569" y="882041"/>
            <a:ext cx="5558210" cy="3697872"/>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F27A1AE8-A56F-45BA-8BE3-A71E4802211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2575123645"/>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6523" y="889736"/>
            <a:ext cx="5529256" cy="3690177"/>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372531AF-C7C4-47A6-9634-DFEDDA9FC2C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189250677"/>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3860" y="889736"/>
            <a:ext cx="5531919" cy="3690178"/>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C76AAF61-AED4-4E30-953A-C1727674A1C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3617157787"/>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11472" y="891563"/>
            <a:ext cx="5532528" cy="3688352"/>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46C3F199-1A0A-4B12-AE2E-B375F813F4C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4131945454"/>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7197" t="23400" b="15213"/>
          <a:stretch/>
        </p:blipFill>
        <p:spPr>
          <a:xfrm flipH="1">
            <a:off x="763694" y="891563"/>
            <a:ext cx="8382259" cy="3696412"/>
          </a:xfrm>
          <a:prstGeom prst="rect">
            <a:avLst/>
          </a:prstGeom>
        </p:spPr>
      </p:pic>
      <p:sp>
        <p:nvSpPr>
          <p:cNvPr id="172" name="Rectangle 171"/>
          <p:cNvSpPr/>
          <p:nvPr userDrawn="1"/>
        </p:nvSpPr>
        <p:spPr>
          <a:xfrm>
            <a:off x="-1953"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BA93BE3B-31F8-458A-9A8C-59855610FFF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2597645293"/>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6181" y="45555"/>
            <a:ext cx="8552914" cy="481985"/>
          </a:xfrm>
        </p:spPr>
        <p:txBody>
          <a:bodyPr vert="horz" wrap="square" lIns="68580" tIns="34290" rIns="68580" bIns="34290" rtlCol="0" anchor="ctr">
            <a:normAutofit/>
          </a:bodyPr>
          <a:lstStyle>
            <a:lvl1pPr>
              <a:defRPr lang="en-US" dirty="0"/>
            </a:lvl1pPr>
          </a:lstStyle>
          <a:p>
            <a:pPr lvl="0"/>
            <a:r>
              <a:rPr lang="en-US" dirty="0"/>
              <a:t>Click to edit Master title style</a:t>
            </a:r>
          </a:p>
        </p:txBody>
      </p:sp>
    </p:spTree>
    <p:extLst>
      <p:ext uri="{BB962C8B-B14F-4D97-AF65-F5344CB8AC3E}">
        <p14:creationId xmlns:p14="http://schemas.microsoft.com/office/powerpoint/2010/main" val="2917426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parator Slide">
    <p:spTree>
      <p:nvGrpSpPr>
        <p:cNvPr id="1" name=""/>
        <p:cNvGrpSpPr/>
        <p:nvPr/>
      </p:nvGrpSpPr>
      <p:grpSpPr>
        <a:xfrm>
          <a:off x="0" y="0"/>
          <a:ext cx="0" cy="0"/>
          <a:chOff x="0" y="0"/>
          <a:chExt cx="0" cy="0"/>
        </a:xfrm>
      </p:grpSpPr>
      <p:sp>
        <p:nvSpPr>
          <p:cNvPr id="2" name="Title 1"/>
          <p:cNvSpPr>
            <a:spLocks noGrp="1"/>
          </p:cNvSpPr>
          <p:nvPr>
            <p:ph type="title"/>
          </p:nvPr>
        </p:nvSpPr>
        <p:spPr>
          <a:xfrm>
            <a:off x="356970" y="1987302"/>
            <a:ext cx="4924276" cy="553998"/>
          </a:xfrm>
        </p:spPr>
        <p:txBody>
          <a:bodyPr vert="horz" wrap="square" lIns="68580" tIns="34290" rIns="68580" bIns="34290" rtlCol="0" anchor="ctr">
            <a:noAutofit/>
          </a:bodyPr>
          <a:lstStyle>
            <a:lvl1pPr>
              <a:defRPr lang="en-US" dirty="0"/>
            </a:lvl1pPr>
          </a:lstStyle>
          <a:p>
            <a:pPr lvl="0">
              <a:lnSpc>
                <a:spcPct val="90000"/>
              </a:lnSpc>
              <a:spcBef>
                <a:spcPts val="100"/>
              </a:spcBef>
            </a:pPr>
            <a:r>
              <a:rPr lang="en-US" dirty="0"/>
              <a:t>Click to edit Master title style</a:t>
            </a:r>
          </a:p>
        </p:txBody>
      </p:sp>
    </p:spTree>
    <p:extLst>
      <p:ext uri="{BB962C8B-B14F-4D97-AF65-F5344CB8AC3E}">
        <p14:creationId xmlns:p14="http://schemas.microsoft.com/office/powerpoint/2010/main" val="2335025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878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0.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1.xml"/><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6181" y="45555"/>
            <a:ext cx="8552914" cy="481985"/>
          </a:xfrm>
          <a:prstGeom prst="rect">
            <a:avLst/>
          </a:prstGeom>
        </p:spPr>
        <p:txBody>
          <a:bodyPr vert="horz" wrap="square" lIns="68580" tIns="34290" rIns="68580" bIns="34290" rtlCol="0" anchor="ctr">
            <a:normAutofit/>
          </a:bodyPr>
          <a:lstStyle/>
          <a:p>
            <a:r>
              <a:rPr lang="en-US" dirty="0"/>
              <a:t>Click to edit Master title style</a:t>
            </a:r>
          </a:p>
        </p:txBody>
      </p:sp>
      <p:sp>
        <p:nvSpPr>
          <p:cNvPr id="3" name="Text Placeholder 2"/>
          <p:cNvSpPr>
            <a:spLocks noGrp="1"/>
          </p:cNvSpPr>
          <p:nvPr>
            <p:ph type="body" idx="1"/>
          </p:nvPr>
        </p:nvSpPr>
        <p:spPr>
          <a:xfrm>
            <a:off x="316180" y="693709"/>
            <a:ext cx="8511639" cy="3394472"/>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
        <p:nvSpPr>
          <p:cNvPr id="18" name="Rectangle 17"/>
          <p:cNvSpPr/>
          <p:nvPr userDrawn="1"/>
        </p:nvSpPr>
        <p:spPr>
          <a:xfrm rot="5400000">
            <a:off x="-154141" y="283773"/>
            <a:ext cx="625061" cy="57515"/>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71" name="Text Placeholder 4"/>
          <p:cNvSpPr txBox="1">
            <a:spLocks/>
          </p:cNvSpPr>
          <p:nvPr userDrawn="1"/>
        </p:nvSpPr>
        <p:spPr>
          <a:xfrm>
            <a:off x="4662608" y="4891759"/>
            <a:ext cx="1210588" cy="215444"/>
          </a:xfrm>
          <a:prstGeom prst="rect">
            <a:avLst/>
          </a:prstGeom>
          <a:noFill/>
        </p:spPr>
        <p:txBody>
          <a:bodyPr wrap="none" rtlCol="0" anchor="ctr" anchorCtr="0">
            <a:noAutofit/>
          </a:bodyPr>
          <a:lstStyle>
            <a:defPPr>
              <a:defRPr lang="en-US"/>
            </a:defPPr>
            <a:lvl1pPr defTabSz="914400">
              <a:defRPr sz="800" b="1">
                <a:solidFill>
                  <a:schemeClr val="tx1">
                    <a:lumMod val="75000"/>
                  </a:schemeClr>
                </a:solidFill>
                <a:latin typeface="+mj-l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r>
              <a:rPr lang="en-US" sz="800" b="0" dirty="0">
                <a:solidFill>
                  <a:schemeClr val="tx1">
                    <a:lumMod val="75000"/>
                    <a:lumOff val="25000"/>
                  </a:schemeClr>
                </a:solidFill>
              </a:rPr>
              <a:t>External</a:t>
            </a:r>
          </a:p>
        </p:txBody>
      </p:sp>
      <p:sp>
        <p:nvSpPr>
          <p:cNvPr id="63" name="Rectangle 71"/>
          <p:cNvSpPr txBox="1">
            <a:spLocks noChangeArrowheads="1"/>
          </p:cNvSpPr>
          <p:nvPr userDrawn="1"/>
        </p:nvSpPr>
        <p:spPr bwMode="auto">
          <a:xfrm>
            <a:off x="4421706" y="4864345"/>
            <a:ext cx="300588"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noProof="0" smtClean="0"/>
              <a:pPr lvl="0"/>
              <a:t>‹#›</a:t>
            </a:fld>
            <a:r>
              <a:rPr lang="en-US" noProof="0" dirty="0"/>
              <a:t> </a:t>
            </a:r>
          </a:p>
        </p:txBody>
      </p:sp>
      <p:cxnSp>
        <p:nvCxnSpPr>
          <p:cNvPr id="64" name="Straight Connector 63"/>
          <p:cNvCxnSpPr/>
          <p:nvPr userDrawn="1"/>
        </p:nvCxnSpPr>
        <p:spPr>
          <a:xfrm>
            <a:off x="4687360" y="4945062"/>
            <a:ext cx="0" cy="12717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pic>
        <p:nvPicPr>
          <p:cNvPr id="170" name="Picture 169"/>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pic>
        <p:nvPicPr>
          <p:cNvPr id="5" name="Picture 4" descr="Logo&#10;&#10;Description automatically generated">
            <a:extLst>
              <a:ext uri="{FF2B5EF4-FFF2-40B4-BE49-F238E27FC236}">
                <a16:creationId xmlns:a16="http://schemas.microsoft.com/office/drawing/2014/main" id="{4DEFFE69-D5FF-4A87-B6F2-FB54E497FFA9}"/>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8018365" y="4641142"/>
            <a:ext cx="855192" cy="343697"/>
          </a:xfrm>
          <a:prstGeom prst="rect">
            <a:avLst/>
          </a:prstGeom>
        </p:spPr>
      </p:pic>
    </p:spTree>
    <p:extLst>
      <p:ext uri="{BB962C8B-B14F-4D97-AF65-F5344CB8AC3E}">
        <p14:creationId xmlns:p14="http://schemas.microsoft.com/office/powerpoint/2010/main" val="1332330236"/>
      </p:ext>
    </p:extLst>
  </p:cSld>
  <p:clrMap bg1="lt1" tx1="dk1" bg2="lt2" tx2="dk2" accent1="accent1" accent2="accent2" accent3="accent3" accent4="accent4" accent5="accent5" accent6="accent6" hlink="hlink" folHlink="folHlink"/>
  <p:sldLayoutIdLst>
    <p:sldLayoutId id="2147483748" r:id="rId1"/>
    <p:sldLayoutId id="2147484052" r:id="rId2"/>
    <p:sldLayoutId id="2147484055" r:id="rId3"/>
    <p:sldLayoutId id="2147484056" r:id="rId4"/>
    <p:sldLayoutId id="2147484057" r:id="rId5"/>
    <p:sldLayoutId id="2147484058" r:id="rId6"/>
    <p:sldLayoutId id="2147484059" r:id="rId7"/>
    <p:sldLayoutId id="2147484060" r:id="rId8"/>
    <p:sldLayoutId id="2147483751" r:id="rId9"/>
  </p:sldLayoutIdLst>
  <p:hf sldNum="0" hdr="0" ftr="0" dt="0"/>
  <p:txStyles>
    <p:titleStyle>
      <a:lvl1pPr algn="l" defTabSz="685800" rtl="0" eaLnBrk="1" latinLnBrk="0" hangingPunct="1">
        <a:spcBef>
          <a:spcPct val="0"/>
        </a:spcBef>
        <a:buNone/>
        <a:defRPr sz="2100" kern="1200">
          <a:solidFill>
            <a:srgbClr val="724698"/>
          </a:solidFill>
          <a:latin typeface="+mn-lt"/>
          <a:ea typeface="+mj-ea"/>
          <a:cs typeface="Calibri Light" panose="020F0302020204030204" pitchFamily="34" charset="0"/>
        </a:defRPr>
      </a:lvl1pPr>
    </p:titleStyle>
    <p:body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620" userDrawn="1">
          <p15:clr>
            <a:srgbClr val="F26B43"/>
          </p15:clr>
        </p15:guide>
        <p15:guide id="3" pos="5642" userDrawn="1">
          <p15:clr>
            <a:srgbClr val="F26B43"/>
          </p15:clr>
        </p15:guide>
        <p15:guide id="4" pos="118" userDrawn="1">
          <p15:clr>
            <a:srgbClr val="F26B43"/>
          </p15:clr>
        </p15:guide>
        <p15:guide id="5" orient="horz" pos="432" userDrawn="1">
          <p15:clr>
            <a:srgbClr val="F26B43"/>
          </p15:clr>
        </p15:guide>
        <p15:guide id="6" orient="horz" pos="2939" userDrawn="1">
          <p15:clr>
            <a:srgbClr val="F26B43"/>
          </p15:clr>
        </p15:guide>
        <p15:guide id="7" pos="2880" userDrawn="1">
          <p15:clr>
            <a:srgbClr val="F26B43"/>
          </p15:clr>
        </p15:guide>
        <p15:guide id="8" orient="horz" pos="1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6970" y="1987302"/>
            <a:ext cx="4924276" cy="553998"/>
          </a:xfrm>
          <a:prstGeom prst="rect">
            <a:avLst/>
          </a:prstGeom>
        </p:spPr>
        <p:txBody>
          <a:bodyPr vert="horz" wrap="square" lIns="68580" tIns="34290" rIns="68580" bIns="34290" rtlCol="0" anchor="ctr">
            <a:noAutofit/>
          </a:bodyPr>
          <a:lstStyle/>
          <a:p>
            <a:pPr lvl="0">
              <a:lnSpc>
                <a:spcPct val="90000"/>
              </a:lnSpc>
              <a:spcBef>
                <a:spcPts val="100"/>
              </a:spcBef>
            </a:pPr>
            <a:r>
              <a:rPr lang="en-US" dirty="0"/>
              <a:t>Click to edit Master title style</a:t>
            </a:r>
          </a:p>
        </p:txBody>
      </p:sp>
      <p:sp>
        <p:nvSpPr>
          <p:cNvPr id="27" name="Rectangle 26"/>
          <p:cNvSpPr/>
          <p:nvPr userDrawn="1"/>
        </p:nvSpPr>
        <p:spPr>
          <a:xfrm>
            <a:off x="356970" y="2549813"/>
            <a:ext cx="4924276" cy="44607"/>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pic>
        <p:nvPicPr>
          <p:cNvPr id="167" name="Picture 16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pic>
        <p:nvPicPr>
          <p:cNvPr id="6" name="Picture 5" descr="Logo&#10;&#10;Description automatically generated">
            <a:extLst>
              <a:ext uri="{FF2B5EF4-FFF2-40B4-BE49-F238E27FC236}">
                <a16:creationId xmlns:a16="http://schemas.microsoft.com/office/drawing/2014/main" id="{02D2DF18-524F-4CE9-B4ED-9E4A0879DD9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504" y="39249"/>
            <a:ext cx="1260839" cy="506724"/>
          </a:xfrm>
          <a:prstGeom prst="rect">
            <a:avLst/>
          </a:prstGeom>
        </p:spPr>
      </p:pic>
    </p:spTree>
    <p:extLst>
      <p:ext uri="{BB962C8B-B14F-4D97-AF65-F5344CB8AC3E}">
        <p14:creationId xmlns:p14="http://schemas.microsoft.com/office/powerpoint/2010/main" val="3049699617"/>
      </p:ext>
    </p:extLst>
  </p:cSld>
  <p:clrMap bg1="lt1" tx1="dk1" bg2="lt2" tx2="dk2" accent1="accent1" accent2="accent2" accent3="accent3" accent4="accent4" accent5="accent5" accent6="accent6" hlink="hlink" folHlink="folHlink"/>
  <p:sldLayoutIdLst>
    <p:sldLayoutId id="2147484037" r:id="rId1"/>
  </p:sldLayoutIdLst>
  <p:hf sldNum="0" hdr="0" ftr="0" dt="0"/>
  <p:txStyles>
    <p:titleStyle>
      <a:lvl1pPr algn="l" defTabSz="685800" rtl="0" eaLnBrk="1" latinLnBrk="0" hangingPunct="1">
        <a:spcBef>
          <a:spcPct val="0"/>
        </a:spcBef>
        <a:buNone/>
        <a:defRPr lang="en-US" sz="2400" kern="1200" dirty="0">
          <a:solidFill>
            <a:srgbClr val="724698"/>
          </a:solidFill>
          <a:latin typeface="+mj-lt"/>
          <a:ea typeface="+mj-ea"/>
          <a:cs typeface="Calibri Light" panose="020F0302020204030204" pitchFamily="34" charset="0"/>
        </a:defRPr>
      </a:lvl1pPr>
    </p:titleStyle>
    <p:bodyStyle>
      <a:lvl1pPr marL="257175" indent="-257175" algn="l" defTabSz="685800" rtl="0" eaLnBrk="1" latinLnBrk="0" hangingPunct="1">
        <a:spcBef>
          <a:spcPct val="20000"/>
        </a:spcBef>
        <a:buFont typeface="Arial" pitchFamily="34" charset="0"/>
        <a:buChar char="•"/>
        <a:defRPr lang="en-US" sz="3000" kern="1200" dirty="0" smtClean="0">
          <a:solidFill>
            <a:schemeClr val="bg1">
              <a:lumMod val="50000"/>
            </a:schemeClr>
          </a:solidFill>
          <a:latin typeface="Calibri" panose="020F0502020204030204" pitchFamily="34" charset="0"/>
          <a:ea typeface="+mj-ea"/>
          <a:cs typeface="Arial" pitchFamily="34" charset="0"/>
        </a:defRPr>
      </a:lvl1pPr>
      <a:lvl2pPr marL="557213" indent="-214313"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Box 2"/>
          <p:cNvSpPr txBox="1"/>
          <p:nvPr userDrawn="1"/>
        </p:nvSpPr>
        <p:spPr>
          <a:xfrm>
            <a:off x="356970" y="1987302"/>
            <a:ext cx="3961966" cy="553998"/>
          </a:xfrm>
          <a:prstGeom prst="rect">
            <a:avLst/>
          </a:prstGeom>
        </p:spPr>
        <p:txBody>
          <a:bodyPr vert="horz" wrap="square" lIns="68580" tIns="34290" rIns="68580" bIns="34290" rtlCol="0" anchor="ctr">
            <a:noAutofit/>
          </a:bodyPr>
          <a:lstStyle>
            <a:lvl1pPr>
              <a:lnSpc>
                <a:spcPct val="90000"/>
              </a:lnSpc>
              <a:spcBef>
                <a:spcPts val="100"/>
              </a:spcBef>
              <a:buNone/>
              <a:defRPr sz="2400">
                <a:solidFill>
                  <a:srgbClr val="724698"/>
                </a:solidFill>
                <a:latin typeface="+mj-lt"/>
                <a:ea typeface="+mj-ea"/>
                <a:cs typeface="Calibri Light" panose="020F0302020204030204" pitchFamily="34" charset="0"/>
              </a:defRPr>
            </a:lvl1pPr>
          </a:lstStyle>
          <a:p>
            <a:pPr lvl="0"/>
            <a:r>
              <a:rPr lang="en-US" dirty="0"/>
              <a:t>Thank You</a:t>
            </a:r>
          </a:p>
        </p:txBody>
      </p:sp>
      <p:sp>
        <p:nvSpPr>
          <p:cNvPr id="164" name="Rectangle 163"/>
          <p:cNvSpPr/>
          <p:nvPr userDrawn="1"/>
        </p:nvSpPr>
        <p:spPr>
          <a:xfrm>
            <a:off x="356970" y="2549813"/>
            <a:ext cx="4100296" cy="44607"/>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pic>
        <p:nvPicPr>
          <p:cNvPr id="167" name="Picture 16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pic>
        <p:nvPicPr>
          <p:cNvPr id="6" name="Picture 5" descr="Logo&#10;&#10;Description automatically generated">
            <a:extLst>
              <a:ext uri="{FF2B5EF4-FFF2-40B4-BE49-F238E27FC236}">
                <a16:creationId xmlns:a16="http://schemas.microsoft.com/office/drawing/2014/main" id="{93109F89-EB5A-40FF-A12F-613D202AB8A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520" y="125010"/>
            <a:ext cx="1260839" cy="506724"/>
          </a:xfrm>
          <a:prstGeom prst="rect">
            <a:avLst/>
          </a:prstGeom>
        </p:spPr>
      </p:pic>
    </p:spTree>
    <p:extLst>
      <p:ext uri="{BB962C8B-B14F-4D97-AF65-F5344CB8AC3E}">
        <p14:creationId xmlns:p14="http://schemas.microsoft.com/office/powerpoint/2010/main" val="2161881035"/>
      </p:ext>
    </p:extLst>
  </p:cSld>
  <p:clrMap bg1="lt1" tx1="dk1" bg2="lt2" tx2="dk2" accent1="accent1" accent2="accent2" accent3="accent3" accent4="accent4" accent5="accent5" accent6="accent6" hlink="hlink" folHlink="folHlink"/>
  <p:sldLayoutIdLst>
    <p:sldLayoutId id="2147484039" r:id="rId1"/>
  </p:sldLayoutIdLst>
  <p:hf sldNum="0" hdr="0" ftr="0" dt="0"/>
  <p:txStyles>
    <p:titleStyle>
      <a:lvl1pPr algn="l" defTabSz="685800" rtl="0" eaLnBrk="1" latinLnBrk="0" hangingPunct="1">
        <a:spcBef>
          <a:spcPct val="0"/>
        </a:spcBef>
        <a:buNone/>
        <a:defRPr sz="2300" kern="1200">
          <a:solidFill>
            <a:schemeClr val="bg1"/>
          </a:solidFill>
          <a:latin typeface="Myriad Pro" pitchFamily="34" charset="0"/>
          <a:ea typeface="+mj-ea"/>
          <a:cs typeface="+mj-cs"/>
        </a:defRPr>
      </a:lvl1pPr>
    </p:titleStyle>
    <p:bodyStyle>
      <a:lvl1pPr marL="257175" indent="-257175" algn="l" defTabSz="685800" rtl="0" eaLnBrk="1" latinLnBrk="0" hangingPunct="1">
        <a:spcBef>
          <a:spcPct val="20000"/>
        </a:spcBef>
        <a:buFont typeface="Arial" pitchFamily="34" charset="0"/>
        <a:buChar char="•"/>
        <a:defRPr lang="en-US" sz="3000" kern="1200" dirty="0" smtClean="0">
          <a:solidFill>
            <a:schemeClr val="bg1">
              <a:lumMod val="50000"/>
            </a:schemeClr>
          </a:solidFill>
          <a:latin typeface="Calibri" panose="020F0502020204030204" pitchFamily="34" charset="0"/>
          <a:ea typeface="+mj-ea"/>
          <a:cs typeface="Arial" pitchFamily="34" charset="0"/>
        </a:defRPr>
      </a:lvl1pPr>
      <a:lvl2pPr marL="557213" indent="-214313"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44627" y="2372866"/>
            <a:ext cx="6999309" cy="342900"/>
          </a:xfrm>
        </p:spPr>
        <p:txBody>
          <a:bodyPr/>
          <a:lstStyle/>
          <a:p>
            <a:r>
              <a:rPr lang="en-US"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First Order Logic: Introduction and Terminology</a:t>
            </a:r>
            <a:endParaRPr lang="en-US" sz="24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 name="Text Placeholder 3">
            <a:extLst>
              <a:ext uri="{FF2B5EF4-FFF2-40B4-BE49-F238E27FC236}">
                <a16:creationId xmlns:a16="http://schemas.microsoft.com/office/drawing/2014/main" id="{A8BDAB70-7A34-1F09-FB02-A4999B9278C1}"/>
              </a:ext>
            </a:extLst>
          </p:cNvPr>
          <p:cNvSpPr txBox="1">
            <a:spLocks/>
          </p:cNvSpPr>
          <p:nvPr/>
        </p:nvSpPr>
        <p:spPr>
          <a:xfrm>
            <a:off x="4605670" y="3998182"/>
            <a:ext cx="3854762" cy="301760"/>
          </a:xfrm>
          <a:prstGeom prst="rect">
            <a:avLst/>
          </a:prstGeom>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r"/>
            <a:r>
              <a:rPr lang="en-US" b="1" dirty="0">
                <a:solidFill>
                  <a:srgbClr val="034EA2"/>
                </a:solidFill>
              </a:rPr>
              <a:t>Prof. Tarachand Amgoth</a:t>
            </a:r>
          </a:p>
          <a:p>
            <a:pPr algn="r"/>
            <a:endParaRPr lang="en-US" dirty="0">
              <a:solidFill>
                <a:srgbClr val="C00000"/>
              </a:solidFill>
            </a:endParaRPr>
          </a:p>
        </p:txBody>
      </p:sp>
      <p:sp>
        <p:nvSpPr>
          <p:cNvPr id="6" name="Text Placeholder 3">
            <a:extLst>
              <a:ext uri="{FF2B5EF4-FFF2-40B4-BE49-F238E27FC236}">
                <a16:creationId xmlns:a16="http://schemas.microsoft.com/office/drawing/2014/main" id="{876C32B9-10B6-E691-28C9-BDD858B991AD}"/>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4" name="Subtitle 2">
            <a:extLst>
              <a:ext uri="{FF2B5EF4-FFF2-40B4-BE49-F238E27FC236}">
                <a16:creationId xmlns:a16="http://schemas.microsoft.com/office/drawing/2014/main" id="{8858B8A9-05BB-EF9F-4232-62A7D5D5DCBD}"/>
              </a:ext>
            </a:extLst>
          </p:cNvPr>
          <p:cNvSpPr txBox="1">
            <a:spLocks/>
          </p:cNvSpPr>
          <p:nvPr/>
        </p:nvSpPr>
        <p:spPr>
          <a:xfrm>
            <a:off x="236987" y="123478"/>
            <a:ext cx="6999309" cy="342900"/>
          </a:xfrm>
          <a:prstGeom prst="rect">
            <a:avLst/>
          </a:prstGeom>
        </p:spPr>
        <p:txBody>
          <a:bodyPr vert="horz" lIns="68580" tIns="34290" rIns="68580" bIns="34290" rtlCol="0">
            <a:noAutofit/>
          </a:bodyPr>
          <a:lstStyle>
            <a:lvl1pPr marL="0" marR="0" indent="0" algn="l" defTabSz="685800" rtl="0" eaLnBrk="1" fontAlgn="auto" latinLnBrk="0" hangingPunct="1">
              <a:lnSpc>
                <a:spcPct val="90000"/>
              </a:lnSpc>
              <a:spcBef>
                <a:spcPts val="100"/>
              </a:spcBef>
              <a:spcAft>
                <a:spcPts val="0"/>
              </a:spcAft>
              <a:buClr>
                <a:schemeClr val="tx1">
                  <a:lumMod val="65000"/>
                  <a:lumOff val="35000"/>
                </a:schemeClr>
              </a:buClr>
              <a:buSzTx/>
              <a:buFont typeface="Wingdings" pitchFamily="2" charset="2"/>
              <a:buNone/>
              <a:tabLst/>
              <a:defRPr sz="2000" kern="1200">
                <a:solidFill>
                  <a:schemeClr val="tx1">
                    <a:lumMod val="65000"/>
                    <a:lumOff val="35000"/>
                  </a:schemeClr>
                </a:solidFill>
                <a:latin typeface="+mj-lt"/>
                <a:ea typeface="+mn-ea"/>
                <a:cs typeface="Arial" pitchFamily="34" charset="0"/>
              </a:defRPr>
            </a:lvl1pPr>
            <a:lvl2pPr marL="342900" indent="0" algn="ctr" defTabSz="685800" rtl="0" eaLnBrk="1" latinLnBrk="0" hangingPunct="1">
              <a:spcBef>
                <a:spcPct val="20000"/>
              </a:spcBef>
              <a:buClr>
                <a:schemeClr val="tx1">
                  <a:lumMod val="65000"/>
                  <a:lumOff val="35000"/>
                </a:schemeClr>
              </a:buClr>
              <a:buFont typeface="Myriad Pro" pitchFamily="34" charset="0"/>
              <a:buNone/>
              <a:defRPr sz="1500" kern="1200">
                <a:solidFill>
                  <a:schemeClr val="tx1">
                    <a:tint val="75000"/>
                  </a:schemeClr>
                </a:solidFill>
                <a:latin typeface="+mj-lt"/>
                <a:ea typeface="+mn-ea"/>
                <a:cs typeface="Arial" pitchFamily="34" charset="0"/>
              </a:defRPr>
            </a:lvl2pPr>
            <a:lvl3pPr marL="685800" indent="0" algn="ctr" defTabSz="685800" rtl="0" eaLnBrk="1" latinLnBrk="0" hangingPunct="1">
              <a:spcBef>
                <a:spcPct val="20000"/>
              </a:spcBef>
              <a:buClr>
                <a:schemeClr val="tx1">
                  <a:lumMod val="65000"/>
                  <a:lumOff val="35000"/>
                </a:schemeClr>
              </a:buClr>
              <a:buFont typeface="Courier New" pitchFamily="49" charset="0"/>
              <a:buNone/>
              <a:defRPr sz="1400" kern="1200">
                <a:solidFill>
                  <a:schemeClr val="tx1">
                    <a:tint val="75000"/>
                  </a:schemeClr>
                </a:solidFill>
                <a:latin typeface="+mj-lt"/>
                <a:ea typeface="+mn-ea"/>
                <a:cs typeface="Arial" pitchFamily="34" charset="0"/>
              </a:defRPr>
            </a:lvl3pPr>
            <a:lvl4pPr marL="1028700" indent="0" algn="ctr" defTabSz="685800" rtl="0" eaLnBrk="1" latinLnBrk="0" hangingPunct="1">
              <a:spcBef>
                <a:spcPct val="20000"/>
              </a:spcBef>
              <a:buClr>
                <a:schemeClr val="tx1">
                  <a:lumMod val="65000"/>
                  <a:lumOff val="35000"/>
                </a:schemeClr>
              </a:buClr>
              <a:buFont typeface="Arial" pitchFamily="34" charset="0"/>
              <a:buNone/>
              <a:defRPr sz="1200" kern="1200" baseline="0">
                <a:solidFill>
                  <a:schemeClr val="tx1">
                    <a:tint val="75000"/>
                  </a:schemeClr>
                </a:solidFill>
                <a:latin typeface="+mj-lt"/>
                <a:ea typeface="+mn-ea"/>
                <a:cs typeface="Arial" pitchFamily="34" charset="0"/>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yriad Pro" pitchFamily="34" charset="0"/>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r>
              <a:rPr lang="en-US" sz="22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Logical Agents </a:t>
            </a:r>
            <a:endParaRPr lang="en-US" sz="22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611437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Why First Order Logic</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Rectangle 1">
            <a:extLst>
              <a:ext uri="{FF2B5EF4-FFF2-40B4-BE49-F238E27FC236}">
                <a16:creationId xmlns:a16="http://schemas.microsoft.com/office/drawing/2014/main" id="{FE2CA48D-ADDA-5728-A0E5-88DF5015C37A}"/>
              </a:ext>
            </a:extLst>
          </p:cNvPr>
          <p:cNvSpPr>
            <a:spLocks noChangeArrowheads="1"/>
          </p:cNvSpPr>
          <p:nvPr/>
        </p:nvSpPr>
        <p:spPr bwMode="auto">
          <a:xfrm>
            <a:off x="239575" y="854575"/>
            <a:ext cx="8288267" cy="3373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Propositional Logic (PL)</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and </a:t>
            </a: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First-Order Logic (FoL)</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are both important tools in the domain of formal logic and knowledge representation, but they serve different purposes and have varying levels of expressive power. </a:t>
            </a:r>
          </a:p>
          <a:p>
            <a:pPr marL="6286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Increased Expressiveness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6286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Ability to Represent Relationships and Quantification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6286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Descriptive Power for Real-World Scenarios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6286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Introduction of Functions and Variables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628650" lvl="1" indent="-285750" defTabSz="914400" eaLnBrk="0" fontAlgn="base" hangingPunct="0">
              <a:lnSpc>
                <a:spcPct val="150000"/>
              </a:lnSpc>
              <a:spcBef>
                <a:spcPct val="0"/>
              </a:spcBef>
              <a:spcAft>
                <a:spcPct val="0"/>
              </a:spcAft>
              <a:buFont typeface="Wingdings" panose="05000000000000000000" pitchFamily="2" charset="2"/>
              <a:buChar char="§"/>
            </a:pPr>
            <a:r>
              <a:rPr lang="en-IN"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Structured and Modular Representation</a:t>
            </a:r>
            <a:r>
              <a:rPr lang="en-IN"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t>
            </a: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628650" lvl="1" indent="-285750" defTabSz="914400" eaLnBrk="0" fontAlgn="base" hangingPunct="0">
              <a:lnSpc>
                <a:spcPct val="150000"/>
              </a:lnSpc>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Reasoning Capabilities</a:t>
            </a: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862923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B40C4-DAE9-D85B-8A7A-280BCF543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B747A-1C99-1F37-A106-F25316AFC5A8}"/>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Why First Order Logic</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7000F9FC-22C0-8296-14C1-21CDAF5C25D9}"/>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32EFC102-2726-B22A-FD2E-1B8FB78CB581}"/>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BD2A4492-4C0D-E838-0F79-D15386FC3028}"/>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8" name="TextBox 7">
            <a:extLst>
              <a:ext uri="{FF2B5EF4-FFF2-40B4-BE49-F238E27FC236}">
                <a16:creationId xmlns:a16="http://schemas.microsoft.com/office/drawing/2014/main" id="{811E412A-1C61-A4BA-6FD8-290C018F9ADF}"/>
              </a:ext>
            </a:extLst>
          </p:cNvPr>
          <p:cNvSpPr txBox="1"/>
          <p:nvPr/>
        </p:nvSpPr>
        <p:spPr>
          <a:xfrm>
            <a:off x="316180" y="725090"/>
            <a:ext cx="8288267" cy="3693319"/>
          </a:xfrm>
          <a:prstGeom prst="rect">
            <a:avLst/>
          </a:prstGeom>
          <a:noFill/>
        </p:spPr>
        <p:txBody>
          <a:bodyPr wrap="square">
            <a:spAutoFit/>
          </a:bodyPr>
          <a:lstStyle/>
          <a:p>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Increased Expressiveness</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t>
            </a:r>
          </a:p>
          <a:p>
            <a:pPr marL="285750" indent="-285750">
              <a:buFont typeface="Wingdings" panose="05000000000000000000" pitchFamily="2" charset="2"/>
              <a:buChar char="§"/>
            </a:pPr>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Propositional Logic</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Deals with simple, declarative statements (propositions) that can be either true or false. </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Propositional logic is limited in its ability to represent complex relationships and detailed knowledge about objects, as it cannot handle variables, quantifiers, or functions.</a:t>
            </a:r>
          </a:p>
          <a:p>
            <a:pPr marL="285750" indent="-285750">
              <a:buFont typeface="Wingdings" panose="05000000000000000000" pitchFamily="2" charset="2"/>
              <a:buChar char="§"/>
            </a:pPr>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First-Order Logic</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Extends the capabilities of propositional logic by introducing </a:t>
            </a: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quantifiers</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a:t>
            </a: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variables</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a:t>
            </a: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predicates</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and </a:t>
            </a: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functions</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This allows FoL to represent complex statements about objects, their properties, and relationships. </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For example, while propositional logic can only handle statements like "It is raining" (simple true/false statements), FoL can represent statements such as "For all people, if it is raining, they use umbrellas."</a:t>
            </a:r>
          </a:p>
        </p:txBody>
      </p:sp>
    </p:spTree>
    <p:extLst>
      <p:ext uri="{BB962C8B-B14F-4D97-AF65-F5344CB8AC3E}">
        <p14:creationId xmlns:p14="http://schemas.microsoft.com/office/powerpoint/2010/main" val="1688276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5D031-649E-348C-1913-0B441CDA7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6D8A3-D34D-5B98-0084-55C073ACCF78}"/>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Why First Order Logic</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C59E0149-7E2F-18E7-70AE-DCA4DF7C588A}"/>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6322D582-5435-E112-AD8A-FDC1AB8F26A6}"/>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0E4495B7-8CEC-61F2-1E4D-538D1FD4BF63}"/>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58CD6C12-B122-C851-4EF9-18288ED409DE}"/>
              </a:ext>
            </a:extLst>
          </p:cNvPr>
          <p:cNvSpPr>
            <a:spLocks noChangeArrowheads="1"/>
          </p:cNvSpPr>
          <p:nvPr/>
        </p:nvSpPr>
        <p:spPr bwMode="auto">
          <a:xfrm rot="10800000" flipV="1">
            <a:off x="314328" y="739079"/>
            <a:ext cx="872216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Ability to Represent Relationships and Quantification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Propositional Logic</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cannot express relationships between objects or quantify over objects (e.g., "all", "some", or "there exists").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FoL</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allows for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quantification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with ∀ (for all) and ∃ (there exists), which enables you to describe more complex statements. For example:</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"All humans are mortal" can be represented in FoL as ∀x (Human(x) → Mortal(x)), while propositional logic cannot express this directly.</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"There exists a person who is a doctor" can be expressed as ∃x (Doctor(x)).</a:t>
            </a:r>
          </a:p>
        </p:txBody>
      </p:sp>
    </p:spTree>
    <p:extLst>
      <p:ext uri="{BB962C8B-B14F-4D97-AF65-F5344CB8AC3E}">
        <p14:creationId xmlns:p14="http://schemas.microsoft.com/office/powerpoint/2010/main" val="4190549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11439-C0C5-CFBF-5E00-AFB3AC795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5A700-CFDB-F4D3-9548-D3E28F4D91D1}"/>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Why First Order Logic</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21B41075-ADB6-4638-DD03-BCC4203FAAC7}"/>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B7B4C163-825B-0F78-E229-3118ED6549EE}"/>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41EA7E9A-776A-620D-D98D-8B8E63898D2E}"/>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8" name="TextBox 7">
            <a:extLst>
              <a:ext uri="{FF2B5EF4-FFF2-40B4-BE49-F238E27FC236}">
                <a16:creationId xmlns:a16="http://schemas.microsoft.com/office/drawing/2014/main" id="{203CF613-B71D-95E1-8B33-41E587977E94}"/>
              </a:ext>
            </a:extLst>
          </p:cNvPr>
          <p:cNvSpPr txBox="1"/>
          <p:nvPr/>
        </p:nvSpPr>
        <p:spPr>
          <a:xfrm>
            <a:off x="395536" y="699542"/>
            <a:ext cx="7909318" cy="2308324"/>
          </a:xfrm>
          <a:prstGeom prst="rect">
            <a:avLst/>
          </a:prstGeom>
          <a:noFill/>
        </p:spPr>
        <p:txBody>
          <a:bodyPr wrap="square">
            <a:spAutoFit/>
          </a:bodyPr>
          <a:lstStyle/>
          <a:p>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Descriptive Power for Real-World Scenarios</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t>
            </a:r>
          </a:p>
          <a:p>
            <a:pPr marL="285750"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Propositional Logic</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is limited to simple facts and does not provide the structure needed for modeling real-world scenarios with detailed object interactions.</a:t>
            </a:r>
          </a:p>
          <a:p>
            <a:pPr marL="285750" indent="-285750">
              <a:buFont typeface="Wingdings" panose="05000000000000000000" pitchFamily="2" charset="2"/>
              <a:buChar char="§"/>
            </a:pPr>
            <a:endPar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First-Order Logic</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can model complex systems, such as family relationships, organizational hierarchies, mathematical theories, and even AI systems, due to its ability to represent and reason about individuals, predicates, and their relationships.</a:t>
            </a:r>
          </a:p>
        </p:txBody>
      </p:sp>
      <p:sp>
        <p:nvSpPr>
          <p:cNvPr id="10" name="TextBox 9">
            <a:extLst>
              <a:ext uri="{FF2B5EF4-FFF2-40B4-BE49-F238E27FC236}">
                <a16:creationId xmlns:a16="http://schemas.microsoft.com/office/drawing/2014/main" id="{51C1F7B9-7F90-076E-57C0-72AB74DB233D}"/>
              </a:ext>
            </a:extLst>
          </p:cNvPr>
          <p:cNvSpPr txBox="1"/>
          <p:nvPr/>
        </p:nvSpPr>
        <p:spPr>
          <a:xfrm>
            <a:off x="407098" y="2905656"/>
            <a:ext cx="8125342" cy="1754326"/>
          </a:xfrm>
          <a:prstGeom prst="rect">
            <a:avLst/>
          </a:prstGeom>
          <a:noFill/>
        </p:spPr>
        <p:txBody>
          <a:bodyPr wrap="square">
            <a:spAutoFit/>
          </a:bodyPr>
          <a:lstStyle/>
          <a:p>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Reasoning Capabilities</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t>
            </a:r>
          </a:p>
          <a:p>
            <a:pPr marL="285750"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Inference</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in propositional logic is straightforward but limited to simple logical operations on propositions.</a:t>
            </a:r>
          </a:p>
          <a:p>
            <a:pPr marL="285750"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FoL</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enables </a:t>
            </a: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powerful reasoning capabilities</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such as deducing new facts from known facts using rules, performing unification, and applying inference rules like </a:t>
            </a: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modus ponens</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and </a:t>
            </a: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universal instantiation</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389208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5E01-F160-1DA6-35C4-AC96FC5BB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B9C1C-9593-B366-DCCB-BCB8BA01CC95}"/>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Why First Order Logic</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8A6CE8C-D8EC-C1C3-AC87-E7E7B8CB7B8E}"/>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66100948-9966-6E91-B719-377FCE1EB692}"/>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74D29B85-A4E2-4D2C-DC87-47B2B1E9F911}"/>
              </a:ext>
            </a:extLst>
          </p:cNvPr>
          <p:cNvSpPr>
            <a:spLocks noChangeArrowheads="1"/>
          </p:cNvSpPr>
          <p:nvPr/>
        </p:nvSpPr>
        <p:spPr bwMode="auto">
          <a:xfrm>
            <a:off x="683568" y="1076653"/>
            <a:ext cx="792088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Introduction of Functions and Variables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Variables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in FoL allow for general statements about groups of objects (e.g., "for every x, if x is a student, then x studies").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Functions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in FoL map objects to other objects (e.g., Father(x) could represent the father of x).</a:t>
            </a: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Structured and Modular Representation</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Propositional Logic</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often leads to unwieldy and lengthy representations when modeling complex systems, as each unique fact or state must be represented as a separate atomic proposition.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FoL</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allows for a more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modular and structured approach</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as relationships and properties of objects can be represented in terms of predicates and quantified variables. This leads to cleaner, more maintainable representations</a:t>
            </a:r>
            <a:r>
              <a:rPr kumimoji="0" lang="en-US" altLang="en-US"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438327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4FF7C-1C75-FD36-44C6-C911A49D2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CC8E5-ECA3-6EAF-8390-26E6993905CD}"/>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Why First Order Logic</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631BC742-E7B5-713D-F1FE-FBCCF8C4D20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CF251E35-7E65-B21F-C83D-5543B1E2D091}"/>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3916EA5E-5321-AE23-640A-93AAA20E6583}"/>
              </a:ext>
            </a:extLst>
          </p:cNvPr>
          <p:cNvSpPr>
            <a:spLocks noChangeArrowheads="1"/>
          </p:cNvSpPr>
          <p:nvPr/>
        </p:nvSpPr>
        <p:spPr bwMode="auto">
          <a:xfrm>
            <a:off x="395536" y="771550"/>
            <a:ext cx="792088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Introduction of Functions and Variables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Variables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in FoL allow for general statements about groups of objects (e.g., "for every x, if x is a student, then x studies").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Functions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in FoL map objects to other objects (e.g., Father(x) could represent the father of x).</a:t>
            </a: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Structured and Modular Representation</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Propositional Logic</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often leads to unwieldy and lengthy representations when modeling complex systems, as each unique fact or state must be represented as a separate atomic proposition.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FoL</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allows for a more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modular and structured approach</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as relationships and properties of objects can be represented in terms of predicates and quantified variables. This leads to cleaner, more maintainable representations</a:t>
            </a:r>
            <a:r>
              <a:rPr kumimoji="0" lang="en-US" altLang="en-US"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1484567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B41C1-72CC-B18F-9463-2AE786EE8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57688-8986-6EEE-8BB6-A433E2B7C11D}"/>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First Order Logic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0714F5CE-C3FF-9237-D67C-9C26F3777AC2}"/>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3" name="TextBox 2">
            <a:extLst>
              <a:ext uri="{FF2B5EF4-FFF2-40B4-BE49-F238E27FC236}">
                <a16:creationId xmlns:a16="http://schemas.microsoft.com/office/drawing/2014/main" id="{05F068B8-5D24-6F56-FDA8-378785347988}"/>
              </a:ext>
            </a:extLst>
          </p:cNvPr>
          <p:cNvSpPr txBox="1"/>
          <p:nvPr/>
        </p:nvSpPr>
        <p:spPr>
          <a:xfrm>
            <a:off x="328405" y="843558"/>
            <a:ext cx="7704857" cy="2616101"/>
          </a:xfrm>
          <a:prstGeom prst="rect">
            <a:avLst/>
          </a:prstGeom>
          <a:noFill/>
        </p:spPr>
        <p:txBody>
          <a:bodyPr wrap="square" rtlCol="0">
            <a:spAutoFit/>
          </a:bodyPr>
          <a:lstStyle/>
          <a:p>
            <a:pPr marL="342900" indent="-342900" algn="l">
              <a:buFont typeface="Wingdings" panose="05000000000000000000" pitchFamily="2" charset="2"/>
              <a:buChar char="§"/>
            </a:pPr>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First-Order Logic (FoL)</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also known as </a:t>
            </a:r>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Predicate Logic</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 is a formal system used in mathematics, philosophy, linguistics, and computer science. </a:t>
            </a:r>
          </a:p>
          <a:p>
            <a:pPr marL="342900" indent="-342900" algn="l">
              <a:buFont typeface="Wingdings" panose="05000000000000000000" pitchFamily="2" charset="2"/>
              <a:buChar char="§"/>
            </a:pPr>
            <a:endParaRPr lang="en-US" sz="1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lgn="l">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It extends propositional logic by introducing </a:t>
            </a:r>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quantifiers</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t>
            </a:r>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predicates</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and </a:t>
            </a:r>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variables</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making it more expressive and capable of representing complex statements about objects, their properties, and their relationships. </a:t>
            </a:r>
          </a:p>
          <a:p>
            <a:pPr marL="342900" indent="-342900" algn="l">
              <a:buFont typeface="Wingdings" panose="05000000000000000000" pitchFamily="2" charset="2"/>
              <a:buChar char="§"/>
            </a:pPr>
            <a:endParaRPr lang="en-US" sz="1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lgn="l">
              <a:buFont typeface="Wingdings" panose="05000000000000000000" pitchFamily="2" charset="2"/>
              <a:buChar char="§"/>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Unlike propositional logic, which deals with simple statements that are either true or false, FoL allows for statements that involve relationships between objects and quantification over objects.</a:t>
            </a:r>
            <a:endParaRPr lang="en-US" sz="1800" b="0" i="0" dirty="0">
              <a:solidFill>
                <a:srgbClr val="C00000"/>
              </a:solidFill>
              <a:effectLst/>
              <a:highlight>
                <a:srgbClr val="FFFFFF"/>
              </a:highlight>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Text Placeholder 3">
            <a:extLst>
              <a:ext uri="{FF2B5EF4-FFF2-40B4-BE49-F238E27FC236}">
                <a16:creationId xmlns:a16="http://schemas.microsoft.com/office/drawing/2014/main" id="{2792EFF2-7F33-9CE8-14AF-429BBF1B6C79}"/>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23ECC559-EA50-21CF-B1AF-ACF499F20DE6}"/>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889959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D6F3F-D1A8-62CF-5BDF-991D133E8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F9E76-7E9C-AE88-D0B2-F55FF511FAA0}"/>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Syntax and Semantics of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2F531190-7BD5-8929-0565-F0B9E29E0338}"/>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6EE9DBE9-4CD1-EA65-54DF-4F35804BB0BC}"/>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71BBED90-333C-669D-C9F5-65A2C888C1BC}"/>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Rectangle 1">
            <a:extLst>
              <a:ext uri="{FF2B5EF4-FFF2-40B4-BE49-F238E27FC236}">
                <a16:creationId xmlns:a16="http://schemas.microsoft.com/office/drawing/2014/main" id="{7ED77F39-35D0-1DB1-2CC0-CB9F83E0DE6D}"/>
              </a:ext>
            </a:extLst>
          </p:cNvPr>
          <p:cNvSpPr>
            <a:spLocks noChangeArrowheads="1"/>
          </p:cNvSpPr>
          <p:nvPr/>
        </p:nvSpPr>
        <p:spPr bwMode="auto">
          <a:xfrm rot="10800000" flipV="1">
            <a:off x="225646" y="638567"/>
            <a:ext cx="823478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Models of FoL</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model</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of FoL consists of a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domain of discourse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 non-empty set of objects) and an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interpretation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that assigns meaning to the symbols and formulas within that domain.</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 model specifies how constants, predicates, and functions are interpreted in terms of the domain.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Symbols and Interpretations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Constants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Refer to specific objects in the domain.</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Variables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Stand for objects in the domain.</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Predicates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Represent properties or relationships between objects in the domain.</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Functions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Map objects in the domain to other objects.</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Connectives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Logical operators such as ∧ (and), ∨ (or), ¬ (not), → (implies), and ↔ (if and only if).</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Quantifiers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 (there exists) and ∀ (for all).</a:t>
            </a:r>
          </a:p>
        </p:txBody>
      </p:sp>
    </p:spTree>
    <p:extLst>
      <p:ext uri="{BB962C8B-B14F-4D97-AF65-F5344CB8AC3E}">
        <p14:creationId xmlns:p14="http://schemas.microsoft.com/office/powerpoint/2010/main" val="2115576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BE964-02B7-94A1-C1F5-E8799D47C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5EB97-B3BF-B6E4-A845-6A1FA2D46CCC}"/>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Syntax and Semantics of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AE5855AA-A943-0C79-7AEC-5B5C65CABA9E}"/>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BF04A529-1B6A-C0DD-3DA6-3130B2DE721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754EFCAE-EC1F-80DD-6DFE-5B8AE3956330}"/>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C574DCE1-C18F-E0C6-25BE-C81CC275EE18}"/>
              </a:ext>
            </a:extLst>
          </p:cNvPr>
          <p:cNvSpPr>
            <a:spLocks noChangeArrowheads="1"/>
          </p:cNvSpPr>
          <p:nvPr/>
        </p:nvSpPr>
        <p:spPr bwMode="auto">
          <a:xfrm>
            <a:off x="348913" y="668511"/>
            <a:ext cx="855291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Terms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Terms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represent objects in the domain. They can be:</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Constants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Representing specific objects.</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Variables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Representing any object in the domain.</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Function Terms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Applying functions to other terms (e.g., f(x)).</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Atomic Sentences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Atomic sentences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(also called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atoms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are the simplest, basic statements in FoL, formed by applying a predicate to a term or a set of terms. For example, P(a), Q(x, 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Atomic sentences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evaluate to either true or false within a given interpretation.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Complex Sentences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Complex sentences are built using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logical connectives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(e.g., ∧, ∨, ¬, →, ↔) and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quantifiers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Examples:</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Conjunction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P(x) ∧ Q(x) (both P(x) and Q(x) must be true).</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Disjunction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P(x) ∨ Q(x) (either P(x) or Q(x) is true).</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Negation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¬P(x) (the negation of P(x)).</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Implication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P(x) → Q(x) (P(x) implies Q(x)).</a:t>
            </a:r>
          </a:p>
        </p:txBody>
      </p:sp>
    </p:spTree>
    <p:extLst>
      <p:ext uri="{BB962C8B-B14F-4D97-AF65-F5344CB8AC3E}">
        <p14:creationId xmlns:p14="http://schemas.microsoft.com/office/powerpoint/2010/main" val="2286238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8F423-EC03-22C6-A5DC-D8CBAC942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B611C-D3AF-8CD7-C322-7CE785361CFC}"/>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Syntax and Semantics of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a:extLst>
              <a:ext uri="{FF2B5EF4-FFF2-40B4-BE49-F238E27FC236}">
                <a16:creationId xmlns:a16="http://schemas.microsoft.com/office/drawing/2014/main" id="{43EBF19E-3507-02FA-85D4-71E21A6AB9C6}"/>
              </a:ext>
            </a:extLst>
          </p:cNvPr>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5" name="Text Placeholder 3">
            <a:extLst>
              <a:ext uri="{FF2B5EF4-FFF2-40B4-BE49-F238E27FC236}">
                <a16:creationId xmlns:a16="http://schemas.microsoft.com/office/drawing/2014/main" id="{663A01F4-4FFA-4981-4D68-F550074D686C}"/>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70200415-E6F9-0CB5-7FF5-CB01AB7EB65A}"/>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Rectangle 1">
            <a:extLst>
              <a:ext uri="{FF2B5EF4-FFF2-40B4-BE49-F238E27FC236}">
                <a16:creationId xmlns:a16="http://schemas.microsoft.com/office/drawing/2014/main" id="{8F3CEC3F-F2D4-8DC5-D4E5-B18D44477FF2}"/>
              </a:ext>
            </a:extLst>
          </p:cNvPr>
          <p:cNvSpPr>
            <a:spLocks noChangeArrowheads="1"/>
          </p:cNvSpPr>
          <p:nvPr/>
        </p:nvSpPr>
        <p:spPr bwMode="auto">
          <a:xfrm rot="10800000" flipV="1">
            <a:off x="611560" y="939133"/>
            <a:ext cx="7992888"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Quantifiers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Universal Quantifier</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 Indicates that a statement is true for all objects in the domain.</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 ∀x P(x) (for all x, P(x) is true).</a:t>
            </a:r>
          </a:p>
          <a:p>
            <a:pPr marL="457200" marR="0" lvl="1" algn="l" defTabSz="914400" rtl="0" eaLnBrk="0" fontAlgn="base" latinLnBrk="0" hangingPunct="0">
              <a:lnSpc>
                <a:spcPct val="100000"/>
              </a:lnSpc>
              <a:spcBef>
                <a:spcPct val="0"/>
              </a:spcBef>
              <a:spcAft>
                <a:spcPct val="0"/>
              </a:spcAft>
              <a:buClrTx/>
              <a:buSzTx/>
              <a:tabLst/>
            </a:pPr>
            <a:endParaRPr kumimoji="0" lang="en-US" altLang="en-US" sz="10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Existential Quantifier</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 Indicates that there exists at least one object in the domain for which the statement is true.</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 ∃x P(x) (there exists an x such that P(x) is true).</a:t>
            </a:r>
          </a:p>
        </p:txBody>
      </p:sp>
    </p:spTree>
    <p:extLst>
      <p:ext uri="{BB962C8B-B14F-4D97-AF65-F5344CB8AC3E}">
        <p14:creationId xmlns:p14="http://schemas.microsoft.com/office/powerpoint/2010/main" val="4123578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92B40-578F-C4BA-7E0C-62F1F9D80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F5DA87-98F9-FD1F-702A-1AE84A56EC98}"/>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Syntax and Semantics of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FA6E73C7-AAB4-BB75-0C46-92DFBFAD7531}"/>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399728C1-BF95-B7AC-CC71-4509F2544F02}"/>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Rectangle 1">
            <a:extLst>
              <a:ext uri="{FF2B5EF4-FFF2-40B4-BE49-F238E27FC236}">
                <a16:creationId xmlns:a16="http://schemas.microsoft.com/office/drawing/2014/main" id="{272E42A6-D9F2-5997-3910-26D8875D863C}"/>
              </a:ext>
            </a:extLst>
          </p:cNvPr>
          <p:cNvSpPr>
            <a:spLocks noChangeArrowheads="1"/>
          </p:cNvSpPr>
          <p:nvPr/>
        </p:nvSpPr>
        <p:spPr bwMode="auto">
          <a:xfrm rot="10800000" flipV="1">
            <a:off x="467544" y="771551"/>
            <a:ext cx="7992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Nested Quantifiers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p:txBody>
      </p:sp>
      <p:sp>
        <p:nvSpPr>
          <p:cNvPr id="3" name="Rectangle 1">
            <a:extLst>
              <a:ext uri="{FF2B5EF4-FFF2-40B4-BE49-F238E27FC236}">
                <a16:creationId xmlns:a16="http://schemas.microsoft.com/office/drawing/2014/main" id="{C10A4724-8358-2D94-B8B6-1A88020047C6}"/>
              </a:ext>
            </a:extLst>
          </p:cNvPr>
          <p:cNvSpPr>
            <a:spLocks noChangeArrowheads="1"/>
          </p:cNvSpPr>
          <p:nvPr/>
        </p:nvSpPr>
        <p:spPr bwMode="auto">
          <a:xfrm rot="10800000" flipV="1">
            <a:off x="827584" y="1131590"/>
            <a:ext cx="777686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 FoL,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nested quantifiers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occur when quantifiers (∀ for "for all" and ∃ for "there exists") appear within the scope of other quantifiers.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This allows for complex expressions that can describe intricate relationships among objects in the domain.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Nested quantifiers can be either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of the same type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(e.g., two ∀ quantifiers) or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of different types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(e.g., a combination of ∀ and ∃).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 order and structure of the quantifiers are critical, as they can completely change the meaning of a logical statement.</a:t>
            </a:r>
          </a:p>
        </p:txBody>
      </p:sp>
      <p:sp>
        <p:nvSpPr>
          <p:cNvPr id="8" name="Rectangle 1">
            <a:extLst>
              <a:ext uri="{FF2B5EF4-FFF2-40B4-BE49-F238E27FC236}">
                <a16:creationId xmlns:a16="http://schemas.microsoft.com/office/drawing/2014/main" id="{48624699-A786-2092-CE89-66EF27AE6D88}"/>
              </a:ext>
            </a:extLst>
          </p:cNvPr>
          <p:cNvSpPr>
            <a:spLocks noChangeArrowheads="1"/>
          </p:cNvSpPr>
          <p:nvPr/>
        </p:nvSpPr>
        <p:spPr bwMode="auto">
          <a:xfrm rot="10800000" flipV="1">
            <a:off x="576064" y="3459652"/>
            <a:ext cx="774035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Example 1: Same Quantifier Type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Statement: "For all x, for all y, P(x, y) is true."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FoL Representation: ∀x ∀y P(x, 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Interpretation: Every pair (x, y) satisfies the predicate P(x, y).</a:t>
            </a:r>
          </a:p>
        </p:txBody>
      </p:sp>
    </p:spTree>
    <p:extLst>
      <p:ext uri="{BB962C8B-B14F-4D97-AF65-F5344CB8AC3E}">
        <p14:creationId xmlns:p14="http://schemas.microsoft.com/office/powerpoint/2010/main" val="500218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A2A7C-9053-3F81-BBC1-D28791B09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8585A-8643-D6C8-4B64-2133831B3CD2}"/>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Syntax and Semantics of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00966E03-50E1-6CF2-06F5-4FBDB78053CB}"/>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02A2F4A1-E1B0-0EB3-400E-B7BD29581947}"/>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Rectangle 1">
            <a:extLst>
              <a:ext uri="{FF2B5EF4-FFF2-40B4-BE49-F238E27FC236}">
                <a16:creationId xmlns:a16="http://schemas.microsoft.com/office/drawing/2014/main" id="{48139CD4-29EF-9E91-0811-18B9098B278D}"/>
              </a:ext>
            </a:extLst>
          </p:cNvPr>
          <p:cNvSpPr>
            <a:spLocks noChangeArrowheads="1"/>
          </p:cNvSpPr>
          <p:nvPr/>
        </p:nvSpPr>
        <p:spPr bwMode="auto">
          <a:xfrm rot="10800000" flipV="1">
            <a:off x="467544" y="771551"/>
            <a:ext cx="7992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Nested Quantifiers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p:txBody>
      </p:sp>
      <p:sp>
        <p:nvSpPr>
          <p:cNvPr id="8" name="Rectangle 2">
            <a:extLst>
              <a:ext uri="{FF2B5EF4-FFF2-40B4-BE49-F238E27FC236}">
                <a16:creationId xmlns:a16="http://schemas.microsoft.com/office/drawing/2014/main" id="{8EB4514F-D791-9550-8AFC-1869AFCF69EF}"/>
              </a:ext>
            </a:extLst>
          </p:cNvPr>
          <p:cNvSpPr>
            <a:spLocks noChangeArrowheads="1"/>
          </p:cNvSpPr>
          <p:nvPr/>
        </p:nvSpPr>
        <p:spPr bwMode="auto">
          <a:xfrm>
            <a:off x="611560" y="1249178"/>
            <a:ext cx="814901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Example 2: Different Quantifier Types</a:t>
            </a:r>
            <a:endPar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Statement</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"For all x, there exists a y such that P(x, y) is true."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FoL Representation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∀x ∃y P(x, 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Interpretation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For each x in the domain, there is at least one y such that the relationship P(x, y) holds.</a:t>
            </a: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Example 3: Reversed Quantifier Order</a:t>
            </a:r>
            <a:endPar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Statement</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"There exists a y such that for all x, P(x, y) is true."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FoL Representation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∃y ∀x P(x, 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Interpretation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There is at least one y in the domain such that P(x, y) holds true for every x.</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Note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This is not the same as the previous example, ∀x ∃y P(x, y). The meaning changes significantly based on the order of the quantifiers.</a:t>
            </a:r>
          </a:p>
        </p:txBody>
      </p:sp>
    </p:spTree>
    <p:extLst>
      <p:ext uri="{BB962C8B-B14F-4D97-AF65-F5344CB8AC3E}">
        <p14:creationId xmlns:p14="http://schemas.microsoft.com/office/powerpoint/2010/main" val="1301767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5BF45-75D0-121F-6A5C-4DD962D34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0549C-FB86-A9AA-68EA-B86FC14D5623}"/>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Syntax and Semantics of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76500553-4B62-4342-0392-6F0EC29B7686}"/>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5F568738-FA17-2AB4-B4B4-AF380EE552B1}"/>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Rectangle 1">
            <a:extLst>
              <a:ext uri="{FF2B5EF4-FFF2-40B4-BE49-F238E27FC236}">
                <a16:creationId xmlns:a16="http://schemas.microsoft.com/office/drawing/2014/main" id="{05E69824-B1F8-6F9C-16F2-5A8B76B8D151}"/>
              </a:ext>
            </a:extLst>
          </p:cNvPr>
          <p:cNvSpPr>
            <a:spLocks noChangeArrowheads="1"/>
          </p:cNvSpPr>
          <p:nvPr/>
        </p:nvSpPr>
        <p:spPr bwMode="auto">
          <a:xfrm rot="10800000" flipV="1">
            <a:off x="323528" y="627535"/>
            <a:ext cx="7992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Nested Quantifiers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p:txBody>
      </p:sp>
      <p:sp>
        <p:nvSpPr>
          <p:cNvPr id="3" name="Rectangle 1">
            <a:extLst>
              <a:ext uri="{FF2B5EF4-FFF2-40B4-BE49-F238E27FC236}">
                <a16:creationId xmlns:a16="http://schemas.microsoft.com/office/drawing/2014/main" id="{757EEF23-2574-B967-24AF-FB4F25BDF6E3}"/>
              </a:ext>
            </a:extLst>
          </p:cNvPr>
          <p:cNvSpPr>
            <a:spLocks noChangeArrowheads="1"/>
          </p:cNvSpPr>
          <p:nvPr/>
        </p:nvSpPr>
        <p:spPr bwMode="auto">
          <a:xfrm>
            <a:off x="406310" y="1209115"/>
            <a:ext cx="877349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Order Matters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order of quantifiers affects the meaning of a statement.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∃y P(x, y) is not equivalent to ∃y ∀x P(x, 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Interpretation Context</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∃y P(x, y): For every x, there exists a y such that P(x, y) is true. This implies that different values of x might have different corresponding values of 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∃y ∀x P(x, y): There exists one specific y such that for every x, P(x, y) holds true.</a:t>
            </a:r>
          </a:p>
        </p:txBody>
      </p:sp>
    </p:spTree>
    <p:extLst>
      <p:ext uri="{BB962C8B-B14F-4D97-AF65-F5344CB8AC3E}">
        <p14:creationId xmlns:p14="http://schemas.microsoft.com/office/powerpoint/2010/main" val="3705091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32973-7E6F-FA2D-98A5-FD99E527D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B805F-D137-B5F7-3085-2DE111738467}"/>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Syntax and Semantics of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18DE32A3-D255-8038-8F6C-E892950FB5F5}"/>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CB8291A9-A9BA-7E8D-CDE8-636E52B0E9AC}"/>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Rectangle 1">
            <a:extLst>
              <a:ext uri="{FF2B5EF4-FFF2-40B4-BE49-F238E27FC236}">
                <a16:creationId xmlns:a16="http://schemas.microsoft.com/office/drawing/2014/main" id="{9EA02774-B095-2B74-0D87-DDF0021D07DD}"/>
              </a:ext>
            </a:extLst>
          </p:cNvPr>
          <p:cNvSpPr>
            <a:spLocks noChangeArrowheads="1"/>
          </p:cNvSpPr>
          <p:nvPr/>
        </p:nvSpPr>
        <p:spPr bwMode="auto">
          <a:xfrm rot="10800000" flipV="1">
            <a:off x="323528" y="627535"/>
            <a:ext cx="7992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Nested Quantifiers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p:txBody>
      </p:sp>
      <p:sp>
        <p:nvSpPr>
          <p:cNvPr id="3" name="Rectangle 1">
            <a:extLst>
              <a:ext uri="{FF2B5EF4-FFF2-40B4-BE49-F238E27FC236}">
                <a16:creationId xmlns:a16="http://schemas.microsoft.com/office/drawing/2014/main" id="{6E20964F-71B3-4989-891D-E27885CAD531}"/>
              </a:ext>
            </a:extLst>
          </p:cNvPr>
          <p:cNvSpPr>
            <a:spLocks noChangeArrowheads="1"/>
          </p:cNvSpPr>
          <p:nvPr/>
        </p:nvSpPr>
        <p:spPr bwMode="auto">
          <a:xfrm>
            <a:off x="205889" y="1085341"/>
            <a:ext cx="877349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Examples in Real-World Scenarios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 1</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"For every person, there exists a book that they like."</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∃y Likes(x, y)</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This means that each person has at least one book that they like, though different people may like different books.</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 2</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"There exists a book that every person likes."</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∃y ∀x Likes(x, y)</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This implies that there is one particular book that is liked by everyone.</a:t>
            </a:r>
          </a:p>
        </p:txBody>
      </p:sp>
    </p:spTree>
    <p:extLst>
      <p:ext uri="{BB962C8B-B14F-4D97-AF65-F5344CB8AC3E}">
        <p14:creationId xmlns:p14="http://schemas.microsoft.com/office/powerpoint/2010/main" val="934450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60F2D-66FF-BB8C-D5FF-F2C70DEC7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2F74D-1535-F4EE-4CB4-CFE7FC8DD0F5}"/>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Syntax and Semantics of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C861265-52D4-78EF-B384-E0AC2F65C1F7}"/>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F9501557-C733-57F3-816D-271C21F10279}"/>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Rectangle 1">
            <a:extLst>
              <a:ext uri="{FF2B5EF4-FFF2-40B4-BE49-F238E27FC236}">
                <a16:creationId xmlns:a16="http://schemas.microsoft.com/office/drawing/2014/main" id="{B0798957-4025-5CE6-597F-FE0EDCBDF29A}"/>
              </a:ext>
            </a:extLst>
          </p:cNvPr>
          <p:cNvSpPr>
            <a:spLocks noChangeArrowheads="1"/>
          </p:cNvSpPr>
          <p:nvPr/>
        </p:nvSpPr>
        <p:spPr bwMode="auto">
          <a:xfrm rot="10800000" flipV="1">
            <a:off x="323528" y="555527"/>
            <a:ext cx="7992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Nested Quantifiers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p:txBody>
      </p:sp>
      <p:sp>
        <p:nvSpPr>
          <p:cNvPr id="4" name="Rectangle 1">
            <a:extLst>
              <a:ext uri="{FF2B5EF4-FFF2-40B4-BE49-F238E27FC236}">
                <a16:creationId xmlns:a16="http://schemas.microsoft.com/office/drawing/2014/main" id="{59938BF7-086C-5819-7DAC-93ECECBD7B13}"/>
              </a:ext>
            </a:extLst>
          </p:cNvPr>
          <p:cNvSpPr>
            <a:spLocks noChangeArrowheads="1"/>
          </p:cNvSpPr>
          <p:nvPr/>
        </p:nvSpPr>
        <p:spPr bwMode="auto">
          <a:xfrm>
            <a:off x="323528" y="843558"/>
            <a:ext cx="847355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Mathematical Example</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Statement</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"For every integer x, there exists an integer y such that y &gt; x."</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FoL Representation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∀x ∃y (y &gt; x)</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Interpretation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No matter what integer x you pick, you can always find another integer y that is greater.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Logical Puzzle</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Statement</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"There exists a person who knows everyone."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FoL Representation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∃x ∀y Knows(x, 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Interpretation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There is a person x such that for every person y (including possibly themselves), x knows 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Reverse Case</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Statement</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"Everyone knows at least one person."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FoL Representation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∀x ∃y Knows(x, 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Interpretation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For each person x, there exists at least one person y such that x knows y.</a:t>
            </a:r>
          </a:p>
        </p:txBody>
      </p:sp>
    </p:spTree>
    <p:extLst>
      <p:ext uri="{BB962C8B-B14F-4D97-AF65-F5344CB8AC3E}">
        <p14:creationId xmlns:p14="http://schemas.microsoft.com/office/powerpoint/2010/main" val="1992190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8A673-60B0-FC6B-9412-FA4942C5D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E84ED-62C4-4270-C7CF-60366CF2A8E8}"/>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Knowledge Engineering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0E241A9-7D80-8FE5-AA48-0C79A64B3226}"/>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CAB14788-7EE9-2CBA-41A5-39FD738D0038}"/>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8" name="TextBox 7">
            <a:extLst>
              <a:ext uri="{FF2B5EF4-FFF2-40B4-BE49-F238E27FC236}">
                <a16:creationId xmlns:a16="http://schemas.microsoft.com/office/drawing/2014/main" id="{E1EA2A5D-A0DF-77BD-78BA-A45F36113AE3}"/>
              </a:ext>
            </a:extLst>
          </p:cNvPr>
          <p:cNvSpPr txBox="1"/>
          <p:nvPr/>
        </p:nvSpPr>
        <p:spPr>
          <a:xfrm>
            <a:off x="645628" y="1059582"/>
            <a:ext cx="7598780" cy="2031325"/>
          </a:xfrm>
          <a:prstGeom prst="rect">
            <a:avLst/>
          </a:prstGeom>
          <a:noFill/>
        </p:spPr>
        <p:txBody>
          <a:bodyPr wrap="square">
            <a:spAutoFit/>
          </a:bodyPr>
          <a:lstStyle/>
          <a:p>
            <a:pPr marL="285750" indent="-285750">
              <a:buFont typeface="Wingdings" panose="05000000000000000000" pitchFamily="2" charset="2"/>
              <a:buChar char="§"/>
            </a:pPr>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Knowledge Engineering</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using </a:t>
            </a:r>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First-Order Logic (FoL)</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involves representing knowledge about the world in a structured, logical form that computers can process, reason about, and make decisions based on. </a:t>
            </a:r>
          </a:p>
          <a:p>
            <a:pPr marL="285750" indent="-285750">
              <a:buFont typeface="Wingdings" panose="05000000000000000000" pitchFamily="2" charset="2"/>
              <a:buChar char="§"/>
            </a:pPr>
            <a:endPar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FoL is widely used in knowledge representation and reasoning because it offers more expressive power than propositional logic, allowing for detailed descriptions of objects, relationships, properties, and rules</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t>
            </a:r>
            <a:endParaRPr lang="en-IN"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905096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FAEDA-16D8-2A45-B3DC-B053C39DE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DE41C-0876-154C-3B30-51E70E97F241}"/>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Knowledge Engineering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B1DD39CF-9054-AF6C-5C4A-4EBD39EEAA79}"/>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20D3BF9D-1547-E6A5-D10E-96768285F3A1}"/>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B8E48FAD-D108-C436-6E9C-97162A83ABA7}"/>
              </a:ext>
            </a:extLst>
          </p:cNvPr>
          <p:cNvSpPr>
            <a:spLocks noChangeArrowheads="1"/>
          </p:cNvSpPr>
          <p:nvPr/>
        </p:nvSpPr>
        <p:spPr bwMode="auto">
          <a:xfrm rot="10800000" flipV="1">
            <a:off x="467544" y="779122"/>
            <a:ext cx="802838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Key Steps in Knowledge Engineering using FoL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Identifying the Domain</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 first step is to define the domain of interest, which specifies the objects, their properties, and the relationships between them. This sets the boundaries for what knowledge is to be captured.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Defining Predicates, Functions, and Constants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Constants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Represent specific objects in the domain.</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Predicates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Represent properties of objects or relationships between objects. For example, Student(x) might indicate that x is a student, and Teaches(teacher, subject) might indicate that a teacher teaches a particular subject.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Functions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Map objects in the domain to other objects. For example, Mother(x) could represent the mother of x.</a:t>
            </a:r>
          </a:p>
        </p:txBody>
      </p:sp>
    </p:spTree>
    <p:extLst>
      <p:ext uri="{BB962C8B-B14F-4D97-AF65-F5344CB8AC3E}">
        <p14:creationId xmlns:p14="http://schemas.microsoft.com/office/powerpoint/2010/main" val="3567171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1859-A1B9-FD59-92A5-11D737389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6E23F-B20F-D3B6-CD01-80BF0B56CAB5}"/>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Knowledge Engineering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46FDB7BF-F508-215D-4BE2-E15BEE307B03}"/>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16B56FCD-1D55-7423-1958-C2156AC69E8C}"/>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E707F564-50CD-DA6C-3459-8E1EE0DE5BE3}"/>
              </a:ext>
            </a:extLst>
          </p:cNvPr>
          <p:cNvSpPr>
            <a:spLocks noChangeArrowheads="1"/>
          </p:cNvSpPr>
          <p:nvPr/>
        </p:nvSpPr>
        <p:spPr bwMode="auto">
          <a:xfrm rot="10800000" flipV="1">
            <a:off x="189487" y="843558"/>
            <a:ext cx="80283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Key Steps in Knowledge Engineering using FoL</a:t>
            </a:r>
          </a:p>
        </p:txBody>
      </p:sp>
      <p:sp>
        <p:nvSpPr>
          <p:cNvPr id="4" name="Rectangle 1">
            <a:extLst>
              <a:ext uri="{FF2B5EF4-FFF2-40B4-BE49-F238E27FC236}">
                <a16:creationId xmlns:a16="http://schemas.microsoft.com/office/drawing/2014/main" id="{53CB7240-0A83-1E5E-1ACF-D5111B2E1756}"/>
              </a:ext>
            </a:extLst>
          </p:cNvPr>
          <p:cNvSpPr>
            <a:spLocks noChangeArrowheads="1"/>
          </p:cNvSpPr>
          <p:nvPr/>
        </p:nvSpPr>
        <p:spPr bwMode="auto">
          <a:xfrm>
            <a:off x="298594" y="1203598"/>
            <a:ext cx="844987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Formulating Axioms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Axioms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are statements or formulas that describe facts, rules, and constraints about the domain. These are assumed to be true within the context of the model.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 "All humans are mortal" can be represented as ∀x (Human(x) → Mortal(x)).</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Building Complex Sentences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Complex relationships can be described using logical connectives (∧, ∨, ¬, →, etc.) and quantifiers (∀,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 "Every student has a teacher" can be represented as ∀x (Student(x) → ∃y Teaches(y, x)).</a:t>
            </a:r>
          </a:p>
        </p:txBody>
      </p:sp>
    </p:spTree>
    <p:extLst>
      <p:ext uri="{BB962C8B-B14F-4D97-AF65-F5344CB8AC3E}">
        <p14:creationId xmlns:p14="http://schemas.microsoft.com/office/powerpoint/2010/main" val="3439771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381DF-350A-21C6-DCCD-EA70B3A62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5EE47-2BD2-2D3B-2B58-86A5785839D6}"/>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Knowledge Engineering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A8702900-64D5-CB89-24FC-736F971BA89C}"/>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9A826343-A9DC-7686-8F1B-6F62F548A57A}"/>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14876E31-18E2-C7AF-FC4B-08297E178E84}"/>
              </a:ext>
            </a:extLst>
          </p:cNvPr>
          <p:cNvSpPr>
            <a:spLocks noChangeArrowheads="1"/>
          </p:cNvSpPr>
          <p:nvPr/>
        </p:nvSpPr>
        <p:spPr bwMode="auto">
          <a:xfrm rot="10800000" flipV="1">
            <a:off x="189487" y="555527"/>
            <a:ext cx="80283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Key Steps in Knowledge Engineering using FoL</a:t>
            </a:r>
          </a:p>
        </p:txBody>
      </p:sp>
      <p:sp>
        <p:nvSpPr>
          <p:cNvPr id="7" name="Rectangle 1">
            <a:extLst>
              <a:ext uri="{FF2B5EF4-FFF2-40B4-BE49-F238E27FC236}">
                <a16:creationId xmlns:a16="http://schemas.microsoft.com/office/drawing/2014/main" id="{216BD093-764E-6C1D-03CF-62100DCB0D29}"/>
              </a:ext>
            </a:extLst>
          </p:cNvPr>
          <p:cNvSpPr>
            <a:spLocks noChangeArrowheads="1"/>
          </p:cNvSpPr>
          <p:nvPr/>
        </p:nvSpPr>
        <p:spPr bwMode="auto">
          <a:xfrm>
            <a:off x="294607" y="915566"/>
            <a:ext cx="867645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Encoding Knowledge</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Convert knowledge into a set of logical statements (sentences) in </a:t>
            </a: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FoL.</a:t>
            </a: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Fact</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"John is a student."</a:t>
            </a:r>
          </a:p>
          <a:p>
            <a:pPr marL="1200150" marR="0" lvl="2"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Student(John)</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Rule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"If someone is a student, they must enroll in a course."</a:t>
            </a:r>
          </a:p>
          <a:p>
            <a:pPr marL="1200150" marR="0" lvl="2"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(Student(x) → ∃y </a:t>
            </a: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EnrolledIn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Reasoning and Inference</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Use logical inference rules (e.g.,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modus ponens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unification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etc.) to derive new facts or conclusions from the existing knowledge base.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 If the knowledge base contains Human(Socrates) and ∀x (Human(x) → Mortal(x)), we can infer Mortal(Socrates).</a:t>
            </a:r>
          </a:p>
        </p:txBody>
      </p:sp>
    </p:spTree>
    <p:extLst>
      <p:ext uri="{BB962C8B-B14F-4D97-AF65-F5344CB8AC3E}">
        <p14:creationId xmlns:p14="http://schemas.microsoft.com/office/powerpoint/2010/main" val="2844603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5346D-CC1D-75CD-6318-AF8C83D6F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1888C-BB82-B9CC-1E1F-148F7A6AE3F8}"/>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Knowledge Engineering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6B25ADEC-8F65-BF16-660E-DA5FDFA7E3CE}"/>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9D6A1954-EA36-08EA-AE45-2E47A3C11CF7}"/>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FD311BA3-DE2D-4C90-6A01-8B4399402F71}"/>
              </a:ext>
            </a:extLst>
          </p:cNvPr>
          <p:cNvSpPr>
            <a:spLocks noChangeArrowheads="1"/>
          </p:cNvSpPr>
          <p:nvPr/>
        </p:nvSpPr>
        <p:spPr bwMode="auto">
          <a:xfrm rot="10800000" flipV="1">
            <a:off x="189487" y="555527"/>
            <a:ext cx="80283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Key Steps in Knowledge Engineering using FoL</a:t>
            </a:r>
          </a:p>
        </p:txBody>
      </p:sp>
      <p:sp>
        <p:nvSpPr>
          <p:cNvPr id="7" name="Rectangle 1">
            <a:extLst>
              <a:ext uri="{FF2B5EF4-FFF2-40B4-BE49-F238E27FC236}">
                <a16:creationId xmlns:a16="http://schemas.microsoft.com/office/drawing/2014/main" id="{D45AF965-E3CB-829C-3BFF-646E04AD42D6}"/>
              </a:ext>
            </a:extLst>
          </p:cNvPr>
          <p:cNvSpPr>
            <a:spLocks noChangeArrowheads="1"/>
          </p:cNvSpPr>
          <p:nvPr/>
        </p:nvSpPr>
        <p:spPr bwMode="auto">
          <a:xfrm>
            <a:off x="450574" y="1102287"/>
            <a:ext cx="867645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
            </a:pPr>
            <a:r>
              <a:rPr lang="en-US" sz="18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Handling Uncertainty and Incomplete Knowledge</a:t>
            </a: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In some cases, FoL might not be sufficient to represent uncertain or probabilistic knowledge. </a:t>
            </a:r>
          </a:p>
          <a:p>
            <a:pPr marL="285750" indent="-285750">
              <a:buFont typeface="Wingdings" panose="05000000000000000000" pitchFamily="2" charset="2"/>
              <a:buChar char="§"/>
            </a:pP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Extensions like </a:t>
            </a: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Probabilistic Logic</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or </a:t>
            </a: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Fuzzy Logic</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might be needed.</a:t>
            </a:r>
          </a:p>
        </p:txBody>
      </p:sp>
    </p:spTree>
    <p:extLst>
      <p:ext uri="{BB962C8B-B14F-4D97-AF65-F5344CB8AC3E}">
        <p14:creationId xmlns:p14="http://schemas.microsoft.com/office/powerpoint/2010/main" val="2717031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B685D-EB57-5A5D-A74C-BF358119A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3D1C2-1CD1-C808-F669-7874CFD15C18}"/>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Knowledge Engineering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CAAD4154-C25E-E730-0666-1E20D5931777}"/>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5C0EF130-BBC4-6672-8719-903AC0F00A93}"/>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4" name="Rectangle 1">
            <a:extLst>
              <a:ext uri="{FF2B5EF4-FFF2-40B4-BE49-F238E27FC236}">
                <a16:creationId xmlns:a16="http://schemas.microsoft.com/office/drawing/2014/main" id="{AE24DE8D-411E-D291-1045-7E3FE7886490}"/>
              </a:ext>
            </a:extLst>
          </p:cNvPr>
          <p:cNvSpPr>
            <a:spLocks noChangeArrowheads="1"/>
          </p:cNvSpPr>
          <p:nvPr/>
        </p:nvSpPr>
        <p:spPr bwMode="auto">
          <a:xfrm>
            <a:off x="701824" y="834847"/>
            <a:ext cx="774035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Example 1: Family Relationships</a:t>
            </a:r>
            <a:endPar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Domain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Family relationships (e.g., parent, child, sibling).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Predicates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Parent(x, y): x is a parent of y.</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Child(x, y): x is a child of y.</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Sibling(x, y): x and y are siblings.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Rules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y (Parent(x, y) → Child(y, x)) (If x is a parent of y, then y is a child of x.)</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y (Sibling(x, y) ↔ (∃z (Parent(z, x) ∧ Parent(z, y)) ∧ x ≠ y)) </a:t>
            </a:r>
          </a:p>
          <a:p>
            <a:pPr marL="457200" marR="0" lvl="1"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(Two people are siblings if they share at least one parent and are not the same person.)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59456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A25A6-006A-1573-3210-044A846B1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7C638-F3F9-EF63-997F-1B77E028B9BC}"/>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Knowledge Engineering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80885642-2E49-BF3D-BD0D-90083196B47E}"/>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78346E73-7BCE-B91E-D4F8-E5D5286F35B8}"/>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6EE0491D-705F-96E4-C84F-27C97C09D46E}"/>
              </a:ext>
            </a:extLst>
          </p:cNvPr>
          <p:cNvSpPr>
            <a:spLocks noChangeArrowheads="1"/>
          </p:cNvSpPr>
          <p:nvPr/>
        </p:nvSpPr>
        <p:spPr bwMode="auto">
          <a:xfrm>
            <a:off x="539552" y="1136631"/>
            <a:ext cx="766992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Example 2: Medical Diagnosis</a:t>
            </a:r>
            <a:endPar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Domain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Medical diagnosis system.</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Predicates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HasSymptom</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(patient, symptom): patient has symptom.</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Diagnose(patient, disease): patient is diagnosed with disease.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Rule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 (</a:t>
            </a: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HasSymptom</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 fever) ∧ </a:t>
            </a: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HasSymptom</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 cough) → Diagnose(p, flu)) </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(If a patient has a fever and a cough, they may be diagnosed with flu.)</a:t>
            </a:r>
          </a:p>
        </p:txBody>
      </p:sp>
    </p:spTree>
    <p:extLst>
      <p:ext uri="{BB962C8B-B14F-4D97-AF65-F5344CB8AC3E}">
        <p14:creationId xmlns:p14="http://schemas.microsoft.com/office/powerpoint/2010/main" val="1503242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74D0-45FA-21FC-CFAF-ED1DDAC0D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E89E7-A03B-D6E5-1994-F1E1AE2949B3}"/>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Knowledge Engineering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4734320A-7881-D928-24DB-3AA44E8BEACE}"/>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6FC64C-477D-832E-1E7E-812A0DAA6D36}"/>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4" name="Rectangle 1">
            <a:extLst>
              <a:ext uri="{FF2B5EF4-FFF2-40B4-BE49-F238E27FC236}">
                <a16:creationId xmlns:a16="http://schemas.microsoft.com/office/drawing/2014/main" id="{8CA0DB86-813D-151B-5F62-7365F8DC369B}"/>
              </a:ext>
            </a:extLst>
          </p:cNvPr>
          <p:cNvSpPr>
            <a:spLocks noChangeArrowheads="1"/>
          </p:cNvSpPr>
          <p:nvPr/>
        </p:nvSpPr>
        <p:spPr bwMode="auto">
          <a:xfrm>
            <a:off x="432048" y="1002090"/>
            <a:ext cx="831641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Example 3: Access Control System</a:t>
            </a:r>
            <a:endPar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Domain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Access to resources.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Predicates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User(x): x is a user.</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HasPermission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resource): x has permission to access resource.</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Admin(x): x is an admin.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Rules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(Admin(x) → ∀r </a:t>
            </a: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HasPermission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r)) (All admins have permission to access all resources.)</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r (User(x) ∧ ¬Admin(x) → ∃y (</a:t>
            </a: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HasPermission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r))) (Every non-admin user needs explicit permission to access a resource.)</a:t>
            </a:r>
          </a:p>
        </p:txBody>
      </p:sp>
    </p:spTree>
    <p:extLst>
      <p:ext uri="{BB962C8B-B14F-4D97-AF65-F5344CB8AC3E}">
        <p14:creationId xmlns:p14="http://schemas.microsoft.com/office/powerpoint/2010/main" val="3261118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56C59-8F1D-A09E-F0BE-8379075E7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FDA674-9608-A120-1A4D-F653AEFCFC2C}"/>
              </a:ext>
            </a:extLst>
          </p:cNvPr>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Knowledge Engineering FoL</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60396BCA-86D0-544C-D43E-BF51729C8964}"/>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611BA0F5-B6DB-2A91-2E15-99F180A0BA61}"/>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4" name="Rectangle 1">
            <a:extLst>
              <a:ext uri="{FF2B5EF4-FFF2-40B4-BE49-F238E27FC236}">
                <a16:creationId xmlns:a16="http://schemas.microsoft.com/office/drawing/2014/main" id="{D20730B8-6287-BDDD-2E85-C36C3518F25A}"/>
              </a:ext>
            </a:extLst>
          </p:cNvPr>
          <p:cNvSpPr>
            <a:spLocks noChangeArrowheads="1"/>
          </p:cNvSpPr>
          <p:nvPr/>
        </p:nvSpPr>
        <p:spPr bwMode="auto">
          <a:xfrm>
            <a:off x="432048" y="1002090"/>
            <a:ext cx="831641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Example 3: Access Control System</a:t>
            </a:r>
            <a:endPar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Domain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Access to resources.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Predicates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User(x): x is a user.</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HasPermission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resource): x has permission to access resource.</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Admin(x): x is an admin.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Rules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(Admin(x) → ∀r </a:t>
            </a: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HasPermission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r)) (All admins have permission to access all resources.)</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r (User(x) ∧ ¬Admin(x) → ∃y (</a:t>
            </a:r>
            <a:r>
              <a:rPr kumimoji="0" lang="en-US" altLang="en-US" sz="1800" b="0" i="0" u="none" strike="noStrike" cap="none" normalizeH="0" baseline="0" dirty="0" err="1">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HasPermission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(x, r))) (Every non-admin user needs explicit permission to access a resource.)</a:t>
            </a:r>
          </a:p>
        </p:txBody>
      </p:sp>
    </p:spTree>
    <p:extLst>
      <p:ext uri="{BB962C8B-B14F-4D97-AF65-F5344CB8AC3E}">
        <p14:creationId xmlns:p14="http://schemas.microsoft.com/office/powerpoint/2010/main" val="3684062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FDF31117-E534-50E6-F68C-10CC388FAB17}"/>
              </a:ext>
            </a:extLst>
          </p:cNvPr>
          <p:cNvSpPr txBox="1">
            <a:spLocks/>
          </p:cNvSpPr>
          <p:nvPr/>
        </p:nvSpPr>
        <p:spPr>
          <a:xfrm>
            <a:off x="179512" y="195486"/>
            <a:ext cx="1944216" cy="432048"/>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831852493"/>
      </p:ext>
    </p:extLst>
  </p:cSld>
  <p:clrMapOvr>
    <a:masterClrMapping/>
  </p:clrMapOvr>
</p:sld>
</file>

<file path=ppt/theme/theme1.xml><?xml version="1.0" encoding="utf-8"?>
<a:theme xmlns:a="http://schemas.openxmlformats.org/drawingml/2006/main" name="Corp PPT Template 2017_16x9">
  <a:themeElements>
    <a:clrScheme name="TCS">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Final TCS50_Corp PPT Template 2018_16x9_250618" id="{DB7AFD64-426C-4E36-9D07-50802EF75488}" vid="{907340DD-877F-4B54-96D9-C57E74D23287}"/>
    </a:ext>
  </a:extLst>
</a:theme>
</file>

<file path=ppt/theme/theme2.xml><?xml version="1.0" encoding="utf-8"?>
<a:theme xmlns:a="http://schemas.openxmlformats.org/drawingml/2006/main" name="2_Section Header">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TCS Template 2014." id="{4DECABEB-9C5E-4D9D-A1A2-3CBA322E0007}" vid="{2F5473AA-0A36-4030-A975-2CEE7607762B}"/>
    </a:ext>
  </a:extLst>
</a:theme>
</file>

<file path=ppt/theme/theme3.xml><?xml version="1.0" encoding="utf-8"?>
<a:theme xmlns:a="http://schemas.openxmlformats.org/drawingml/2006/main" name="2_Thank You">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TCS Template 2014." id="{4DECABEB-9C5E-4D9D-A1A2-3CBA322E0007}" vid="{2F5473AA-0A36-4030-A975-2CEE7607762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D21D58A44272E40AE2FBCEDA96F816B" ma:contentTypeVersion="0" ma:contentTypeDescription="Create a new document." ma:contentTypeScope="" ma:versionID="01e8ac6b750e5908eeca9f0b57c104a1">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C6A22B0-BCBA-4EBF-85DA-1389332CD98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78259F1-D46F-4C1F-B26F-8AF262256A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6C8B173-9972-4D14-A3AC-BB811AEEC8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Corp PPT Template 2015_16x9</Template>
  <TotalTime>57623</TotalTime>
  <Words>2981</Words>
  <Application>Microsoft Office PowerPoint</Application>
  <PresentationFormat>On-screen Show (16:9)</PresentationFormat>
  <Paragraphs>215</Paragraphs>
  <Slides>26</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26</vt:i4>
      </vt:variant>
    </vt:vector>
  </HeadingPairs>
  <TitlesOfParts>
    <vt:vector size="35" baseType="lpstr">
      <vt:lpstr>Arial</vt:lpstr>
      <vt:lpstr>Calibri</vt:lpstr>
      <vt:lpstr>Calibri Light</vt:lpstr>
      <vt:lpstr>Courier New</vt:lpstr>
      <vt:lpstr>Myriad Pro</vt:lpstr>
      <vt:lpstr>Wingdings</vt:lpstr>
      <vt:lpstr>Corp PPT Template 2017_16x9</vt:lpstr>
      <vt:lpstr>2_Section Header</vt:lpstr>
      <vt:lpstr>2_Thank You</vt:lpstr>
      <vt:lpstr>PowerPoint Presentation</vt:lpstr>
      <vt:lpstr>Why First Order Logic</vt:lpstr>
      <vt:lpstr>Why First Order Logic</vt:lpstr>
      <vt:lpstr>Why First Order Logic</vt:lpstr>
      <vt:lpstr>Why First Order Logic</vt:lpstr>
      <vt:lpstr>Why First Order Logic</vt:lpstr>
      <vt:lpstr>Why First Order Logic</vt:lpstr>
      <vt:lpstr>First Order Logic (FoL)</vt:lpstr>
      <vt:lpstr>Syntax and Semantics of FoL</vt:lpstr>
      <vt:lpstr>Syntax and Semantics of FoL</vt:lpstr>
      <vt:lpstr>Syntax and Semantics of FoL</vt:lpstr>
      <vt:lpstr>Syntax and Semantics of FoL</vt:lpstr>
      <vt:lpstr>Syntax and Semantics of FoL</vt:lpstr>
      <vt:lpstr>Syntax and Semantics of FoL</vt:lpstr>
      <vt:lpstr>Syntax and Semantics of FoL</vt:lpstr>
      <vt:lpstr>Syntax and Semantics of FoL</vt:lpstr>
      <vt:lpstr>Knowledge Engineering FoL</vt:lpstr>
      <vt:lpstr>Knowledge Engineering FoL</vt:lpstr>
      <vt:lpstr>Knowledge Engineering FoL</vt:lpstr>
      <vt:lpstr>Knowledge Engineering FoL</vt:lpstr>
      <vt:lpstr>Knowledge Engineering FoL</vt:lpstr>
      <vt:lpstr>Knowledge Engineering FoL</vt:lpstr>
      <vt:lpstr>Knowledge Engineering FoL</vt:lpstr>
      <vt:lpstr>Knowledge Engineering FoL</vt:lpstr>
      <vt:lpstr>Knowledge Engineering FoL</vt:lpstr>
      <vt:lpstr>PowerPoint Presentation</vt:lpstr>
    </vt:vector>
  </TitlesOfParts>
  <Company>TCS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Presentation</dc:title>
  <dc:subject>Learn how TCS is positioned for longer term sustainable growth</dc:subject>
  <dc:creator>Tata Consultancy Services</dc:creator>
  <cp:lastModifiedBy>Tarachand Amgoth</cp:lastModifiedBy>
  <cp:revision>1354</cp:revision>
  <dcterms:created xsi:type="dcterms:W3CDTF">2015-09-29T05:13:53Z</dcterms:created>
  <dcterms:modified xsi:type="dcterms:W3CDTF">2024-11-15T06:13:38Z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0x0101009D21D58A44272E40AE2FBCEDA96F816B</vt:lpwstr>
  </property>
</Properties>
</file>