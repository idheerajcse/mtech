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slideLayouts/slideLayout11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ink/ink1.xml" ContentType="application/inkml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47" r:id="rId4"/>
    <p:sldMasterId id="2147484036" r:id="rId5"/>
    <p:sldMasterId id="2147484038" r:id="rId6"/>
  </p:sldMasterIdLst>
  <p:notesMasterIdLst>
    <p:notesMasterId r:id="rId16"/>
  </p:notesMasterIdLst>
  <p:handoutMasterIdLst>
    <p:handoutMasterId r:id="rId17"/>
  </p:handoutMasterIdLst>
  <p:sldIdLst>
    <p:sldId id="256" r:id="rId7"/>
    <p:sldId id="326" r:id="rId8"/>
    <p:sldId id="350" r:id="rId9"/>
    <p:sldId id="327" r:id="rId10"/>
    <p:sldId id="351" r:id="rId11"/>
    <p:sldId id="352" r:id="rId12"/>
    <p:sldId id="353" r:id="rId13"/>
    <p:sldId id="354" r:id="rId14"/>
    <p:sldId id="258" r:id="rId15"/>
  </p:sldIdLst>
  <p:sldSz cx="9144000" cy="5143500" type="screen16x9"/>
  <p:notesSz cx="6858000" cy="9144000"/>
  <p:defaultTextStyle>
    <a:defPPr>
      <a:defRPr lang="en-US"/>
    </a:defPPr>
    <a:lvl1pPr marL="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4" pos="2880">
          <p15:clr>
            <a:srgbClr val="A4A3A4"/>
          </p15:clr>
        </p15:guide>
        <p15:guide id="5" orient="horz" pos="16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nuva  Pardesi" initials="AP" lastIdx="11" clrIdx="0">
    <p:extLst>
      <p:ext uri="{19B8F6BF-5375-455C-9EA6-DF929625EA0E}">
        <p15:presenceInfo xmlns:p15="http://schemas.microsoft.com/office/powerpoint/2012/main" userId="S-1-5-21-1801674531-1177238915-682003330-2129570" providerId="AD"/>
      </p:ext>
    </p:extLst>
  </p:cmAuthor>
  <p:cmAuthor id="2" name="Peshaan Khajotia" initials="PK" lastIdx="53" clrIdx="1">
    <p:extLst>
      <p:ext uri="{19B8F6BF-5375-455C-9EA6-DF929625EA0E}">
        <p15:presenceInfo xmlns:p15="http://schemas.microsoft.com/office/powerpoint/2012/main" userId="S-1-5-21-1801674531-1177238915-682003330-222180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34EA2"/>
    <a:srgbClr val="037CA7"/>
    <a:srgbClr val="93478C"/>
    <a:srgbClr val="D53E85"/>
    <a:srgbClr val="612C91"/>
    <a:srgbClr val="007DC5"/>
    <a:srgbClr val="F15A2D"/>
    <a:srgbClr val="724698"/>
    <a:srgbClr val="262626"/>
    <a:srgbClr val="07BAE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381" autoAdjust="0"/>
    <p:restoredTop sz="93741" autoAdjust="0"/>
  </p:normalViewPr>
  <p:slideViewPr>
    <p:cSldViewPr snapToObjects="1">
      <p:cViewPr varScale="1">
        <p:scale>
          <a:sx n="116" d="100"/>
          <a:sy n="116" d="100"/>
        </p:scale>
        <p:origin x="232" y="64"/>
      </p:cViewPr>
      <p:guideLst>
        <p:guide pos="2880"/>
        <p:guide orient="horz" pos="16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66" d="100"/>
        <a:sy n="66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Objects="1" showGuides="1">
      <p:cViewPr varScale="1">
        <p:scale>
          <a:sx n="50" d="100"/>
          <a:sy n="50" d="100"/>
        </p:scale>
        <p:origin x="2708" y="4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23" Type="http://schemas.microsoft.com/office/2016/11/relationships/changesInfo" Target="changesInfos/changesInfo1.xml"/><Relationship Id="rId10" Type="http://schemas.openxmlformats.org/officeDocument/2006/relationships/slide" Target="slides/slide4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rachand Amgoth" userId="ea017c71-c3c5-459d-b04b-915c0e816ad1" providerId="ADAL" clId="{E6E2700A-C2A7-4751-B480-E709707E6444}"/>
    <pc:docChg chg="undo custSel modSld">
      <pc:chgData name="Tarachand Amgoth" userId="ea017c71-c3c5-459d-b04b-915c0e816ad1" providerId="ADAL" clId="{E6E2700A-C2A7-4751-B480-E709707E6444}" dt="2025-04-29T16:20:06.840" v="17" actId="478"/>
      <pc:docMkLst>
        <pc:docMk/>
      </pc:docMkLst>
      <pc:sldChg chg="delSp mod">
        <pc:chgData name="Tarachand Amgoth" userId="ea017c71-c3c5-459d-b04b-915c0e816ad1" providerId="ADAL" clId="{E6E2700A-C2A7-4751-B480-E709707E6444}" dt="2025-04-29T16:19:12.774" v="0" actId="478"/>
        <pc:sldMkLst>
          <pc:docMk/>
          <pc:sldMk cId="2611437373" sldId="256"/>
        </pc:sldMkLst>
        <pc:inkChg chg="del">
          <ac:chgData name="Tarachand Amgoth" userId="ea017c71-c3c5-459d-b04b-915c0e816ad1" providerId="ADAL" clId="{E6E2700A-C2A7-4751-B480-E709707E6444}" dt="2025-04-29T16:19:12.774" v="0" actId="478"/>
          <ac:inkMkLst>
            <pc:docMk/>
            <pc:sldMk cId="2611437373" sldId="256"/>
            <ac:inkMk id="5" creationId="{977DC24B-7631-A3CB-03E9-759BDB349366}"/>
          </ac:inkMkLst>
        </pc:inkChg>
      </pc:sldChg>
      <pc:sldChg chg="delSp mod">
        <pc:chgData name="Tarachand Amgoth" userId="ea017c71-c3c5-459d-b04b-915c0e816ad1" providerId="ADAL" clId="{E6E2700A-C2A7-4751-B480-E709707E6444}" dt="2025-04-29T16:19:17.805" v="1" actId="478"/>
        <pc:sldMkLst>
          <pc:docMk/>
          <pc:sldMk cId="2862923213" sldId="326"/>
        </pc:sldMkLst>
        <pc:inkChg chg="del">
          <ac:chgData name="Tarachand Amgoth" userId="ea017c71-c3c5-459d-b04b-915c0e816ad1" providerId="ADAL" clId="{E6E2700A-C2A7-4751-B480-E709707E6444}" dt="2025-04-29T16:19:17.805" v="1" actId="478"/>
          <ac:inkMkLst>
            <pc:docMk/>
            <pc:sldMk cId="2862923213" sldId="326"/>
            <ac:inkMk id="3" creationId="{70986793-31B0-D129-4A75-584AFBCAC083}"/>
          </ac:inkMkLst>
        </pc:inkChg>
      </pc:sldChg>
      <pc:sldChg chg="delSp mod">
        <pc:chgData name="Tarachand Amgoth" userId="ea017c71-c3c5-459d-b04b-915c0e816ad1" providerId="ADAL" clId="{E6E2700A-C2A7-4751-B480-E709707E6444}" dt="2025-04-29T16:19:23.394" v="2" actId="478"/>
        <pc:sldMkLst>
          <pc:docMk/>
          <pc:sldMk cId="787608781" sldId="351"/>
        </pc:sldMkLst>
        <pc:inkChg chg="del">
          <ac:chgData name="Tarachand Amgoth" userId="ea017c71-c3c5-459d-b04b-915c0e816ad1" providerId="ADAL" clId="{E6E2700A-C2A7-4751-B480-E709707E6444}" dt="2025-04-29T16:19:23.394" v="2" actId="478"/>
          <ac:inkMkLst>
            <pc:docMk/>
            <pc:sldMk cId="787608781" sldId="351"/>
            <ac:inkMk id="3" creationId="{D63E4264-0CD9-4C1B-8CF0-22EAED81A37E}"/>
          </ac:inkMkLst>
        </pc:inkChg>
      </pc:sldChg>
      <pc:sldChg chg="delSp mod">
        <pc:chgData name="Tarachand Amgoth" userId="ea017c71-c3c5-459d-b04b-915c0e816ad1" providerId="ADAL" clId="{E6E2700A-C2A7-4751-B480-E709707E6444}" dt="2025-04-29T16:19:26.767" v="3" actId="478"/>
        <pc:sldMkLst>
          <pc:docMk/>
          <pc:sldMk cId="3824253680" sldId="352"/>
        </pc:sldMkLst>
        <pc:inkChg chg="del">
          <ac:chgData name="Tarachand Amgoth" userId="ea017c71-c3c5-459d-b04b-915c0e816ad1" providerId="ADAL" clId="{E6E2700A-C2A7-4751-B480-E709707E6444}" dt="2025-04-29T16:19:26.767" v="3" actId="478"/>
          <ac:inkMkLst>
            <pc:docMk/>
            <pc:sldMk cId="3824253680" sldId="352"/>
            <ac:inkMk id="3" creationId="{4AA55FED-C754-E262-D41D-D8FF5F428FE9}"/>
          </ac:inkMkLst>
        </pc:inkChg>
      </pc:sldChg>
      <pc:sldChg chg="delSp mod">
        <pc:chgData name="Tarachand Amgoth" userId="ea017c71-c3c5-459d-b04b-915c0e816ad1" providerId="ADAL" clId="{E6E2700A-C2A7-4751-B480-E709707E6444}" dt="2025-04-29T16:19:30.858" v="4" actId="478"/>
        <pc:sldMkLst>
          <pc:docMk/>
          <pc:sldMk cId="1599474239" sldId="353"/>
        </pc:sldMkLst>
        <pc:inkChg chg="del">
          <ac:chgData name="Tarachand Amgoth" userId="ea017c71-c3c5-459d-b04b-915c0e816ad1" providerId="ADAL" clId="{E6E2700A-C2A7-4751-B480-E709707E6444}" dt="2025-04-29T16:19:30.858" v="4" actId="478"/>
          <ac:inkMkLst>
            <pc:docMk/>
            <pc:sldMk cId="1599474239" sldId="353"/>
            <ac:inkMk id="3" creationId="{4BEE22E9-6E6B-E2AA-885C-8254196A071C}"/>
          </ac:inkMkLst>
        </pc:inkChg>
      </pc:sldChg>
      <pc:sldChg chg="delSp modSp mod">
        <pc:chgData name="Tarachand Amgoth" userId="ea017c71-c3c5-459d-b04b-915c0e816ad1" providerId="ADAL" clId="{E6E2700A-C2A7-4751-B480-E709707E6444}" dt="2025-04-29T16:20:06.840" v="17" actId="478"/>
        <pc:sldMkLst>
          <pc:docMk/>
          <pc:sldMk cId="3285112142" sldId="354"/>
        </pc:sldMkLst>
        <pc:grpChg chg="del">
          <ac:chgData name="Tarachand Amgoth" userId="ea017c71-c3c5-459d-b04b-915c0e816ad1" providerId="ADAL" clId="{E6E2700A-C2A7-4751-B480-E709707E6444}" dt="2025-04-29T16:19:38.289" v="6" actId="478"/>
          <ac:grpSpMkLst>
            <pc:docMk/>
            <pc:sldMk cId="3285112142" sldId="354"/>
            <ac:grpSpMk id="30" creationId="{087A8F00-E5F1-C89F-5D55-1513CC8828E3}"/>
          </ac:grpSpMkLst>
        </pc:grpChg>
        <pc:grpChg chg="del">
          <ac:chgData name="Tarachand Amgoth" userId="ea017c71-c3c5-459d-b04b-915c0e816ad1" providerId="ADAL" clId="{E6E2700A-C2A7-4751-B480-E709707E6444}" dt="2025-04-29T16:19:56.259" v="13" actId="478"/>
          <ac:grpSpMkLst>
            <pc:docMk/>
            <pc:sldMk cId="3285112142" sldId="354"/>
            <ac:grpSpMk id="46" creationId="{5F1085DE-F989-40D0-77A8-CFB15D7583F8}"/>
          </ac:grpSpMkLst>
        </pc:grpChg>
        <pc:grpChg chg="del">
          <ac:chgData name="Tarachand Amgoth" userId="ea017c71-c3c5-459d-b04b-915c0e816ad1" providerId="ADAL" clId="{E6E2700A-C2A7-4751-B480-E709707E6444}" dt="2025-04-29T16:19:42.203" v="7" actId="478"/>
          <ac:grpSpMkLst>
            <pc:docMk/>
            <pc:sldMk cId="3285112142" sldId="354"/>
            <ac:grpSpMk id="47" creationId="{D2FF587E-5424-28B6-8E2C-4767559EF844}"/>
          </ac:grpSpMkLst>
        </pc:grpChg>
        <pc:grpChg chg="del">
          <ac:chgData name="Tarachand Amgoth" userId="ea017c71-c3c5-459d-b04b-915c0e816ad1" providerId="ADAL" clId="{E6E2700A-C2A7-4751-B480-E709707E6444}" dt="2025-04-29T16:19:49.356" v="11" actId="478"/>
          <ac:grpSpMkLst>
            <pc:docMk/>
            <pc:sldMk cId="3285112142" sldId="354"/>
            <ac:grpSpMk id="66" creationId="{DBEE7498-79BE-1413-072B-4C16B15BDAFA}"/>
          </ac:grpSpMkLst>
        </pc:grpChg>
        <pc:grpChg chg="del">
          <ac:chgData name="Tarachand Amgoth" userId="ea017c71-c3c5-459d-b04b-915c0e816ad1" providerId="ADAL" clId="{E6E2700A-C2A7-4751-B480-E709707E6444}" dt="2025-04-29T16:20:06.840" v="17" actId="478"/>
          <ac:grpSpMkLst>
            <pc:docMk/>
            <pc:sldMk cId="3285112142" sldId="354"/>
            <ac:grpSpMk id="67" creationId="{248B5CB5-9CC4-91BF-B187-B69714A5BE67}"/>
          </ac:grpSpMkLst>
        </pc:grpChg>
        <pc:grpChg chg="del">
          <ac:chgData name="Tarachand Amgoth" userId="ea017c71-c3c5-459d-b04b-915c0e816ad1" providerId="ADAL" clId="{E6E2700A-C2A7-4751-B480-E709707E6444}" dt="2025-04-29T16:19:47.068" v="10" actId="478"/>
          <ac:grpSpMkLst>
            <pc:docMk/>
            <pc:sldMk cId="3285112142" sldId="354"/>
            <ac:grpSpMk id="68" creationId="{DB596D11-1CAD-1C71-E95E-258C22B81873}"/>
          </ac:grpSpMkLst>
        </pc:grpChg>
        <pc:grpChg chg="del">
          <ac:chgData name="Tarachand Amgoth" userId="ea017c71-c3c5-459d-b04b-915c0e816ad1" providerId="ADAL" clId="{E6E2700A-C2A7-4751-B480-E709707E6444}" dt="2025-04-29T16:20:00.794" v="15" actId="478"/>
          <ac:grpSpMkLst>
            <pc:docMk/>
            <pc:sldMk cId="3285112142" sldId="354"/>
            <ac:grpSpMk id="85" creationId="{3B684E93-D702-A2BF-A8B1-5257FFDC6D22}"/>
          </ac:grpSpMkLst>
        </pc:grpChg>
        <pc:grpChg chg="del">
          <ac:chgData name="Tarachand Amgoth" userId="ea017c71-c3c5-459d-b04b-915c0e816ad1" providerId="ADAL" clId="{E6E2700A-C2A7-4751-B480-E709707E6444}" dt="2025-04-29T16:19:52.867" v="12" actId="478"/>
          <ac:grpSpMkLst>
            <pc:docMk/>
            <pc:sldMk cId="3285112142" sldId="354"/>
            <ac:grpSpMk id="88" creationId="{9791CE0C-A630-7D17-9310-B887D12DC271}"/>
          </ac:grpSpMkLst>
        </pc:grpChg>
        <pc:grpChg chg="del">
          <ac:chgData name="Tarachand Amgoth" userId="ea017c71-c3c5-459d-b04b-915c0e816ad1" providerId="ADAL" clId="{E6E2700A-C2A7-4751-B480-E709707E6444}" dt="2025-04-29T16:20:03.347" v="16" actId="478"/>
          <ac:grpSpMkLst>
            <pc:docMk/>
            <pc:sldMk cId="3285112142" sldId="354"/>
            <ac:grpSpMk id="121" creationId="{D2E185C4-0669-3AA9-AAC4-CC5704CF1D07}"/>
          </ac:grpSpMkLst>
        </pc:grpChg>
        <pc:grpChg chg="del">
          <ac:chgData name="Tarachand Amgoth" userId="ea017c71-c3c5-459d-b04b-915c0e816ad1" providerId="ADAL" clId="{E6E2700A-C2A7-4751-B480-E709707E6444}" dt="2025-04-29T16:19:58.439" v="14" actId="478"/>
          <ac:grpSpMkLst>
            <pc:docMk/>
            <pc:sldMk cId="3285112142" sldId="354"/>
            <ac:grpSpMk id="166" creationId="{4DD326A2-C7AC-4E0F-CBFF-50E4447DD26B}"/>
          </ac:grpSpMkLst>
        </pc:grpChg>
        <pc:picChg chg="mod">
          <ac:chgData name="Tarachand Amgoth" userId="ea017c71-c3c5-459d-b04b-915c0e816ad1" providerId="ADAL" clId="{E6E2700A-C2A7-4751-B480-E709707E6444}" dt="2025-04-29T16:19:44.856" v="9" actId="1076"/>
          <ac:picMkLst>
            <pc:docMk/>
            <pc:sldMk cId="3285112142" sldId="354"/>
            <ac:picMk id="8" creationId="{A0BCF662-FDB4-6C7D-D973-B4F833CD3FE5}"/>
          </ac:picMkLst>
        </pc:picChg>
        <pc:inkChg chg="del">
          <ac:chgData name="Tarachand Amgoth" userId="ea017c71-c3c5-459d-b04b-915c0e816ad1" providerId="ADAL" clId="{E6E2700A-C2A7-4751-B480-E709707E6444}" dt="2025-04-29T16:19:34.471" v="5" actId="478"/>
          <ac:inkMkLst>
            <pc:docMk/>
            <pc:sldMk cId="3285112142" sldId="354"/>
            <ac:inkMk id="3" creationId="{54B696A6-1B8D-72F4-0803-80E85F06AE9F}"/>
          </ac:inkMkLst>
        </pc:inkChg>
      </pc:sldChg>
    </pc:docChg>
  </pc:docChgLst>
  <pc:docChgLst>
    <pc:chgData name="Tarachand Amgoth" userId="ea017c71-c3c5-459d-b04b-915c0e816ad1" providerId="ADAL" clId="{2A33A4D1-18B3-4B3B-90D4-D54A70FAC160}"/>
    <pc:docChg chg="undo custSel addSld delSld modSld">
      <pc:chgData name="Tarachand Amgoth" userId="ea017c71-c3c5-459d-b04b-915c0e816ad1" providerId="ADAL" clId="{2A33A4D1-18B3-4B3B-90D4-D54A70FAC160}" dt="2024-10-25T13:35:30.245" v="1028"/>
      <pc:docMkLst>
        <pc:docMk/>
      </pc:docMkLst>
      <pc:sldChg chg="addSp modSp mod">
        <pc:chgData name="Tarachand Amgoth" userId="ea017c71-c3c5-459d-b04b-915c0e816ad1" providerId="ADAL" clId="{2A33A4D1-18B3-4B3B-90D4-D54A70FAC160}" dt="2024-10-19T04:33:17.520" v="879"/>
        <pc:sldMkLst>
          <pc:docMk/>
          <pc:sldMk cId="2611437373" sldId="256"/>
        </pc:sldMkLst>
      </pc:sldChg>
      <pc:sldChg chg="add del">
        <pc:chgData name="Tarachand Amgoth" userId="ea017c71-c3c5-459d-b04b-915c0e816ad1" providerId="ADAL" clId="{2A33A4D1-18B3-4B3B-90D4-D54A70FAC160}" dt="2024-10-19T04:10:37.183" v="726" actId="47"/>
        <pc:sldMkLst>
          <pc:docMk/>
          <pc:sldMk cId="2831852493" sldId="258"/>
        </pc:sldMkLst>
      </pc:sldChg>
      <pc:sldChg chg="addSp delSp modSp mod">
        <pc:chgData name="Tarachand Amgoth" userId="ea017c71-c3c5-459d-b04b-915c0e816ad1" providerId="ADAL" clId="{2A33A4D1-18B3-4B3B-90D4-D54A70FAC160}" dt="2024-10-25T13:35:30.245" v="1028"/>
        <pc:sldMkLst>
          <pc:docMk/>
          <pc:sldMk cId="2862923213" sldId="326"/>
        </pc:sldMkLst>
      </pc:sldChg>
      <pc:sldChg chg="addSp delSp modSp mod">
        <pc:chgData name="Tarachand Amgoth" userId="ea017c71-c3c5-459d-b04b-915c0e816ad1" providerId="ADAL" clId="{2A33A4D1-18B3-4B3B-90D4-D54A70FAC160}" dt="2024-10-19T04:21:56.496" v="878" actId="20577"/>
        <pc:sldMkLst>
          <pc:docMk/>
          <pc:sldMk cId="415434240" sldId="327"/>
        </pc:sldMkLst>
      </pc:sldChg>
      <pc:sldChg chg="del">
        <pc:chgData name="Tarachand Amgoth" userId="ea017c71-c3c5-459d-b04b-915c0e816ad1" providerId="ADAL" clId="{2A33A4D1-18B3-4B3B-90D4-D54A70FAC160}" dt="2024-10-19T04:10:30.655" v="704" actId="47"/>
        <pc:sldMkLst>
          <pc:docMk/>
          <pc:sldMk cId="3540538962" sldId="328"/>
        </pc:sldMkLst>
      </pc:sldChg>
      <pc:sldChg chg="del">
        <pc:chgData name="Tarachand Amgoth" userId="ea017c71-c3c5-459d-b04b-915c0e816ad1" providerId="ADAL" clId="{2A33A4D1-18B3-4B3B-90D4-D54A70FAC160}" dt="2024-10-19T04:10:30.451" v="703" actId="47"/>
        <pc:sldMkLst>
          <pc:docMk/>
          <pc:sldMk cId="3199163037" sldId="329"/>
        </pc:sldMkLst>
      </pc:sldChg>
      <pc:sldChg chg="del">
        <pc:chgData name="Tarachand Amgoth" userId="ea017c71-c3c5-459d-b04b-915c0e816ad1" providerId="ADAL" clId="{2A33A4D1-18B3-4B3B-90D4-D54A70FAC160}" dt="2024-10-19T04:10:30.874" v="705" actId="47"/>
        <pc:sldMkLst>
          <pc:docMk/>
          <pc:sldMk cId="3317778929" sldId="330"/>
        </pc:sldMkLst>
      </pc:sldChg>
      <pc:sldChg chg="del">
        <pc:chgData name="Tarachand Amgoth" userId="ea017c71-c3c5-459d-b04b-915c0e816ad1" providerId="ADAL" clId="{2A33A4D1-18B3-4B3B-90D4-D54A70FAC160}" dt="2024-10-19T04:10:31.063" v="706" actId="47"/>
        <pc:sldMkLst>
          <pc:docMk/>
          <pc:sldMk cId="3316731106" sldId="331"/>
        </pc:sldMkLst>
      </pc:sldChg>
      <pc:sldChg chg="del">
        <pc:chgData name="Tarachand Amgoth" userId="ea017c71-c3c5-459d-b04b-915c0e816ad1" providerId="ADAL" clId="{2A33A4D1-18B3-4B3B-90D4-D54A70FAC160}" dt="2024-10-19T04:10:31.267" v="707" actId="47"/>
        <pc:sldMkLst>
          <pc:docMk/>
          <pc:sldMk cId="2079112199" sldId="332"/>
        </pc:sldMkLst>
      </pc:sldChg>
      <pc:sldChg chg="del">
        <pc:chgData name="Tarachand Amgoth" userId="ea017c71-c3c5-459d-b04b-915c0e816ad1" providerId="ADAL" clId="{2A33A4D1-18B3-4B3B-90D4-D54A70FAC160}" dt="2024-10-19T04:10:33.046" v="717" actId="47"/>
        <pc:sldMkLst>
          <pc:docMk/>
          <pc:sldMk cId="2022881396" sldId="333"/>
        </pc:sldMkLst>
      </pc:sldChg>
      <pc:sldChg chg="del">
        <pc:chgData name="Tarachand Amgoth" userId="ea017c71-c3c5-459d-b04b-915c0e816ad1" providerId="ADAL" clId="{2A33A4D1-18B3-4B3B-90D4-D54A70FAC160}" dt="2024-10-19T04:10:33.237" v="718" actId="47"/>
        <pc:sldMkLst>
          <pc:docMk/>
          <pc:sldMk cId="1122193386" sldId="334"/>
        </pc:sldMkLst>
      </pc:sldChg>
      <pc:sldChg chg="del">
        <pc:chgData name="Tarachand Amgoth" userId="ea017c71-c3c5-459d-b04b-915c0e816ad1" providerId="ADAL" clId="{2A33A4D1-18B3-4B3B-90D4-D54A70FAC160}" dt="2024-10-19T04:10:33.409" v="719" actId="47"/>
        <pc:sldMkLst>
          <pc:docMk/>
          <pc:sldMk cId="1689212524" sldId="335"/>
        </pc:sldMkLst>
      </pc:sldChg>
      <pc:sldChg chg="del">
        <pc:chgData name="Tarachand Amgoth" userId="ea017c71-c3c5-459d-b04b-915c0e816ad1" providerId="ADAL" clId="{2A33A4D1-18B3-4B3B-90D4-D54A70FAC160}" dt="2024-10-19T04:10:31.456" v="708" actId="47"/>
        <pc:sldMkLst>
          <pc:docMk/>
          <pc:sldMk cId="1822353918" sldId="336"/>
        </pc:sldMkLst>
      </pc:sldChg>
      <pc:sldChg chg="del">
        <pc:chgData name="Tarachand Amgoth" userId="ea017c71-c3c5-459d-b04b-915c0e816ad1" providerId="ADAL" clId="{2A33A4D1-18B3-4B3B-90D4-D54A70FAC160}" dt="2024-10-19T04:10:32.023" v="711" actId="47"/>
        <pc:sldMkLst>
          <pc:docMk/>
          <pc:sldMk cId="3547223654" sldId="337"/>
        </pc:sldMkLst>
      </pc:sldChg>
      <pc:sldChg chg="del">
        <pc:chgData name="Tarachand Amgoth" userId="ea017c71-c3c5-459d-b04b-915c0e816ad1" providerId="ADAL" clId="{2A33A4D1-18B3-4B3B-90D4-D54A70FAC160}" dt="2024-10-19T04:10:32.196" v="712" actId="47"/>
        <pc:sldMkLst>
          <pc:docMk/>
          <pc:sldMk cId="17559793" sldId="338"/>
        </pc:sldMkLst>
      </pc:sldChg>
      <pc:sldChg chg="del">
        <pc:chgData name="Tarachand Amgoth" userId="ea017c71-c3c5-459d-b04b-915c0e816ad1" providerId="ADAL" clId="{2A33A4D1-18B3-4B3B-90D4-D54A70FAC160}" dt="2024-10-19T04:10:32.369" v="713" actId="47"/>
        <pc:sldMkLst>
          <pc:docMk/>
          <pc:sldMk cId="3013660885" sldId="339"/>
        </pc:sldMkLst>
      </pc:sldChg>
      <pc:sldChg chg="del">
        <pc:chgData name="Tarachand Amgoth" userId="ea017c71-c3c5-459d-b04b-915c0e816ad1" providerId="ADAL" clId="{2A33A4D1-18B3-4B3B-90D4-D54A70FAC160}" dt="2024-10-19T04:10:32.542" v="714" actId="47"/>
        <pc:sldMkLst>
          <pc:docMk/>
          <pc:sldMk cId="1291425638" sldId="340"/>
        </pc:sldMkLst>
      </pc:sldChg>
      <pc:sldChg chg="del">
        <pc:chgData name="Tarachand Amgoth" userId="ea017c71-c3c5-459d-b04b-915c0e816ad1" providerId="ADAL" clId="{2A33A4D1-18B3-4B3B-90D4-D54A70FAC160}" dt="2024-10-19T04:10:32.714" v="715" actId="47"/>
        <pc:sldMkLst>
          <pc:docMk/>
          <pc:sldMk cId="145251687" sldId="341"/>
        </pc:sldMkLst>
      </pc:sldChg>
      <pc:sldChg chg="del">
        <pc:chgData name="Tarachand Amgoth" userId="ea017c71-c3c5-459d-b04b-915c0e816ad1" providerId="ADAL" clId="{2A33A4D1-18B3-4B3B-90D4-D54A70FAC160}" dt="2024-10-19T04:10:33.942" v="722" actId="47"/>
        <pc:sldMkLst>
          <pc:docMk/>
          <pc:sldMk cId="2706978125" sldId="342"/>
        </pc:sldMkLst>
      </pc:sldChg>
      <pc:sldChg chg="del">
        <pc:chgData name="Tarachand Amgoth" userId="ea017c71-c3c5-459d-b04b-915c0e816ad1" providerId="ADAL" clId="{2A33A4D1-18B3-4B3B-90D4-D54A70FAC160}" dt="2024-10-19T04:10:34.139" v="723" actId="47"/>
        <pc:sldMkLst>
          <pc:docMk/>
          <pc:sldMk cId="1782267928" sldId="343"/>
        </pc:sldMkLst>
      </pc:sldChg>
      <pc:sldChg chg="del">
        <pc:chgData name="Tarachand Amgoth" userId="ea017c71-c3c5-459d-b04b-915c0e816ad1" providerId="ADAL" clId="{2A33A4D1-18B3-4B3B-90D4-D54A70FAC160}" dt="2024-10-19T04:10:32.887" v="716" actId="47"/>
        <pc:sldMkLst>
          <pc:docMk/>
          <pc:sldMk cId="3531464919" sldId="344"/>
        </pc:sldMkLst>
      </pc:sldChg>
      <pc:sldChg chg="del">
        <pc:chgData name="Tarachand Amgoth" userId="ea017c71-c3c5-459d-b04b-915c0e816ad1" providerId="ADAL" clId="{2A33A4D1-18B3-4B3B-90D4-D54A70FAC160}" dt="2024-10-19T04:10:33.581" v="720" actId="47"/>
        <pc:sldMkLst>
          <pc:docMk/>
          <pc:sldMk cId="1113970232" sldId="345"/>
        </pc:sldMkLst>
      </pc:sldChg>
      <pc:sldChg chg="del">
        <pc:chgData name="Tarachand Amgoth" userId="ea017c71-c3c5-459d-b04b-915c0e816ad1" providerId="ADAL" clId="{2A33A4D1-18B3-4B3B-90D4-D54A70FAC160}" dt="2024-10-19T04:10:31.660" v="709" actId="47"/>
        <pc:sldMkLst>
          <pc:docMk/>
          <pc:sldMk cId="3711888277" sldId="346"/>
        </pc:sldMkLst>
      </pc:sldChg>
      <pc:sldChg chg="del">
        <pc:chgData name="Tarachand Amgoth" userId="ea017c71-c3c5-459d-b04b-915c0e816ad1" providerId="ADAL" clId="{2A33A4D1-18B3-4B3B-90D4-D54A70FAC160}" dt="2024-10-19T04:10:34.335" v="724" actId="47"/>
        <pc:sldMkLst>
          <pc:docMk/>
          <pc:sldMk cId="2912312207" sldId="347"/>
        </pc:sldMkLst>
      </pc:sldChg>
      <pc:sldChg chg="del">
        <pc:chgData name="Tarachand Amgoth" userId="ea017c71-c3c5-459d-b04b-915c0e816ad1" providerId="ADAL" clId="{2A33A4D1-18B3-4B3B-90D4-D54A70FAC160}" dt="2024-10-19T04:10:31.849" v="710" actId="47"/>
        <pc:sldMkLst>
          <pc:docMk/>
          <pc:sldMk cId="3402264471" sldId="348"/>
        </pc:sldMkLst>
      </pc:sldChg>
      <pc:sldChg chg="del">
        <pc:chgData name="Tarachand Amgoth" userId="ea017c71-c3c5-459d-b04b-915c0e816ad1" providerId="ADAL" clId="{2A33A4D1-18B3-4B3B-90D4-D54A70FAC160}" dt="2024-10-19T04:10:33.770" v="721" actId="47"/>
        <pc:sldMkLst>
          <pc:docMk/>
          <pc:sldMk cId="129545552" sldId="349"/>
        </pc:sldMkLst>
      </pc:sldChg>
      <pc:sldChg chg="addSp delSp modSp add mod">
        <pc:chgData name="Tarachand Amgoth" userId="ea017c71-c3c5-459d-b04b-915c0e816ad1" providerId="ADAL" clId="{2A33A4D1-18B3-4B3B-90D4-D54A70FAC160}" dt="2024-10-19T03:11:24.880" v="292" actId="1035"/>
        <pc:sldMkLst>
          <pc:docMk/>
          <pc:sldMk cId="3655553861" sldId="350"/>
        </pc:sldMkLst>
      </pc:sldChg>
      <pc:sldChg chg="addSp delSp modSp add mod">
        <pc:chgData name="Tarachand Amgoth" userId="ea017c71-c3c5-459d-b04b-915c0e816ad1" providerId="ADAL" clId="{2A33A4D1-18B3-4B3B-90D4-D54A70FAC160}" dt="2024-10-25T13:35:30.245" v="1028"/>
        <pc:sldMkLst>
          <pc:docMk/>
          <pc:sldMk cId="787608781" sldId="351"/>
        </pc:sldMkLst>
      </pc:sldChg>
      <pc:sldChg chg="addSp delSp modSp add mod">
        <pc:chgData name="Tarachand Amgoth" userId="ea017c71-c3c5-459d-b04b-915c0e816ad1" providerId="ADAL" clId="{2A33A4D1-18B3-4B3B-90D4-D54A70FAC160}" dt="2024-10-25T13:35:30.245" v="1028"/>
        <pc:sldMkLst>
          <pc:docMk/>
          <pc:sldMk cId="3824253680" sldId="352"/>
        </pc:sldMkLst>
      </pc:sldChg>
      <pc:sldChg chg="addSp delSp add mod">
        <pc:chgData name="Tarachand Amgoth" userId="ea017c71-c3c5-459d-b04b-915c0e816ad1" providerId="ADAL" clId="{2A33A4D1-18B3-4B3B-90D4-D54A70FAC160}" dt="2024-10-25T13:35:30.245" v="1028"/>
        <pc:sldMkLst>
          <pc:docMk/>
          <pc:sldMk cId="1599474239" sldId="353"/>
        </pc:sldMkLst>
      </pc:sldChg>
      <pc:sldChg chg="addSp delSp modSp add mod">
        <pc:chgData name="Tarachand Amgoth" userId="ea017c71-c3c5-459d-b04b-915c0e816ad1" providerId="ADAL" clId="{2A33A4D1-18B3-4B3B-90D4-D54A70FAC160}" dt="2024-10-25T13:35:30.245" v="1028"/>
        <pc:sldMkLst>
          <pc:docMk/>
          <pc:sldMk cId="3285112142" sldId="354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D6E581-5FB9-423A-846D-A955E43F1AA1}" type="datetimeFigureOut">
              <a:rPr lang="en-US" smtClean="0"/>
              <a:pPr/>
              <a:t>4/29/2025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B4B16E-D317-4731-B361-9197425E462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171064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19T05:15:57.8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1 141 1144,'0'0'2769,"59"-141"-6090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36ACDD-C55B-4FC4-89E7-E9F98F22F217}" type="datetimeFigureOut">
              <a:rPr lang="en-US" smtClean="0"/>
              <a:pPr/>
              <a:t>4/29/2025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D4190E-9D7B-4847-98AB-991B2B4274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90081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1003" y="2098234"/>
            <a:ext cx="5123095" cy="506724"/>
          </a:xfrm>
        </p:spPr>
        <p:txBody>
          <a:bodyPr>
            <a:noAutofit/>
          </a:bodyPr>
          <a:lstStyle>
            <a:lvl1pPr algn="l">
              <a:lnSpc>
                <a:spcPct val="90000"/>
              </a:lnSpc>
              <a:spcBef>
                <a:spcPts val="100"/>
              </a:spcBef>
              <a:defRPr sz="2400">
                <a:solidFill>
                  <a:srgbClr val="724698"/>
                </a:solidFill>
                <a:latin typeface="+mj-lt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1003" y="2624762"/>
            <a:ext cx="5123095" cy="342900"/>
          </a:xfrm>
        </p:spPr>
        <p:txBody>
          <a:bodyPr>
            <a:noAutofit/>
          </a:bodyPr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tx1">
                  <a:lumMod val="65000"/>
                  <a:lumOff val="35000"/>
                </a:schemeClr>
              </a:buClr>
              <a:buSzTx/>
              <a:buFont typeface="Wingdings" pitchFamily="2" charset="2"/>
              <a:buNone/>
              <a:tabLst/>
              <a:defRPr sz="200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  <a:p>
            <a:endParaRPr lang="en-US" dirty="0"/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399646" y="3740459"/>
            <a:ext cx="1856666" cy="301760"/>
          </a:xfr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 dirty="0"/>
              <a:t>Insert Date</a:t>
            </a:r>
          </a:p>
        </p:txBody>
      </p:sp>
      <p:sp>
        <p:nvSpPr>
          <p:cNvPr id="179" name="Rectangle 178"/>
          <p:cNvSpPr/>
          <p:nvPr userDrawn="1"/>
        </p:nvSpPr>
        <p:spPr>
          <a:xfrm rot="5400000">
            <a:off x="-112141" y="2519805"/>
            <a:ext cx="869427" cy="54864"/>
          </a:xfrm>
          <a:prstGeom prst="rect">
            <a:avLst/>
          </a:prstGeom>
          <a:gradFill flip="none" rotWithShape="1">
            <a:gsLst>
              <a:gs pos="0">
                <a:srgbClr val="73459B"/>
              </a:gs>
              <a:gs pos="50000">
                <a:srgbClr val="BA2983"/>
              </a:gs>
              <a:gs pos="100000">
                <a:srgbClr val="F04D38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766"/>
            <a:endParaRPr lang="en-IN" dirty="0">
              <a:solidFill>
                <a:prstClr val="white"/>
              </a:solidFill>
            </a:endParaRPr>
          </a:p>
        </p:txBody>
      </p:sp>
      <p:pic>
        <p:nvPicPr>
          <p:cNvPr id="171" name="Picture 17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826180"/>
            <a:ext cx="4891635" cy="317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45030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416">
          <p15:clr>
            <a:srgbClr val="FBAE40"/>
          </p15:clr>
        </p15:guide>
        <p15:guide id="3" pos="28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9234" y="882040"/>
            <a:ext cx="5564766" cy="3697873"/>
          </a:xfrm>
          <a:prstGeom prst="rect">
            <a:avLst/>
          </a:prstGeom>
        </p:spPr>
      </p:pic>
      <p:sp>
        <p:nvSpPr>
          <p:cNvPr id="172" name="Rectangle 171"/>
          <p:cNvSpPr/>
          <p:nvPr userDrawn="1"/>
        </p:nvSpPr>
        <p:spPr>
          <a:xfrm>
            <a:off x="-550" y="882041"/>
            <a:ext cx="9143999" cy="3697873"/>
          </a:xfrm>
          <a:prstGeom prst="rect">
            <a:avLst/>
          </a:prstGeom>
          <a:gradFill flip="none" rotWithShape="1">
            <a:gsLst>
              <a:gs pos="0">
                <a:srgbClr val="73459B"/>
              </a:gs>
              <a:gs pos="60000">
                <a:srgbClr val="D43A5F">
                  <a:alpha val="62000"/>
                </a:srgbClr>
              </a:gs>
              <a:gs pos="39000">
                <a:srgbClr val="BA2983"/>
              </a:gs>
              <a:gs pos="100000">
                <a:srgbClr val="F04D38">
                  <a:alpha val="3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766"/>
            <a:endParaRPr lang="en-IN" dirty="0">
              <a:solidFill>
                <a:prstClr val="white"/>
              </a:solidFill>
            </a:endParaRPr>
          </a:p>
        </p:txBody>
      </p:sp>
      <p:grpSp>
        <p:nvGrpSpPr>
          <p:cNvPr id="173" name="Group 172"/>
          <p:cNvGrpSpPr/>
          <p:nvPr userDrawn="1"/>
        </p:nvGrpSpPr>
        <p:grpSpPr>
          <a:xfrm>
            <a:off x="283755" y="163261"/>
            <a:ext cx="2129833" cy="471311"/>
            <a:chOff x="283755" y="165687"/>
            <a:chExt cx="1564837" cy="346283"/>
          </a:xfrm>
        </p:grpSpPr>
        <p:grpSp>
          <p:nvGrpSpPr>
            <p:cNvPr id="174" name="Group 173"/>
            <p:cNvGrpSpPr/>
            <p:nvPr userDrawn="1"/>
          </p:nvGrpSpPr>
          <p:grpSpPr>
            <a:xfrm>
              <a:off x="1029100" y="165687"/>
              <a:ext cx="819492" cy="346282"/>
              <a:chOff x="1323430" y="208452"/>
              <a:chExt cx="838843" cy="354460"/>
            </a:xfrm>
            <a:solidFill>
              <a:srgbClr val="007DC5"/>
            </a:solidFill>
          </p:grpSpPr>
          <p:sp>
            <p:nvSpPr>
              <p:cNvPr id="177" name="Freeform 176"/>
              <p:cNvSpPr>
                <a:spLocks noEditPoints="1"/>
              </p:cNvSpPr>
              <p:nvPr userDrawn="1"/>
            </p:nvSpPr>
            <p:spPr bwMode="auto">
              <a:xfrm>
                <a:off x="1478162" y="472445"/>
                <a:ext cx="525842" cy="90467"/>
              </a:xfrm>
              <a:custGeom>
                <a:avLst/>
                <a:gdLst/>
                <a:ahLst/>
                <a:cxnLst>
                  <a:cxn ang="0">
                    <a:pos x="3511" y="637"/>
                  </a:cxn>
                  <a:cxn ang="0">
                    <a:pos x="3625" y="591"/>
                  </a:cxn>
                  <a:cxn ang="0">
                    <a:pos x="3691" y="454"/>
                  </a:cxn>
                  <a:cxn ang="0">
                    <a:pos x="3616" y="313"/>
                  </a:cxn>
                  <a:cxn ang="0">
                    <a:pos x="3441" y="224"/>
                  </a:cxn>
                  <a:cxn ang="0">
                    <a:pos x="3415" y="147"/>
                  </a:cxn>
                  <a:cxn ang="0">
                    <a:pos x="3489" y="95"/>
                  </a:cxn>
                  <a:cxn ang="0">
                    <a:pos x="3666" y="31"/>
                  </a:cxn>
                  <a:cxn ang="0">
                    <a:pos x="3447" y="8"/>
                  </a:cxn>
                  <a:cxn ang="0">
                    <a:pos x="3301" y="142"/>
                  </a:cxn>
                  <a:cxn ang="0">
                    <a:pos x="3355" y="299"/>
                  </a:cxn>
                  <a:cxn ang="0">
                    <a:pos x="3534" y="392"/>
                  </a:cxn>
                  <a:cxn ang="0">
                    <a:pos x="3575" y="471"/>
                  </a:cxn>
                  <a:cxn ang="0">
                    <a:pos x="3511" y="540"/>
                  </a:cxn>
                  <a:cxn ang="0">
                    <a:pos x="3327" y="514"/>
                  </a:cxn>
                  <a:cxn ang="0">
                    <a:pos x="3216" y="537"/>
                  </a:cxn>
                  <a:cxn ang="0">
                    <a:pos x="2637" y="544"/>
                  </a:cxn>
                  <a:cxn ang="0">
                    <a:pos x="2502" y="526"/>
                  </a:cxn>
                  <a:cxn ang="0">
                    <a:pos x="2420" y="453"/>
                  </a:cxn>
                  <a:cxn ang="0">
                    <a:pos x="2390" y="282"/>
                  </a:cxn>
                  <a:cxn ang="0">
                    <a:pos x="2435" y="168"/>
                  </a:cxn>
                  <a:cxn ang="0">
                    <a:pos x="2538" y="102"/>
                  </a:cxn>
                  <a:cxn ang="0">
                    <a:pos x="2726" y="118"/>
                  </a:cxn>
                  <a:cxn ang="0">
                    <a:pos x="2566" y="2"/>
                  </a:cxn>
                  <a:cxn ang="0">
                    <a:pos x="2399" y="59"/>
                  </a:cxn>
                  <a:cxn ang="0">
                    <a:pos x="2293" y="190"/>
                  </a:cxn>
                  <a:cxn ang="0">
                    <a:pos x="2272" y="380"/>
                  </a:cxn>
                  <a:cxn ang="0">
                    <a:pos x="2333" y="534"/>
                  </a:cxn>
                  <a:cxn ang="0">
                    <a:pos x="2467" y="623"/>
                  </a:cxn>
                  <a:cxn ang="0">
                    <a:pos x="2684" y="632"/>
                  </a:cxn>
                  <a:cxn ang="0">
                    <a:pos x="1776" y="631"/>
                  </a:cxn>
                  <a:cxn ang="0">
                    <a:pos x="1717" y="518"/>
                  </a:cxn>
                  <a:cxn ang="0">
                    <a:pos x="1447" y="10"/>
                  </a:cxn>
                  <a:cxn ang="0">
                    <a:pos x="1210" y="97"/>
                  </a:cxn>
                  <a:cxn ang="0">
                    <a:pos x="1281" y="178"/>
                  </a:cxn>
                  <a:cxn ang="0">
                    <a:pos x="1231" y="277"/>
                  </a:cxn>
                  <a:cxn ang="0">
                    <a:pos x="1090" y="375"/>
                  </a:cxn>
                  <a:cxn ang="0">
                    <a:pos x="1233" y="415"/>
                  </a:cxn>
                  <a:cxn ang="0">
                    <a:pos x="1297" y="622"/>
                  </a:cxn>
                  <a:cxn ang="0">
                    <a:pos x="1362" y="436"/>
                  </a:cxn>
                  <a:cxn ang="0">
                    <a:pos x="1282" y="337"/>
                  </a:cxn>
                  <a:cxn ang="0">
                    <a:pos x="1374" y="258"/>
                  </a:cxn>
                  <a:cxn ang="0">
                    <a:pos x="1373" y="94"/>
                  </a:cxn>
                  <a:cxn ang="0">
                    <a:pos x="1263" y="17"/>
                  </a:cxn>
                  <a:cxn ang="0">
                    <a:pos x="995" y="15"/>
                  </a:cxn>
                  <a:cxn ang="0">
                    <a:pos x="879" y="537"/>
                  </a:cxn>
                  <a:cxn ang="0">
                    <a:pos x="118" y="637"/>
                  </a:cxn>
                  <a:cxn ang="0">
                    <a:pos x="303" y="613"/>
                  </a:cxn>
                  <a:cxn ang="0">
                    <a:pos x="388" y="526"/>
                  </a:cxn>
                  <a:cxn ang="0">
                    <a:pos x="373" y="355"/>
                  </a:cxn>
                  <a:cxn ang="0">
                    <a:pos x="190" y="247"/>
                  </a:cxn>
                  <a:cxn ang="0">
                    <a:pos x="125" y="177"/>
                  </a:cxn>
                  <a:cxn ang="0">
                    <a:pos x="163" y="107"/>
                  </a:cxn>
                  <a:cxn ang="0">
                    <a:pos x="317" y="108"/>
                  </a:cxn>
                  <a:cxn ang="0">
                    <a:pos x="254" y="1"/>
                  </a:cxn>
                  <a:cxn ang="0">
                    <a:pos x="44" y="77"/>
                  </a:cxn>
                  <a:cxn ang="0">
                    <a:pos x="29" y="253"/>
                  </a:cxn>
                  <a:cxn ang="0">
                    <a:pos x="178" y="359"/>
                  </a:cxn>
                  <a:cxn ang="0">
                    <a:pos x="284" y="437"/>
                  </a:cxn>
                  <a:cxn ang="0">
                    <a:pos x="259" y="524"/>
                  </a:cxn>
                  <a:cxn ang="0">
                    <a:pos x="112" y="540"/>
                  </a:cxn>
                </a:cxnLst>
                <a:rect l="0" t="0" r="r" b="b"/>
                <a:pathLst>
                  <a:path w="3691" h="641">
                    <a:moveTo>
                      <a:pt x="3288" y="601"/>
                    </a:moveTo>
                    <a:lnTo>
                      <a:pt x="3302" y="609"/>
                    </a:lnTo>
                    <a:lnTo>
                      <a:pt x="3319" y="616"/>
                    </a:lnTo>
                    <a:lnTo>
                      <a:pt x="3338" y="622"/>
                    </a:lnTo>
                    <a:lnTo>
                      <a:pt x="3360" y="629"/>
                    </a:lnTo>
                    <a:lnTo>
                      <a:pt x="3382" y="634"/>
                    </a:lnTo>
                    <a:lnTo>
                      <a:pt x="3406" y="637"/>
                    </a:lnTo>
                    <a:lnTo>
                      <a:pt x="3431" y="640"/>
                    </a:lnTo>
                    <a:lnTo>
                      <a:pt x="3455" y="641"/>
                    </a:lnTo>
                    <a:lnTo>
                      <a:pt x="3484" y="640"/>
                    </a:lnTo>
                    <a:lnTo>
                      <a:pt x="3511" y="637"/>
                    </a:lnTo>
                    <a:lnTo>
                      <a:pt x="3524" y="635"/>
                    </a:lnTo>
                    <a:lnTo>
                      <a:pt x="3536" y="632"/>
                    </a:lnTo>
                    <a:lnTo>
                      <a:pt x="3548" y="629"/>
                    </a:lnTo>
                    <a:lnTo>
                      <a:pt x="3559" y="625"/>
                    </a:lnTo>
                    <a:lnTo>
                      <a:pt x="3570" y="621"/>
                    </a:lnTo>
                    <a:lnTo>
                      <a:pt x="3581" y="617"/>
                    </a:lnTo>
                    <a:lnTo>
                      <a:pt x="3590" y="613"/>
                    </a:lnTo>
                    <a:lnTo>
                      <a:pt x="3600" y="608"/>
                    </a:lnTo>
                    <a:lnTo>
                      <a:pt x="3608" y="603"/>
                    </a:lnTo>
                    <a:lnTo>
                      <a:pt x="3618" y="597"/>
                    </a:lnTo>
                    <a:lnTo>
                      <a:pt x="3625" y="591"/>
                    </a:lnTo>
                    <a:lnTo>
                      <a:pt x="3633" y="584"/>
                    </a:lnTo>
                    <a:lnTo>
                      <a:pt x="3639" y="578"/>
                    </a:lnTo>
                    <a:lnTo>
                      <a:pt x="3646" y="571"/>
                    </a:lnTo>
                    <a:lnTo>
                      <a:pt x="3653" y="564"/>
                    </a:lnTo>
                    <a:lnTo>
                      <a:pt x="3658" y="557"/>
                    </a:lnTo>
                    <a:lnTo>
                      <a:pt x="3668" y="541"/>
                    </a:lnTo>
                    <a:lnTo>
                      <a:pt x="3676" y="526"/>
                    </a:lnTo>
                    <a:lnTo>
                      <a:pt x="3682" y="508"/>
                    </a:lnTo>
                    <a:lnTo>
                      <a:pt x="3687" y="491"/>
                    </a:lnTo>
                    <a:lnTo>
                      <a:pt x="3690" y="472"/>
                    </a:lnTo>
                    <a:lnTo>
                      <a:pt x="3691" y="454"/>
                    </a:lnTo>
                    <a:lnTo>
                      <a:pt x="3690" y="437"/>
                    </a:lnTo>
                    <a:lnTo>
                      <a:pt x="3688" y="422"/>
                    </a:lnTo>
                    <a:lnTo>
                      <a:pt x="3684" y="407"/>
                    </a:lnTo>
                    <a:lnTo>
                      <a:pt x="3680" y="393"/>
                    </a:lnTo>
                    <a:lnTo>
                      <a:pt x="3675" y="380"/>
                    </a:lnTo>
                    <a:lnTo>
                      <a:pt x="3668" y="367"/>
                    </a:lnTo>
                    <a:lnTo>
                      <a:pt x="3660" y="355"/>
                    </a:lnTo>
                    <a:lnTo>
                      <a:pt x="3651" y="344"/>
                    </a:lnTo>
                    <a:lnTo>
                      <a:pt x="3640" y="332"/>
                    </a:lnTo>
                    <a:lnTo>
                      <a:pt x="3629" y="322"/>
                    </a:lnTo>
                    <a:lnTo>
                      <a:pt x="3616" y="313"/>
                    </a:lnTo>
                    <a:lnTo>
                      <a:pt x="3601" y="303"/>
                    </a:lnTo>
                    <a:lnTo>
                      <a:pt x="3586" y="294"/>
                    </a:lnTo>
                    <a:lnTo>
                      <a:pt x="3568" y="286"/>
                    </a:lnTo>
                    <a:lnTo>
                      <a:pt x="3550" y="278"/>
                    </a:lnTo>
                    <a:lnTo>
                      <a:pt x="3530" y="270"/>
                    </a:lnTo>
                    <a:lnTo>
                      <a:pt x="3502" y="258"/>
                    </a:lnTo>
                    <a:lnTo>
                      <a:pt x="3477" y="247"/>
                    </a:lnTo>
                    <a:lnTo>
                      <a:pt x="3467" y="242"/>
                    </a:lnTo>
                    <a:lnTo>
                      <a:pt x="3457" y="236"/>
                    </a:lnTo>
                    <a:lnTo>
                      <a:pt x="3448" y="230"/>
                    </a:lnTo>
                    <a:lnTo>
                      <a:pt x="3441" y="224"/>
                    </a:lnTo>
                    <a:lnTo>
                      <a:pt x="3434" y="219"/>
                    </a:lnTo>
                    <a:lnTo>
                      <a:pt x="3428" y="213"/>
                    </a:lnTo>
                    <a:lnTo>
                      <a:pt x="3423" y="206"/>
                    </a:lnTo>
                    <a:lnTo>
                      <a:pt x="3419" y="200"/>
                    </a:lnTo>
                    <a:lnTo>
                      <a:pt x="3416" y="192"/>
                    </a:lnTo>
                    <a:lnTo>
                      <a:pt x="3414" y="184"/>
                    </a:lnTo>
                    <a:lnTo>
                      <a:pt x="3412" y="177"/>
                    </a:lnTo>
                    <a:lnTo>
                      <a:pt x="3412" y="168"/>
                    </a:lnTo>
                    <a:lnTo>
                      <a:pt x="3412" y="162"/>
                    </a:lnTo>
                    <a:lnTo>
                      <a:pt x="3413" y="154"/>
                    </a:lnTo>
                    <a:lnTo>
                      <a:pt x="3415" y="147"/>
                    </a:lnTo>
                    <a:lnTo>
                      <a:pt x="3418" y="141"/>
                    </a:lnTo>
                    <a:lnTo>
                      <a:pt x="3421" y="135"/>
                    </a:lnTo>
                    <a:lnTo>
                      <a:pt x="3426" y="129"/>
                    </a:lnTo>
                    <a:lnTo>
                      <a:pt x="3431" y="122"/>
                    </a:lnTo>
                    <a:lnTo>
                      <a:pt x="3437" y="117"/>
                    </a:lnTo>
                    <a:lnTo>
                      <a:pt x="3443" y="112"/>
                    </a:lnTo>
                    <a:lnTo>
                      <a:pt x="3450" y="107"/>
                    </a:lnTo>
                    <a:lnTo>
                      <a:pt x="3459" y="103"/>
                    </a:lnTo>
                    <a:lnTo>
                      <a:pt x="3469" y="100"/>
                    </a:lnTo>
                    <a:lnTo>
                      <a:pt x="3479" y="97"/>
                    </a:lnTo>
                    <a:lnTo>
                      <a:pt x="3489" y="95"/>
                    </a:lnTo>
                    <a:lnTo>
                      <a:pt x="3502" y="94"/>
                    </a:lnTo>
                    <a:lnTo>
                      <a:pt x="3515" y="94"/>
                    </a:lnTo>
                    <a:lnTo>
                      <a:pt x="3535" y="94"/>
                    </a:lnTo>
                    <a:lnTo>
                      <a:pt x="3555" y="96"/>
                    </a:lnTo>
                    <a:lnTo>
                      <a:pt x="3573" y="100"/>
                    </a:lnTo>
                    <a:lnTo>
                      <a:pt x="3590" y="104"/>
                    </a:lnTo>
                    <a:lnTo>
                      <a:pt x="3604" y="108"/>
                    </a:lnTo>
                    <a:lnTo>
                      <a:pt x="3618" y="113"/>
                    </a:lnTo>
                    <a:lnTo>
                      <a:pt x="3629" y="118"/>
                    </a:lnTo>
                    <a:lnTo>
                      <a:pt x="3638" y="122"/>
                    </a:lnTo>
                    <a:lnTo>
                      <a:pt x="3666" y="31"/>
                    </a:lnTo>
                    <a:lnTo>
                      <a:pt x="3653" y="25"/>
                    </a:lnTo>
                    <a:lnTo>
                      <a:pt x="3638" y="20"/>
                    </a:lnTo>
                    <a:lnTo>
                      <a:pt x="3622" y="14"/>
                    </a:lnTo>
                    <a:lnTo>
                      <a:pt x="3604" y="9"/>
                    </a:lnTo>
                    <a:lnTo>
                      <a:pt x="3585" y="6"/>
                    </a:lnTo>
                    <a:lnTo>
                      <a:pt x="3564" y="3"/>
                    </a:lnTo>
                    <a:lnTo>
                      <a:pt x="3542" y="1"/>
                    </a:lnTo>
                    <a:lnTo>
                      <a:pt x="3517" y="0"/>
                    </a:lnTo>
                    <a:lnTo>
                      <a:pt x="3492" y="1"/>
                    </a:lnTo>
                    <a:lnTo>
                      <a:pt x="3469" y="4"/>
                    </a:lnTo>
                    <a:lnTo>
                      <a:pt x="3447" y="8"/>
                    </a:lnTo>
                    <a:lnTo>
                      <a:pt x="3426" y="14"/>
                    </a:lnTo>
                    <a:lnTo>
                      <a:pt x="3406" y="22"/>
                    </a:lnTo>
                    <a:lnTo>
                      <a:pt x="3389" y="30"/>
                    </a:lnTo>
                    <a:lnTo>
                      <a:pt x="3372" y="40"/>
                    </a:lnTo>
                    <a:lnTo>
                      <a:pt x="3357" y="51"/>
                    </a:lnTo>
                    <a:lnTo>
                      <a:pt x="3343" y="64"/>
                    </a:lnTo>
                    <a:lnTo>
                      <a:pt x="3331" y="77"/>
                    </a:lnTo>
                    <a:lnTo>
                      <a:pt x="3322" y="93"/>
                    </a:lnTo>
                    <a:lnTo>
                      <a:pt x="3312" y="108"/>
                    </a:lnTo>
                    <a:lnTo>
                      <a:pt x="3306" y="124"/>
                    </a:lnTo>
                    <a:lnTo>
                      <a:pt x="3301" y="142"/>
                    </a:lnTo>
                    <a:lnTo>
                      <a:pt x="3298" y="159"/>
                    </a:lnTo>
                    <a:lnTo>
                      <a:pt x="3297" y="179"/>
                    </a:lnTo>
                    <a:lnTo>
                      <a:pt x="3298" y="194"/>
                    </a:lnTo>
                    <a:lnTo>
                      <a:pt x="3300" y="211"/>
                    </a:lnTo>
                    <a:lnTo>
                      <a:pt x="3304" y="225"/>
                    </a:lnTo>
                    <a:lnTo>
                      <a:pt x="3309" y="240"/>
                    </a:lnTo>
                    <a:lnTo>
                      <a:pt x="3316" y="253"/>
                    </a:lnTo>
                    <a:lnTo>
                      <a:pt x="3324" y="265"/>
                    </a:lnTo>
                    <a:lnTo>
                      <a:pt x="3333" y="277"/>
                    </a:lnTo>
                    <a:lnTo>
                      <a:pt x="3343" y="288"/>
                    </a:lnTo>
                    <a:lnTo>
                      <a:pt x="3355" y="299"/>
                    </a:lnTo>
                    <a:lnTo>
                      <a:pt x="3367" y="310"/>
                    </a:lnTo>
                    <a:lnTo>
                      <a:pt x="3381" y="319"/>
                    </a:lnTo>
                    <a:lnTo>
                      <a:pt x="3396" y="328"/>
                    </a:lnTo>
                    <a:lnTo>
                      <a:pt x="3412" y="336"/>
                    </a:lnTo>
                    <a:lnTo>
                      <a:pt x="3429" y="345"/>
                    </a:lnTo>
                    <a:lnTo>
                      <a:pt x="3447" y="352"/>
                    </a:lnTo>
                    <a:lnTo>
                      <a:pt x="3466" y="359"/>
                    </a:lnTo>
                    <a:lnTo>
                      <a:pt x="3492" y="369"/>
                    </a:lnTo>
                    <a:lnTo>
                      <a:pt x="3516" y="381"/>
                    </a:lnTo>
                    <a:lnTo>
                      <a:pt x="3525" y="386"/>
                    </a:lnTo>
                    <a:lnTo>
                      <a:pt x="3534" y="392"/>
                    </a:lnTo>
                    <a:lnTo>
                      <a:pt x="3543" y="397"/>
                    </a:lnTo>
                    <a:lnTo>
                      <a:pt x="3550" y="403"/>
                    </a:lnTo>
                    <a:lnTo>
                      <a:pt x="3556" y="409"/>
                    </a:lnTo>
                    <a:lnTo>
                      <a:pt x="3561" y="417"/>
                    </a:lnTo>
                    <a:lnTo>
                      <a:pt x="3565" y="423"/>
                    </a:lnTo>
                    <a:lnTo>
                      <a:pt x="3569" y="430"/>
                    </a:lnTo>
                    <a:lnTo>
                      <a:pt x="3571" y="437"/>
                    </a:lnTo>
                    <a:lnTo>
                      <a:pt x="3573" y="445"/>
                    </a:lnTo>
                    <a:lnTo>
                      <a:pt x="3575" y="454"/>
                    </a:lnTo>
                    <a:lnTo>
                      <a:pt x="3576" y="462"/>
                    </a:lnTo>
                    <a:lnTo>
                      <a:pt x="3575" y="471"/>
                    </a:lnTo>
                    <a:lnTo>
                      <a:pt x="3573" y="480"/>
                    </a:lnTo>
                    <a:lnTo>
                      <a:pt x="3571" y="489"/>
                    </a:lnTo>
                    <a:lnTo>
                      <a:pt x="3567" y="497"/>
                    </a:lnTo>
                    <a:lnTo>
                      <a:pt x="3563" y="504"/>
                    </a:lnTo>
                    <a:lnTo>
                      <a:pt x="3558" y="511"/>
                    </a:lnTo>
                    <a:lnTo>
                      <a:pt x="3553" y="517"/>
                    </a:lnTo>
                    <a:lnTo>
                      <a:pt x="3546" y="524"/>
                    </a:lnTo>
                    <a:lnTo>
                      <a:pt x="3539" y="529"/>
                    </a:lnTo>
                    <a:lnTo>
                      <a:pt x="3530" y="533"/>
                    </a:lnTo>
                    <a:lnTo>
                      <a:pt x="3521" y="537"/>
                    </a:lnTo>
                    <a:lnTo>
                      <a:pt x="3511" y="540"/>
                    </a:lnTo>
                    <a:lnTo>
                      <a:pt x="3500" y="543"/>
                    </a:lnTo>
                    <a:lnTo>
                      <a:pt x="3488" y="545"/>
                    </a:lnTo>
                    <a:lnTo>
                      <a:pt x="3476" y="546"/>
                    </a:lnTo>
                    <a:lnTo>
                      <a:pt x="3463" y="546"/>
                    </a:lnTo>
                    <a:lnTo>
                      <a:pt x="3441" y="546"/>
                    </a:lnTo>
                    <a:lnTo>
                      <a:pt x="3420" y="543"/>
                    </a:lnTo>
                    <a:lnTo>
                      <a:pt x="3400" y="540"/>
                    </a:lnTo>
                    <a:lnTo>
                      <a:pt x="3379" y="535"/>
                    </a:lnTo>
                    <a:lnTo>
                      <a:pt x="3361" y="529"/>
                    </a:lnTo>
                    <a:lnTo>
                      <a:pt x="3343" y="523"/>
                    </a:lnTo>
                    <a:lnTo>
                      <a:pt x="3327" y="514"/>
                    </a:lnTo>
                    <a:lnTo>
                      <a:pt x="3312" y="507"/>
                    </a:lnTo>
                    <a:lnTo>
                      <a:pt x="3288" y="601"/>
                    </a:lnTo>
                    <a:close/>
                    <a:moveTo>
                      <a:pt x="3188" y="263"/>
                    </a:moveTo>
                    <a:lnTo>
                      <a:pt x="2955" y="263"/>
                    </a:lnTo>
                    <a:lnTo>
                      <a:pt x="2955" y="104"/>
                    </a:lnTo>
                    <a:lnTo>
                      <a:pt x="3202" y="104"/>
                    </a:lnTo>
                    <a:lnTo>
                      <a:pt x="3202" y="10"/>
                    </a:lnTo>
                    <a:lnTo>
                      <a:pt x="2841" y="10"/>
                    </a:lnTo>
                    <a:lnTo>
                      <a:pt x="2841" y="631"/>
                    </a:lnTo>
                    <a:lnTo>
                      <a:pt x="3216" y="631"/>
                    </a:lnTo>
                    <a:lnTo>
                      <a:pt x="3216" y="537"/>
                    </a:lnTo>
                    <a:lnTo>
                      <a:pt x="2955" y="537"/>
                    </a:lnTo>
                    <a:lnTo>
                      <a:pt x="2955" y="355"/>
                    </a:lnTo>
                    <a:lnTo>
                      <a:pt x="3188" y="355"/>
                    </a:lnTo>
                    <a:lnTo>
                      <a:pt x="3188" y="263"/>
                    </a:lnTo>
                    <a:close/>
                    <a:moveTo>
                      <a:pt x="2727" y="523"/>
                    </a:moveTo>
                    <a:lnTo>
                      <a:pt x="2714" y="528"/>
                    </a:lnTo>
                    <a:lnTo>
                      <a:pt x="2701" y="532"/>
                    </a:lnTo>
                    <a:lnTo>
                      <a:pt x="2687" y="536"/>
                    </a:lnTo>
                    <a:lnTo>
                      <a:pt x="2671" y="539"/>
                    </a:lnTo>
                    <a:lnTo>
                      <a:pt x="2655" y="542"/>
                    </a:lnTo>
                    <a:lnTo>
                      <a:pt x="2637" y="544"/>
                    </a:lnTo>
                    <a:lnTo>
                      <a:pt x="2621" y="545"/>
                    </a:lnTo>
                    <a:lnTo>
                      <a:pt x="2604" y="545"/>
                    </a:lnTo>
                    <a:lnTo>
                      <a:pt x="2590" y="545"/>
                    </a:lnTo>
                    <a:lnTo>
                      <a:pt x="2579" y="544"/>
                    </a:lnTo>
                    <a:lnTo>
                      <a:pt x="2567" y="543"/>
                    </a:lnTo>
                    <a:lnTo>
                      <a:pt x="2555" y="541"/>
                    </a:lnTo>
                    <a:lnTo>
                      <a:pt x="2544" y="539"/>
                    </a:lnTo>
                    <a:lnTo>
                      <a:pt x="2533" y="537"/>
                    </a:lnTo>
                    <a:lnTo>
                      <a:pt x="2522" y="534"/>
                    </a:lnTo>
                    <a:lnTo>
                      <a:pt x="2512" y="530"/>
                    </a:lnTo>
                    <a:lnTo>
                      <a:pt x="2502" y="526"/>
                    </a:lnTo>
                    <a:lnTo>
                      <a:pt x="2493" y="522"/>
                    </a:lnTo>
                    <a:lnTo>
                      <a:pt x="2483" y="516"/>
                    </a:lnTo>
                    <a:lnTo>
                      <a:pt x="2475" y="511"/>
                    </a:lnTo>
                    <a:lnTo>
                      <a:pt x="2467" y="505"/>
                    </a:lnTo>
                    <a:lnTo>
                      <a:pt x="2459" y="499"/>
                    </a:lnTo>
                    <a:lnTo>
                      <a:pt x="2451" y="492"/>
                    </a:lnTo>
                    <a:lnTo>
                      <a:pt x="2444" y="486"/>
                    </a:lnTo>
                    <a:lnTo>
                      <a:pt x="2437" y="477"/>
                    </a:lnTo>
                    <a:lnTo>
                      <a:pt x="2431" y="470"/>
                    </a:lnTo>
                    <a:lnTo>
                      <a:pt x="2426" y="462"/>
                    </a:lnTo>
                    <a:lnTo>
                      <a:pt x="2420" y="453"/>
                    </a:lnTo>
                    <a:lnTo>
                      <a:pt x="2414" y="443"/>
                    </a:lnTo>
                    <a:lnTo>
                      <a:pt x="2410" y="434"/>
                    </a:lnTo>
                    <a:lnTo>
                      <a:pt x="2406" y="425"/>
                    </a:lnTo>
                    <a:lnTo>
                      <a:pt x="2402" y="415"/>
                    </a:lnTo>
                    <a:lnTo>
                      <a:pt x="2396" y="393"/>
                    </a:lnTo>
                    <a:lnTo>
                      <a:pt x="2391" y="371"/>
                    </a:lnTo>
                    <a:lnTo>
                      <a:pt x="2389" y="347"/>
                    </a:lnTo>
                    <a:lnTo>
                      <a:pt x="2388" y="322"/>
                    </a:lnTo>
                    <a:lnTo>
                      <a:pt x="2388" y="309"/>
                    </a:lnTo>
                    <a:lnTo>
                      <a:pt x="2389" y="295"/>
                    </a:lnTo>
                    <a:lnTo>
                      <a:pt x="2390" y="282"/>
                    </a:lnTo>
                    <a:lnTo>
                      <a:pt x="2392" y="270"/>
                    </a:lnTo>
                    <a:lnTo>
                      <a:pt x="2394" y="257"/>
                    </a:lnTo>
                    <a:lnTo>
                      <a:pt x="2397" y="246"/>
                    </a:lnTo>
                    <a:lnTo>
                      <a:pt x="2400" y="235"/>
                    </a:lnTo>
                    <a:lnTo>
                      <a:pt x="2403" y="223"/>
                    </a:lnTo>
                    <a:lnTo>
                      <a:pt x="2408" y="213"/>
                    </a:lnTo>
                    <a:lnTo>
                      <a:pt x="2412" y="203"/>
                    </a:lnTo>
                    <a:lnTo>
                      <a:pt x="2418" y="193"/>
                    </a:lnTo>
                    <a:lnTo>
                      <a:pt x="2423" y="184"/>
                    </a:lnTo>
                    <a:lnTo>
                      <a:pt x="2429" y="176"/>
                    </a:lnTo>
                    <a:lnTo>
                      <a:pt x="2435" y="168"/>
                    </a:lnTo>
                    <a:lnTo>
                      <a:pt x="2441" y="159"/>
                    </a:lnTo>
                    <a:lnTo>
                      <a:pt x="2448" y="152"/>
                    </a:lnTo>
                    <a:lnTo>
                      <a:pt x="2457" y="145"/>
                    </a:lnTo>
                    <a:lnTo>
                      <a:pt x="2464" y="139"/>
                    </a:lnTo>
                    <a:lnTo>
                      <a:pt x="2472" y="133"/>
                    </a:lnTo>
                    <a:lnTo>
                      <a:pt x="2480" y="127"/>
                    </a:lnTo>
                    <a:lnTo>
                      <a:pt x="2489" y="121"/>
                    </a:lnTo>
                    <a:lnTo>
                      <a:pt x="2499" y="117"/>
                    </a:lnTo>
                    <a:lnTo>
                      <a:pt x="2508" y="112"/>
                    </a:lnTo>
                    <a:lnTo>
                      <a:pt x="2517" y="109"/>
                    </a:lnTo>
                    <a:lnTo>
                      <a:pt x="2538" y="102"/>
                    </a:lnTo>
                    <a:lnTo>
                      <a:pt x="2559" y="98"/>
                    </a:lnTo>
                    <a:lnTo>
                      <a:pt x="2582" y="95"/>
                    </a:lnTo>
                    <a:lnTo>
                      <a:pt x="2605" y="94"/>
                    </a:lnTo>
                    <a:lnTo>
                      <a:pt x="2623" y="95"/>
                    </a:lnTo>
                    <a:lnTo>
                      <a:pt x="2641" y="96"/>
                    </a:lnTo>
                    <a:lnTo>
                      <a:pt x="2658" y="98"/>
                    </a:lnTo>
                    <a:lnTo>
                      <a:pt x="2673" y="101"/>
                    </a:lnTo>
                    <a:lnTo>
                      <a:pt x="2688" y="105"/>
                    </a:lnTo>
                    <a:lnTo>
                      <a:pt x="2701" y="109"/>
                    </a:lnTo>
                    <a:lnTo>
                      <a:pt x="2714" y="113"/>
                    </a:lnTo>
                    <a:lnTo>
                      <a:pt x="2726" y="118"/>
                    </a:lnTo>
                    <a:lnTo>
                      <a:pt x="2750" y="28"/>
                    </a:lnTo>
                    <a:lnTo>
                      <a:pt x="2740" y="24"/>
                    </a:lnTo>
                    <a:lnTo>
                      <a:pt x="2728" y="19"/>
                    </a:lnTo>
                    <a:lnTo>
                      <a:pt x="2712" y="13"/>
                    </a:lnTo>
                    <a:lnTo>
                      <a:pt x="2695" y="9"/>
                    </a:lnTo>
                    <a:lnTo>
                      <a:pt x="2674" y="6"/>
                    </a:lnTo>
                    <a:lnTo>
                      <a:pt x="2652" y="3"/>
                    </a:lnTo>
                    <a:lnTo>
                      <a:pt x="2627" y="1"/>
                    </a:lnTo>
                    <a:lnTo>
                      <a:pt x="2600" y="0"/>
                    </a:lnTo>
                    <a:lnTo>
                      <a:pt x="2583" y="1"/>
                    </a:lnTo>
                    <a:lnTo>
                      <a:pt x="2566" y="2"/>
                    </a:lnTo>
                    <a:lnTo>
                      <a:pt x="2548" y="4"/>
                    </a:lnTo>
                    <a:lnTo>
                      <a:pt x="2532" y="6"/>
                    </a:lnTo>
                    <a:lnTo>
                      <a:pt x="2515" y="9"/>
                    </a:lnTo>
                    <a:lnTo>
                      <a:pt x="2499" y="13"/>
                    </a:lnTo>
                    <a:lnTo>
                      <a:pt x="2483" y="17"/>
                    </a:lnTo>
                    <a:lnTo>
                      <a:pt x="2468" y="23"/>
                    </a:lnTo>
                    <a:lnTo>
                      <a:pt x="2454" y="29"/>
                    </a:lnTo>
                    <a:lnTo>
                      <a:pt x="2439" y="35"/>
                    </a:lnTo>
                    <a:lnTo>
                      <a:pt x="2426" y="42"/>
                    </a:lnTo>
                    <a:lnTo>
                      <a:pt x="2411" y="50"/>
                    </a:lnTo>
                    <a:lnTo>
                      <a:pt x="2399" y="59"/>
                    </a:lnTo>
                    <a:lnTo>
                      <a:pt x="2387" y="68"/>
                    </a:lnTo>
                    <a:lnTo>
                      <a:pt x="2374" y="77"/>
                    </a:lnTo>
                    <a:lnTo>
                      <a:pt x="2363" y="87"/>
                    </a:lnTo>
                    <a:lnTo>
                      <a:pt x="2352" y="99"/>
                    </a:lnTo>
                    <a:lnTo>
                      <a:pt x="2342" y="110"/>
                    </a:lnTo>
                    <a:lnTo>
                      <a:pt x="2332" y="122"/>
                    </a:lnTo>
                    <a:lnTo>
                      <a:pt x="2323" y="135"/>
                    </a:lnTo>
                    <a:lnTo>
                      <a:pt x="2315" y="148"/>
                    </a:lnTo>
                    <a:lnTo>
                      <a:pt x="2307" y="162"/>
                    </a:lnTo>
                    <a:lnTo>
                      <a:pt x="2300" y="176"/>
                    </a:lnTo>
                    <a:lnTo>
                      <a:pt x="2293" y="190"/>
                    </a:lnTo>
                    <a:lnTo>
                      <a:pt x="2288" y="206"/>
                    </a:lnTo>
                    <a:lnTo>
                      <a:pt x="2283" y="222"/>
                    </a:lnTo>
                    <a:lnTo>
                      <a:pt x="2278" y="239"/>
                    </a:lnTo>
                    <a:lnTo>
                      <a:pt x="2275" y="255"/>
                    </a:lnTo>
                    <a:lnTo>
                      <a:pt x="2272" y="273"/>
                    </a:lnTo>
                    <a:lnTo>
                      <a:pt x="2270" y="290"/>
                    </a:lnTo>
                    <a:lnTo>
                      <a:pt x="2269" y="309"/>
                    </a:lnTo>
                    <a:lnTo>
                      <a:pt x="2269" y="328"/>
                    </a:lnTo>
                    <a:lnTo>
                      <a:pt x="2269" y="346"/>
                    </a:lnTo>
                    <a:lnTo>
                      <a:pt x="2270" y="362"/>
                    </a:lnTo>
                    <a:lnTo>
                      <a:pt x="2272" y="380"/>
                    </a:lnTo>
                    <a:lnTo>
                      <a:pt x="2274" y="395"/>
                    </a:lnTo>
                    <a:lnTo>
                      <a:pt x="2277" y="412"/>
                    </a:lnTo>
                    <a:lnTo>
                      <a:pt x="2281" y="427"/>
                    </a:lnTo>
                    <a:lnTo>
                      <a:pt x="2285" y="441"/>
                    </a:lnTo>
                    <a:lnTo>
                      <a:pt x="2290" y="457"/>
                    </a:lnTo>
                    <a:lnTo>
                      <a:pt x="2295" y="470"/>
                    </a:lnTo>
                    <a:lnTo>
                      <a:pt x="2302" y="484"/>
                    </a:lnTo>
                    <a:lnTo>
                      <a:pt x="2309" y="497"/>
                    </a:lnTo>
                    <a:lnTo>
                      <a:pt x="2317" y="509"/>
                    </a:lnTo>
                    <a:lnTo>
                      <a:pt x="2325" y="522"/>
                    </a:lnTo>
                    <a:lnTo>
                      <a:pt x="2333" y="534"/>
                    </a:lnTo>
                    <a:lnTo>
                      <a:pt x="2343" y="544"/>
                    </a:lnTo>
                    <a:lnTo>
                      <a:pt x="2353" y="555"/>
                    </a:lnTo>
                    <a:lnTo>
                      <a:pt x="2363" y="565"/>
                    </a:lnTo>
                    <a:lnTo>
                      <a:pt x="2374" y="574"/>
                    </a:lnTo>
                    <a:lnTo>
                      <a:pt x="2386" y="583"/>
                    </a:lnTo>
                    <a:lnTo>
                      <a:pt x="2398" y="592"/>
                    </a:lnTo>
                    <a:lnTo>
                      <a:pt x="2411" y="599"/>
                    </a:lnTo>
                    <a:lnTo>
                      <a:pt x="2424" y="606"/>
                    </a:lnTo>
                    <a:lnTo>
                      <a:pt x="2438" y="612"/>
                    </a:lnTo>
                    <a:lnTo>
                      <a:pt x="2452" y="618"/>
                    </a:lnTo>
                    <a:lnTo>
                      <a:pt x="2467" y="623"/>
                    </a:lnTo>
                    <a:lnTo>
                      <a:pt x="2482" y="628"/>
                    </a:lnTo>
                    <a:lnTo>
                      <a:pt x="2499" y="632"/>
                    </a:lnTo>
                    <a:lnTo>
                      <a:pt x="2515" y="635"/>
                    </a:lnTo>
                    <a:lnTo>
                      <a:pt x="2532" y="637"/>
                    </a:lnTo>
                    <a:lnTo>
                      <a:pt x="2549" y="639"/>
                    </a:lnTo>
                    <a:lnTo>
                      <a:pt x="2567" y="640"/>
                    </a:lnTo>
                    <a:lnTo>
                      <a:pt x="2585" y="641"/>
                    </a:lnTo>
                    <a:lnTo>
                      <a:pt x="2612" y="640"/>
                    </a:lnTo>
                    <a:lnTo>
                      <a:pt x="2637" y="638"/>
                    </a:lnTo>
                    <a:lnTo>
                      <a:pt x="2661" y="635"/>
                    </a:lnTo>
                    <a:lnTo>
                      <a:pt x="2684" y="632"/>
                    </a:lnTo>
                    <a:lnTo>
                      <a:pt x="2702" y="628"/>
                    </a:lnTo>
                    <a:lnTo>
                      <a:pt x="2720" y="622"/>
                    </a:lnTo>
                    <a:lnTo>
                      <a:pt x="2734" y="617"/>
                    </a:lnTo>
                    <a:lnTo>
                      <a:pt x="2745" y="612"/>
                    </a:lnTo>
                    <a:lnTo>
                      <a:pt x="2727" y="523"/>
                    </a:lnTo>
                    <a:close/>
                    <a:moveTo>
                      <a:pt x="2058" y="10"/>
                    </a:moveTo>
                    <a:lnTo>
                      <a:pt x="2058" y="631"/>
                    </a:lnTo>
                    <a:lnTo>
                      <a:pt x="2171" y="631"/>
                    </a:lnTo>
                    <a:lnTo>
                      <a:pt x="2171" y="10"/>
                    </a:lnTo>
                    <a:lnTo>
                      <a:pt x="2058" y="10"/>
                    </a:lnTo>
                    <a:close/>
                    <a:moveTo>
                      <a:pt x="1776" y="631"/>
                    </a:moveTo>
                    <a:lnTo>
                      <a:pt x="1991" y="10"/>
                    </a:lnTo>
                    <a:lnTo>
                      <a:pt x="1871" y="10"/>
                    </a:lnTo>
                    <a:lnTo>
                      <a:pt x="1780" y="294"/>
                    </a:lnTo>
                    <a:lnTo>
                      <a:pt x="1771" y="322"/>
                    </a:lnTo>
                    <a:lnTo>
                      <a:pt x="1762" y="351"/>
                    </a:lnTo>
                    <a:lnTo>
                      <a:pt x="1754" y="379"/>
                    </a:lnTo>
                    <a:lnTo>
                      <a:pt x="1746" y="407"/>
                    </a:lnTo>
                    <a:lnTo>
                      <a:pt x="1738" y="435"/>
                    </a:lnTo>
                    <a:lnTo>
                      <a:pt x="1730" y="463"/>
                    </a:lnTo>
                    <a:lnTo>
                      <a:pt x="1724" y="491"/>
                    </a:lnTo>
                    <a:lnTo>
                      <a:pt x="1717" y="518"/>
                    </a:lnTo>
                    <a:lnTo>
                      <a:pt x="1715" y="518"/>
                    </a:lnTo>
                    <a:lnTo>
                      <a:pt x="1709" y="491"/>
                    </a:lnTo>
                    <a:lnTo>
                      <a:pt x="1702" y="462"/>
                    </a:lnTo>
                    <a:lnTo>
                      <a:pt x="1695" y="434"/>
                    </a:lnTo>
                    <a:lnTo>
                      <a:pt x="1688" y="406"/>
                    </a:lnTo>
                    <a:lnTo>
                      <a:pt x="1680" y="379"/>
                    </a:lnTo>
                    <a:lnTo>
                      <a:pt x="1672" y="350"/>
                    </a:lnTo>
                    <a:lnTo>
                      <a:pt x="1663" y="321"/>
                    </a:lnTo>
                    <a:lnTo>
                      <a:pt x="1654" y="292"/>
                    </a:lnTo>
                    <a:lnTo>
                      <a:pt x="1570" y="10"/>
                    </a:lnTo>
                    <a:lnTo>
                      <a:pt x="1447" y="10"/>
                    </a:lnTo>
                    <a:lnTo>
                      <a:pt x="1647" y="631"/>
                    </a:lnTo>
                    <a:lnTo>
                      <a:pt x="1776" y="631"/>
                    </a:lnTo>
                    <a:close/>
                    <a:moveTo>
                      <a:pt x="1090" y="97"/>
                    </a:moveTo>
                    <a:lnTo>
                      <a:pt x="1101" y="95"/>
                    </a:lnTo>
                    <a:lnTo>
                      <a:pt x="1117" y="93"/>
                    </a:lnTo>
                    <a:lnTo>
                      <a:pt x="1136" y="92"/>
                    </a:lnTo>
                    <a:lnTo>
                      <a:pt x="1161" y="91"/>
                    </a:lnTo>
                    <a:lnTo>
                      <a:pt x="1174" y="92"/>
                    </a:lnTo>
                    <a:lnTo>
                      <a:pt x="1187" y="93"/>
                    </a:lnTo>
                    <a:lnTo>
                      <a:pt x="1199" y="95"/>
                    </a:lnTo>
                    <a:lnTo>
                      <a:pt x="1210" y="97"/>
                    </a:lnTo>
                    <a:lnTo>
                      <a:pt x="1222" y="100"/>
                    </a:lnTo>
                    <a:lnTo>
                      <a:pt x="1231" y="105"/>
                    </a:lnTo>
                    <a:lnTo>
                      <a:pt x="1240" y="109"/>
                    </a:lnTo>
                    <a:lnTo>
                      <a:pt x="1248" y="115"/>
                    </a:lnTo>
                    <a:lnTo>
                      <a:pt x="1256" y="121"/>
                    </a:lnTo>
                    <a:lnTo>
                      <a:pt x="1263" y="130"/>
                    </a:lnTo>
                    <a:lnTo>
                      <a:pt x="1268" y="137"/>
                    </a:lnTo>
                    <a:lnTo>
                      <a:pt x="1273" y="146"/>
                    </a:lnTo>
                    <a:lnTo>
                      <a:pt x="1277" y="156"/>
                    </a:lnTo>
                    <a:lnTo>
                      <a:pt x="1279" y="167"/>
                    </a:lnTo>
                    <a:lnTo>
                      <a:pt x="1281" y="178"/>
                    </a:lnTo>
                    <a:lnTo>
                      <a:pt x="1281" y="190"/>
                    </a:lnTo>
                    <a:lnTo>
                      <a:pt x="1281" y="202"/>
                    </a:lnTo>
                    <a:lnTo>
                      <a:pt x="1279" y="212"/>
                    </a:lnTo>
                    <a:lnTo>
                      <a:pt x="1277" y="222"/>
                    </a:lnTo>
                    <a:lnTo>
                      <a:pt x="1273" y="232"/>
                    </a:lnTo>
                    <a:lnTo>
                      <a:pt x="1268" y="242"/>
                    </a:lnTo>
                    <a:lnTo>
                      <a:pt x="1263" y="250"/>
                    </a:lnTo>
                    <a:lnTo>
                      <a:pt x="1255" y="257"/>
                    </a:lnTo>
                    <a:lnTo>
                      <a:pt x="1248" y="264"/>
                    </a:lnTo>
                    <a:lnTo>
                      <a:pt x="1240" y="271"/>
                    </a:lnTo>
                    <a:lnTo>
                      <a:pt x="1231" y="277"/>
                    </a:lnTo>
                    <a:lnTo>
                      <a:pt x="1221" y="281"/>
                    </a:lnTo>
                    <a:lnTo>
                      <a:pt x="1209" y="285"/>
                    </a:lnTo>
                    <a:lnTo>
                      <a:pt x="1197" y="288"/>
                    </a:lnTo>
                    <a:lnTo>
                      <a:pt x="1185" y="291"/>
                    </a:lnTo>
                    <a:lnTo>
                      <a:pt x="1171" y="292"/>
                    </a:lnTo>
                    <a:lnTo>
                      <a:pt x="1158" y="292"/>
                    </a:lnTo>
                    <a:lnTo>
                      <a:pt x="1090" y="292"/>
                    </a:lnTo>
                    <a:lnTo>
                      <a:pt x="1090" y="97"/>
                    </a:lnTo>
                    <a:close/>
                    <a:moveTo>
                      <a:pt x="978" y="631"/>
                    </a:moveTo>
                    <a:lnTo>
                      <a:pt x="1090" y="631"/>
                    </a:lnTo>
                    <a:lnTo>
                      <a:pt x="1090" y="375"/>
                    </a:lnTo>
                    <a:lnTo>
                      <a:pt x="1148" y="375"/>
                    </a:lnTo>
                    <a:lnTo>
                      <a:pt x="1159" y="377"/>
                    </a:lnTo>
                    <a:lnTo>
                      <a:pt x="1170" y="378"/>
                    </a:lnTo>
                    <a:lnTo>
                      <a:pt x="1180" y="380"/>
                    </a:lnTo>
                    <a:lnTo>
                      <a:pt x="1190" y="382"/>
                    </a:lnTo>
                    <a:lnTo>
                      <a:pt x="1198" y="385"/>
                    </a:lnTo>
                    <a:lnTo>
                      <a:pt x="1206" y="389"/>
                    </a:lnTo>
                    <a:lnTo>
                      <a:pt x="1213" y="394"/>
                    </a:lnTo>
                    <a:lnTo>
                      <a:pt x="1221" y="400"/>
                    </a:lnTo>
                    <a:lnTo>
                      <a:pt x="1227" y="407"/>
                    </a:lnTo>
                    <a:lnTo>
                      <a:pt x="1233" y="415"/>
                    </a:lnTo>
                    <a:lnTo>
                      <a:pt x="1238" y="424"/>
                    </a:lnTo>
                    <a:lnTo>
                      <a:pt x="1243" y="433"/>
                    </a:lnTo>
                    <a:lnTo>
                      <a:pt x="1247" y="444"/>
                    </a:lnTo>
                    <a:lnTo>
                      <a:pt x="1251" y="457"/>
                    </a:lnTo>
                    <a:lnTo>
                      <a:pt x="1255" y="470"/>
                    </a:lnTo>
                    <a:lnTo>
                      <a:pt x="1259" y="485"/>
                    </a:lnTo>
                    <a:lnTo>
                      <a:pt x="1272" y="537"/>
                    </a:lnTo>
                    <a:lnTo>
                      <a:pt x="1283" y="579"/>
                    </a:lnTo>
                    <a:lnTo>
                      <a:pt x="1288" y="597"/>
                    </a:lnTo>
                    <a:lnTo>
                      <a:pt x="1292" y="611"/>
                    </a:lnTo>
                    <a:lnTo>
                      <a:pt x="1297" y="622"/>
                    </a:lnTo>
                    <a:lnTo>
                      <a:pt x="1301" y="631"/>
                    </a:lnTo>
                    <a:lnTo>
                      <a:pt x="1417" y="631"/>
                    </a:lnTo>
                    <a:lnTo>
                      <a:pt x="1413" y="619"/>
                    </a:lnTo>
                    <a:lnTo>
                      <a:pt x="1406" y="605"/>
                    </a:lnTo>
                    <a:lnTo>
                      <a:pt x="1401" y="585"/>
                    </a:lnTo>
                    <a:lnTo>
                      <a:pt x="1395" y="565"/>
                    </a:lnTo>
                    <a:lnTo>
                      <a:pt x="1389" y="540"/>
                    </a:lnTo>
                    <a:lnTo>
                      <a:pt x="1382" y="514"/>
                    </a:lnTo>
                    <a:lnTo>
                      <a:pt x="1376" y="487"/>
                    </a:lnTo>
                    <a:lnTo>
                      <a:pt x="1368" y="458"/>
                    </a:lnTo>
                    <a:lnTo>
                      <a:pt x="1362" y="436"/>
                    </a:lnTo>
                    <a:lnTo>
                      <a:pt x="1354" y="416"/>
                    </a:lnTo>
                    <a:lnTo>
                      <a:pt x="1346" y="398"/>
                    </a:lnTo>
                    <a:lnTo>
                      <a:pt x="1336" y="382"/>
                    </a:lnTo>
                    <a:lnTo>
                      <a:pt x="1330" y="374"/>
                    </a:lnTo>
                    <a:lnTo>
                      <a:pt x="1324" y="367"/>
                    </a:lnTo>
                    <a:lnTo>
                      <a:pt x="1318" y="361"/>
                    </a:lnTo>
                    <a:lnTo>
                      <a:pt x="1312" y="355"/>
                    </a:lnTo>
                    <a:lnTo>
                      <a:pt x="1305" y="350"/>
                    </a:lnTo>
                    <a:lnTo>
                      <a:pt x="1298" y="346"/>
                    </a:lnTo>
                    <a:lnTo>
                      <a:pt x="1290" y="342"/>
                    </a:lnTo>
                    <a:lnTo>
                      <a:pt x="1282" y="337"/>
                    </a:lnTo>
                    <a:lnTo>
                      <a:pt x="1282" y="335"/>
                    </a:lnTo>
                    <a:lnTo>
                      <a:pt x="1292" y="330"/>
                    </a:lnTo>
                    <a:lnTo>
                      <a:pt x="1304" y="326"/>
                    </a:lnTo>
                    <a:lnTo>
                      <a:pt x="1314" y="320"/>
                    </a:lnTo>
                    <a:lnTo>
                      <a:pt x="1324" y="314"/>
                    </a:lnTo>
                    <a:lnTo>
                      <a:pt x="1334" y="306"/>
                    </a:lnTo>
                    <a:lnTo>
                      <a:pt x="1343" y="298"/>
                    </a:lnTo>
                    <a:lnTo>
                      <a:pt x="1352" y="289"/>
                    </a:lnTo>
                    <a:lnTo>
                      <a:pt x="1360" y="280"/>
                    </a:lnTo>
                    <a:lnTo>
                      <a:pt x="1367" y="270"/>
                    </a:lnTo>
                    <a:lnTo>
                      <a:pt x="1374" y="258"/>
                    </a:lnTo>
                    <a:lnTo>
                      <a:pt x="1380" y="247"/>
                    </a:lnTo>
                    <a:lnTo>
                      <a:pt x="1385" y="235"/>
                    </a:lnTo>
                    <a:lnTo>
                      <a:pt x="1389" y="222"/>
                    </a:lnTo>
                    <a:lnTo>
                      <a:pt x="1392" y="209"/>
                    </a:lnTo>
                    <a:lnTo>
                      <a:pt x="1394" y="194"/>
                    </a:lnTo>
                    <a:lnTo>
                      <a:pt x="1394" y="180"/>
                    </a:lnTo>
                    <a:lnTo>
                      <a:pt x="1393" y="160"/>
                    </a:lnTo>
                    <a:lnTo>
                      <a:pt x="1391" y="142"/>
                    </a:lnTo>
                    <a:lnTo>
                      <a:pt x="1386" y="124"/>
                    </a:lnTo>
                    <a:lnTo>
                      <a:pt x="1381" y="108"/>
                    </a:lnTo>
                    <a:lnTo>
                      <a:pt x="1373" y="94"/>
                    </a:lnTo>
                    <a:lnTo>
                      <a:pt x="1363" y="79"/>
                    </a:lnTo>
                    <a:lnTo>
                      <a:pt x="1353" y="67"/>
                    </a:lnTo>
                    <a:lnTo>
                      <a:pt x="1341" y="56"/>
                    </a:lnTo>
                    <a:lnTo>
                      <a:pt x="1333" y="49"/>
                    </a:lnTo>
                    <a:lnTo>
                      <a:pt x="1324" y="43"/>
                    </a:lnTo>
                    <a:lnTo>
                      <a:pt x="1315" y="38"/>
                    </a:lnTo>
                    <a:lnTo>
                      <a:pt x="1306" y="33"/>
                    </a:lnTo>
                    <a:lnTo>
                      <a:pt x="1296" y="28"/>
                    </a:lnTo>
                    <a:lnTo>
                      <a:pt x="1285" y="24"/>
                    </a:lnTo>
                    <a:lnTo>
                      <a:pt x="1275" y="21"/>
                    </a:lnTo>
                    <a:lnTo>
                      <a:pt x="1263" y="17"/>
                    </a:lnTo>
                    <a:lnTo>
                      <a:pt x="1238" y="12"/>
                    </a:lnTo>
                    <a:lnTo>
                      <a:pt x="1211" y="8"/>
                    </a:lnTo>
                    <a:lnTo>
                      <a:pt x="1181" y="6"/>
                    </a:lnTo>
                    <a:lnTo>
                      <a:pt x="1150" y="5"/>
                    </a:lnTo>
                    <a:lnTo>
                      <a:pt x="1125" y="5"/>
                    </a:lnTo>
                    <a:lnTo>
                      <a:pt x="1101" y="6"/>
                    </a:lnTo>
                    <a:lnTo>
                      <a:pt x="1078" y="7"/>
                    </a:lnTo>
                    <a:lnTo>
                      <a:pt x="1055" y="9"/>
                    </a:lnTo>
                    <a:lnTo>
                      <a:pt x="1034" y="11"/>
                    </a:lnTo>
                    <a:lnTo>
                      <a:pt x="1014" y="13"/>
                    </a:lnTo>
                    <a:lnTo>
                      <a:pt x="995" y="15"/>
                    </a:lnTo>
                    <a:lnTo>
                      <a:pt x="978" y="19"/>
                    </a:lnTo>
                    <a:lnTo>
                      <a:pt x="978" y="631"/>
                    </a:lnTo>
                    <a:close/>
                    <a:moveTo>
                      <a:pt x="852" y="263"/>
                    </a:moveTo>
                    <a:lnTo>
                      <a:pt x="617" y="263"/>
                    </a:lnTo>
                    <a:lnTo>
                      <a:pt x="617" y="104"/>
                    </a:lnTo>
                    <a:lnTo>
                      <a:pt x="865" y="104"/>
                    </a:lnTo>
                    <a:lnTo>
                      <a:pt x="865" y="10"/>
                    </a:lnTo>
                    <a:lnTo>
                      <a:pt x="504" y="10"/>
                    </a:lnTo>
                    <a:lnTo>
                      <a:pt x="504" y="631"/>
                    </a:lnTo>
                    <a:lnTo>
                      <a:pt x="879" y="631"/>
                    </a:lnTo>
                    <a:lnTo>
                      <a:pt x="879" y="537"/>
                    </a:lnTo>
                    <a:lnTo>
                      <a:pt x="617" y="537"/>
                    </a:lnTo>
                    <a:lnTo>
                      <a:pt x="617" y="355"/>
                    </a:lnTo>
                    <a:lnTo>
                      <a:pt x="852" y="355"/>
                    </a:lnTo>
                    <a:lnTo>
                      <a:pt x="852" y="263"/>
                    </a:lnTo>
                    <a:close/>
                    <a:moveTo>
                      <a:pt x="0" y="601"/>
                    </a:moveTo>
                    <a:lnTo>
                      <a:pt x="14" y="609"/>
                    </a:lnTo>
                    <a:lnTo>
                      <a:pt x="32" y="616"/>
                    </a:lnTo>
                    <a:lnTo>
                      <a:pt x="50" y="622"/>
                    </a:lnTo>
                    <a:lnTo>
                      <a:pt x="72" y="629"/>
                    </a:lnTo>
                    <a:lnTo>
                      <a:pt x="94" y="634"/>
                    </a:lnTo>
                    <a:lnTo>
                      <a:pt x="118" y="637"/>
                    </a:lnTo>
                    <a:lnTo>
                      <a:pt x="143" y="640"/>
                    </a:lnTo>
                    <a:lnTo>
                      <a:pt x="167" y="641"/>
                    </a:lnTo>
                    <a:lnTo>
                      <a:pt x="196" y="640"/>
                    </a:lnTo>
                    <a:lnTo>
                      <a:pt x="224" y="637"/>
                    </a:lnTo>
                    <a:lnTo>
                      <a:pt x="236" y="635"/>
                    </a:lnTo>
                    <a:lnTo>
                      <a:pt x="248" y="632"/>
                    </a:lnTo>
                    <a:lnTo>
                      <a:pt x="261" y="629"/>
                    </a:lnTo>
                    <a:lnTo>
                      <a:pt x="272" y="625"/>
                    </a:lnTo>
                    <a:lnTo>
                      <a:pt x="282" y="621"/>
                    </a:lnTo>
                    <a:lnTo>
                      <a:pt x="293" y="617"/>
                    </a:lnTo>
                    <a:lnTo>
                      <a:pt x="303" y="613"/>
                    </a:lnTo>
                    <a:lnTo>
                      <a:pt x="312" y="608"/>
                    </a:lnTo>
                    <a:lnTo>
                      <a:pt x="321" y="603"/>
                    </a:lnTo>
                    <a:lnTo>
                      <a:pt x="330" y="597"/>
                    </a:lnTo>
                    <a:lnTo>
                      <a:pt x="338" y="591"/>
                    </a:lnTo>
                    <a:lnTo>
                      <a:pt x="345" y="584"/>
                    </a:lnTo>
                    <a:lnTo>
                      <a:pt x="352" y="578"/>
                    </a:lnTo>
                    <a:lnTo>
                      <a:pt x="358" y="571"/>
                    </a:lnTo>
                    <a:lnTo>
                      <a:pt x="365" y="564"/>
                    </a:lnTo>
                    <a:lnTo>
                      <a:pt x="371" y="557"/>
                    </a:lnTo>
                    <a:lnTo>
                      <a:pt x="380" y="541"/>
                    </a:lnTo>
                    <a:lnTo>
                      <a:pt x="388" y="526"/>
                    </a:lnTo>
                    <a:lnTo>
                      <a:pt x="394" y="508"/>
                    </a:lnTo>
                    <a:lnTo>
                      <a:pt x="400" y="491"/>
                    </a:lnTo>
                    <a:lnTo>
                      <a:pt x="402" y="472"/>
                    </a:lnTo>
                    <a:lnTo>
                      <a:pt x="403" y="454"/>
                    </a:lnTo>
                    <a:lnTo>
                      <a:pt x="402" y="437"/>
                    </a:lnTo>
                    <a:lnTo>
                      <a:pt x="401" y="422"/>
                    </a:lnTo>
                    <a:lnTo>
                      <a:pt x="397" y="407"/>
                    </a:lnTo>
                    <a:lnTo>
                      <a:pt x="393" y="393"/>
                    </a:lnTo>
                    <a:lnTo>
                      <a:pt x="387" y="380"/>
                    </a:lnTo>
                    <a:lnTo>
                      <a:pt x="381" y="367"/>
                    </a:lnTo>
                    <a:lnTo>
                      <a:pt x="373" y="355"/>
                    </a:lnTo>
                    <a:lnTo>
                      <a:pt x="364" y="344"/>
                    </a:lnTo>
                    <a:lnTo>
                      <a:pt x="353" y="332"/>
                    </a:lnTo>
                    <a:lnTo>
                      <a:pt x="341" y="322"/>
                    </a:lnTo>
                    <a:lnTo>
                      <a:pt x="328" y="313"/>
                    </a:lnTo>
                    <a:lnTo>
                      <a:pt x="313" y="303"/>
                    </a:lnTo>
                    <a:lnTo>
                      <a:pt x="298" y="294"/>
                    </a:lnTo>
                    <a:lnTo>
                      <a:pt x="281" y="286"/>
                    </a:lnTo>
                    <a:lnTo>
                      <a:pt x="263" y="278"/>
                    </a:lnTo>
                    <a:lnTo>
                      <a:pt x="243" y="270"/>
                    </a:lnTo>
                    <a:lnTo>
                      <a:pt x="215" y="258"/>
                    </a:lnTo>
                    <a:lnTo>
                      <a:pt x="190" y="247"/>
                    </a:lnTo>
                    <a:lnTo>
                      <a:pt x="179" y="242"/>
                    </a:lnTo>
                    <a:lnTo>
                      <a:pt x="169" y="236"/>
                    </a:lnTo>
                    <a:lnTo>
                      <a:pt x="161" y="230"/>
                    </a:lnTo>
                    <a:lnTo>
                      <a:pt x="153" y="224"/>
                    </a:lnTo>
                    <a:lnTo>
                      <a:pt x="146" y="219"/>
                    </a:lnTo>
                    <a:lnTo>
                      <a:pt x="141" y="213"/>
                    </a:lnTo>
                    <a:lnTo>
                      <a:pt x="135" y="206"/>
                    </a:lnTo>
                    <a:lnTo>
                      <a:pt x="131" y="200"/>
                    </a:lnTo>
                    <a:lnTo>
                      <a:pt x="128" y="192"/>
                    </a:lnTo>
                    <a:lnTo>
                      <a:pt x="126" y="184"/>
                    </a:lnTo>
                    <a:lnTo>
                      <a:pt x="125" y="177"/>
                    </a:lnTo>
                    <a:lnTo>
                      <a:pt x="125" y="168"/>
                    </a:lnTo>
                    <a:lnTo>
                      <a:pt x="125" y="162"/>
                    </a:lnTo>
                    <a:lnTo>
                      <a:pt x="126" y="154"/>
                    </a:lnTo>
                    <a:lnTo>
                      <a:pt x="128" y="147"/>
                    </a:lnTo>
                    <a:lnTo>
                      <a:pt x="130" y="141"/>
                    </a:lnTo>
                    <a:lnTo>
                      <a:pt x="134" y="135"/>
                    </a:lnTo>
                    <a:lnTo>
                      <a:pt x="139" y="129"/>
                    </a:lnTo>
                    <a:lnTo>
                      <a:pt x="143" y="122"/>
                    </a:lnTo>
                    <a:lnTo>
                      <a:pt x="149" y="117"/>
                    </a:lnTo>
                    <a:lnTo>
                      <a:pt x="156" y="112"/>
                    </a:lnTo>
                    <a:lnTo>
                      <a:pt x="163" y="107"/>
                    </a:lnTo>
                    <a:lnTo>
                      <a:pt x="171" y="103"/>
                    </a:lnTo>
                    <a:lnTo>
                      <a:pt x="181" y="100"/>
                    </a:lnTo>
                    <a:lnTo>
                      <a:pt x="191" y="97"/>
                    </a:lnTo>
                    <a:lnTo>
                      <a:pt x="202" y="95"/>
                    </a:lnTo>
                    <a:lnTo>
                      <a:pt x="215" y="94"/>
                    </a:lnTo>
                    <a:lnTo>
                      <a:pt x="227" y="94"/>
                    </a:lnTo>
                    <a:lnTo>
                      <a:pt x="248" y="94"/>
                    </a:lnTo>
                    <a:lnTo>
                      <a:pt x="268" y="96"/>
                    </a:lnTo>
                    <a:lnTo>
                      <a:pt x="285" y="100"/>
                    </a:lnTo>
                    <a:lnTo>
                      <a:pt x="302" y="104"/>
                    </a:lnTo>
                    <a:lnTo>
                      <a:pt x="317" y="108"/>
                    </a:lnTo>
                    <a:lnTo>
                      <a:pt x="331" y="113"/>
                    </a:lnTo>
                    <a:lnTo>
                      <a:pt x="342" y="118"/>
                    </a:lnTo>
                    <a:lnTo>
                      <a:pt x="351" y="122"/>
                    </a:lnTo>
                    <a:lnTo>
                      <a:pt x="378" y="31"/>
                    </a:lnTo>
                    <a:lnTo>
                      <a:pt x="366" y="25"/>
                    </a:lnTo>
                    <a:lnTo>
                      <a:pt x="350" y="20"/>
                    </a:lnTo>
                    <a:lnTo>
                      <a:pt x="335" y="14"/>
                    </a:lnTo>
                    <a:lnTo>
                      <a:pt x="316" y="9"/>
                    </a:lnTo>
                    <a:lnTo>
                      <a:pt x="298" y="6"/>
                    </a:lnTo>
                    <a:lnTo>
                      <a:pt x="276" y="3"/>
                    </a:lnTo>
                    <a:lnTo>
                      <a:pt x="254" y="1"/>
                    </a:lnTo>
                    <a:lnTo>
                      <a:pt x="229" y="0"/>
                    </a:lnTo>
                    <a:lnTo>
                      <a:pt x="204" y="1"/>
                    </a:lnTo>
                    <a:lnTo>
                      <a:pt x="182" y="4"/>
                    </a:lnTo>
                    <a:lnTo>
                      <a:pt x="159" y="8"/>
                    </a:lnTo>
                    <a:lnTo>
                      <a:pt x="139" y="14"/>
                    </a:lnTo>
                    <a:lnTo>
                      <a:pt x="119" y="22"/>
                    </a:lnTo>
                    <a:lnTo>
                      <a:pt x="101" y="30"/>
                    </a:lnTo>
                    <a:lnTo>
                      <a:pt x="84" y="40"/>
                    </a:lnTo>
                    <a:lnTo>
                      <a:pt x="70" y="51"/>
                    </a:lnTo>
                    <a:lnTo>
                      <a:pt x="56" y="64"/>
                    </a:lnTo>
                    <a:lnTo>
                      <a:pt x="44" y="77"/>
                    </a:lnTo>
                    <a:lnTo>
                      <a:pt x="34" y="93"/>
                    </a:lnTo>
                    <a:lnTo>
                      <a:pt x="26" y="108"/>
                    </a:lnTo>
                    <a:lnTo>
                      <a:pt x="18" y="124"/>
                    </a:lnTo>
                    <a:lnTo>
                      <a:pt x="14" y="142"/>
                    </a:lnTo>
                    <a:lnTo>
                      <a:pt x="11" y="159"/>
                    </a:lnTo>
                    <a:lnTo>
                      <a:pt x="10" y="179"/>
                    </a:lnTo>
                    <a:lnTo>
                      <a:pt x="11" y="194"/>
                    </a:lnTo>
                    <a:lnTo>
                      <a:pt x="13" y="211"/>
                    </a:lnTo>
                    <a:lnTo>
                      <a:pt x="16" y="225"/>
                    </a:lnTo>
                    <a:lnTo>
                      <a:pt x="21" y="240"/>
                    </a:lnTo>
                    <a:lnTo>
                      <a:pt x="29" y="253"/>
                    </a:lnTo>
                    <a:lnTo>
                      <a:pt x="36" y="265"/>
                    </a:lnTo>
                    <a:lnTo>
                      <a:pt x="45" y="277"/>
                    </a:lnTo>
                    <a:lnTo>
                      <a:pt x="55" y="288"/>
                    </a:lnTo>
                    <a:lnTo>
                      <a:pt x="67" y="299"/>
                    </a:lnTo>
                    <a:lnTo>
                      <a:pt x="80" y="310"/>
                    </a:lnTo>
                    <a:lnTo>
                      <a:pt x="93" y="319"/>
                    </a:lnTo>
                    <a:lnTo>
                      <a:pt x="109" y="328"/>
                    </a:lnTo>
                    <a:lnTo>
                      <a:pt x="124" y="336"/>
                    </a:lnTo>
                    <a:lnTo>
                      <a:pt x="142" y="345"/>
                    </a:lnTo>
                    <a:lnTo>
                      <a:pt x="159" y="352"/>
                    </a:lnTo>
                    <a:lnTo>
                      <a:pt x="178" y="359"/>
                    </a:lnTo>
                    <a:lnTo>
                      <a:pt x="205" y="369"/>
                    </a:lnTo>
                    <a:lnTo>
                      <a:pt x="228" y="381"/>
                    </a:lnTo>
                    <a:lnTo>
                      <a:pt x="238" y="386"/>
                    </a:lnTo>
                    <a:lnTo>
                      <a:pt x="247" y="392"/>
                    </a:lnTo>
                    <a:lnTo>
                      <a:pt x="255" y="397"/>
                    </a:lnTo>
                    <a:lnTo>
                      <a:pt x="262" y="403"/>
                    </a:lnTo>
                    <a:lnTo>
                      <a:pt x="268" y="409"/>
                    </a:lnTo>
                    <a:lnTo>
                      <a:pt x="273" y="417"/>
                    </a:lnTo>
                    <a:lnTo>
                      <a:pt x="278" y="423"/>
                    </a:lnTo>
                    <a:lnTo>
                      <a:pt x="281" y="430"/>
                    </a:lnTo>
                    <a:lnTo>
                      <a:pt x="284" y="437"/>
                    </a:lnTo>
                    <a:lnTo>
                      <a:pt x="287" y="445"/>
                    </a:lnTo>
                    <a:lnTo>
                      <a:pt x="288" y="454"/>
                    </a:lnTo>
                    <a:lnTo>
                      <a:pt x="288" y="462"/>
                    </a:lnTo>
                    <a:lnTo>
                      <a:pt x="288" y="471"/>
                    </a:lnTo>
                    <a:lnTo>
                      <a:pt x="285" y="480"/>
                    </a:lnTo>
                    <a:lnTo>
                      <a:pt x="283" y="489"/>
                    </a:lnTo>
                    <a:lnTo>
                      <a:pt x="280" y="497"/>
                    </a:lnTo>
                    <a:lnTo>
                      <a:pt x="276" y="504"/>
                    </a:lnTo>
                    <a:lnTo>
                      <a:pt x="271" y="511"/>
                    </a:lnTo>
                    <a:lnTo>
                      <a:pt x="265" y="517"/>
                    </a:lnTo>
                    <a:lnTo>
                      <a:pt x="259" y="524"/>
                    </a:lnTo>
                    <a:lnTo>
                      <a:pt x="251" y="529"/>
                    </a:lnTo>
                    <a:lnTo>
                      <a:pt x="242" y="533"/>
                    </a:lnTo>
                    <a:lnTo>
                      <a:pt x="233" y="537"/>
                    </a:lnTo>
                    <a:lnTo>
                      <a:pt x="223" y="540"/>
                    </a:lnTo>
                    <a:lnTo>
                      <a:pt x="213" y="543"/>
                    </a:lnTo>
                    <a:lnTo>
                      <a:pt x="200" y="545"/>
                    </a:lnTo>
                    <a:lnTo>
                      <a:pt x="188" y="546"/>
                    </a:lnTo>
                    <a:lnTo>
                      <a:pt x="175" y="546"/>
                    </a:lnTo>
                    <a:lnTo>
                      <a:pt x="154" y="546"/>
                    </a:lnTo>
                    <a:lnTo>
                      <a:pt x="132" y="543"/>
                    </a:lnTo>
                    <a:lnTo>
                      <a:pt x="112" y="540"/>
                    </a:lnTo>
                    <a:lnTo>
                      <a:pt x="92" y="535"/>
                    </a:lnTo>
                    <a:lnTo>
                      <a:pt x="74" y="529"/>
                    </a:lnTo>
                    <a:lnTo>
                      <a:pt x="56" y="523"/>
                    </a:lnTo>
                    <a:lnTo>
                      <a:pt x="40" y="514"/>
                    </a:lnTo>
                    <a:lnTo>
                      <a:pt x="26" y="507"/>
                    </a:lnTo>
                    <a:lnTo>
                      <a:pt x="0" y="601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solidFill>
                    <a:schemeClr val="bg1"/>
                  </a:solidFill>
                  <a:latin typeface="Myriad Pro"/>
                </a:endParaRPr>
              </a:p>
            </p:txBody>
          </p:sp>
          <p:sp>
            <p:nvSpPr>
              <p:cNvPr id="178" name="Freeform 177"/>
              <p:cNvSpPr>
                <a:spLocks noEditPoints="1"/>
              </p:cNvSpPr>
              <p:nvPr userDrawn="1"/>
            </p:nvSpPr>
            <p:spPr bwMode="auto">
              <a:xfrm>
                <a:off x="1323430" y="339059"/>
                <a:ext cx="838843" cy="90467"/>
              </a:xfrm>
              <a:custGeom>
                <a:avLst/>
                <a:gdLst/>
                <a:ahLst/>
                <a:cxnLst>
                  <a:cxn ang="0">
                    <a:pos x="5506" y="10"/>
                  </a:cxn>
                  <a:cxn ang="0">
                    <a:pos x="5169" y="544"/>
                  </a:cxn>
                  <a:cxn ang="0">
                    <a:pos x="5029" y="477"/>
                  </a:cxn>
                  <a:cxn ang="0">
                    <a:pos x="4982" y="270"/>
                  </a:cxn>
                  <a:cxn ang="0">
                    <a:pos x="5063" y="133"/>
                  </a:cxn>
                  <a:cxn ang="0">
                    <a:pos x="5293" y="109"/>
                  </a:cxn>
                  <a:cxn ang="0">
                    <a:pos x="5122" y="6"/>
                  </a:cxn>
                  <a:cxn ang="0">
                    <a:pos x="4924" y="122"/>
                  </a:cxn>
                  <a:cxn ang="0">
                    <a:pos x="4861" y="362"/>
                  </a:cxn>
                  <a:cxn ang="0">
                    <a:pos x="4955" y="565"/>
                  </a:cxn>
                  <a:cxn ang="0">
                    <a:pos x="5175" y="641"/>
                  </a:cxn>
                  <a:cxn ang="0">
                    <a:pos x="4373" y="269"/>
                  </a:cxn>
                  <a:cxn ang="0">
                    <a:pos x="4761" y="631"/>
                  </a:cxn>
                  <a:cxn ang="0">
                    <a:pos x="4630" y="407"/>
                  </a:cxn>
                  <a:cxn ang="0">
                    <a:pos x="3905" y="100"/>
                  </a:cxn>
                  <a:cxn ang="0">
                    <a:pos x="3809" y="456"/>
                  </a:cxn>
                  <a:cxn ang="0">
                    <a:pos x="3020" y="10"/>
                  </a:cxn>
                  <a:cxn ang="0">
                    <a:pos x="2324" y="528"/>
                  </a:cxn>
                  <a:cxn ang="0">
                    <a:pos x="2455" y="633"/>
                  </a:cxn>
                  <a:cxn ang="0">
                    <a:pos x="2663" y="610"/>
                  </a:cxn>
                  <a:cxn ang="0">
                    <a:pos x="2767" y="461"/>
                  </a:cxn>
                  <a:cxn ang="0">
                    <a:pos x="2644" y="481"/>
                  </a:cxn>
                  <a:cxn ang="0">
                    <a:pos x="2470" y="533"/>
                  </a:cxn>
                  <a:cxn ang="0">
                    <a:pos x="1803" y="609"/>
                  </a:cxn>
                  <a:cxn ang="0">
                    <a:pos x="2082" y="617"/>
                  </a:cxn>
                  <a:cxn ang="0">
                    <a:pos x="2191" y="472"/>
                  </a:cxn>
                  <a:cxn ang="0">
                    <a:pos x="2070" y="286"/>
                  </a:cxn>
                  <a:cxn ang="0">
                    <a:pos x="1914" y="177"/>
                  </a:cxn>
                  <a:cxn ang="0">
                    <a:pos x="1991" y="95"/>
                  </a:cxn>
                  <a:cxn ang="0">
                    <a:pos x="2106" y="9"/>
                  </a:cxn>
                  <a:cxn ang="0">
                    <a:pos x="1823" y="93"/>
                  </a:cxn>
                  <a:cxn ang="0">
                    <a:pos x="1869" y="310"/>
                  </a:cxn>
                  <a:cxn ang="0">
                    <a:pos x="2067" y="423"/>
                  </a:cxn>
                  <a:cxn ang="0">
                    <a:pos x="2031" y="533"/>
                  </a:cxn>
                  <a:cxn ang="0">
                    <a:pos x="1789" y="601"/>
                  </a:cxn>
                  <a:cxn ang="0">
                    <a:pos x="1348" y="251"/>
                  </a:cxn>
                  <a:cxn ang="0">
                    <a:pos x="1587" y="422"/>
                  </a:cxn>
                  <a:cxn ang="0">
                    <a:pos x="1300" y="631"/>
                  </a:cxn>
                  <a:cxn ang="0">
                    <a:pos x="679" y="482"/>
                  </a:cxn>
                  <a:cxn ang="0">
                    <a:pos x="668" y="177"/>
                  </a:cxn>
                  <a:cxn ang="0">
                    <a:pos x="807" y="91"/>
                  </a:cxn>
                  <a:cxn ang="0">
                    <a:pos x="944" y="177"/>
                  </a:cxn>
                  <a:cxn ang="0">
                    <a:pos x="933" y="482"/>
                  </a:cxn>
                  <a:cxn ang="0">
                    <a:pos x="804" y="550"/>
                  </a:cxn>
                  <a:cxn ang="0">
                    <a:pos x="993" y="575"/>
                  </a:cxn>
                  <a:cxn ang="0">
                    <a:pos x="1094" y="370"/>
                  </a:cxn>
                  <a:cxn ang="0">
                    <a:pos x="1054" y="137"/>
                  </a:cxn>
                  <a:cxn ang="0">
                    <a:pos x="890" y="9"/>
                  </a:cxn>
                  <a:cxn ang="0">
                    <a:pos x="665" y="37"/>
                  </a:cxn>
                  <a:cxn ang="0">
                    <a:pos x="531" y="209"/>
                  </a:cxn>
                  <a:cxn ang="0">
                    <a:pos x="535" y="452"/>
                  </a:cxn>
                  <a:cxn ang="0">
                    <a:pos x="670" y="611"/>
                  </a:cxn>
                  <a:cxn ang="0">
                    <a:pos x="403" y="539"/>
                  </a:cxn>
                  <a:cxn ang="0">
                    <a:pos x="216" y="516"/>
                  </a:cxn>
                  <a:cxn ang="0">
                    <a:pos x="123" y="371"/>
                  </a:cxn>
                  <a:cxn ang="0">
                    <a:pos x="160" y="176"/>
                  </a:cxn>
                  <a:cxn ang="0">
                    <a:pos x="337" y="94"/>
                  </a:cxn>
                  <a:cxn ang="0">
                    <a:pos x="383" y="3"/>
                  </a:cxn>
                  <a:cxn ang="0">
                    <a:pos x="130" y="59"/>
                  </a:cxn>
                  <a:cxn ang="0">
                    <a:pos x="6" y="255"/>
                  </a:cxn>
                  <a:cxn ang="0">
                    <a:pos x="41" y="497"/>
                  </a:cxn>
                  <a:cxn ang="0">
                    <a:pos x="215" y="628"/>
                  </a:cxn>
                  <a:cxn ang="0">
                    <a:pos x="458" y="523"/>
                  </a:cxn>
                </a:cxnLst>
                <a:rect l="0" t="0" r="r" b="b"/>
                <a:pathLst>
                  <a:path w="5893" h="641">
                    <a:moveTo>
                      <a:pt x="5686" y="631"/>
                    </a:moveTo>
                    <a:lnTo>
                      <a:pt x="5686" y="369"/>
                    </a:lnTo>
                    <a:lnTo>
                      <a:pt x="5893" y="10"/>
                    </a:lnTo>
                    <a:lnTo>
                      <a:pt x="5764" y="10"/>
                    </a:lnTo>
                    <a:lnTo>
                      <a:pt x="5690" y="169"/>
                    </a:lnTo>
                    <a:lnTo>
                      <a:pt x="5675" y="202"/>
                    </a:lnTo>
                    <a:lnTo>
                      <a:pt x="5661" y="232"/>
                    </a:lnTo>
                    <a:lnTo>
                      <a:pt x="5648" y="262"/>
                    </a:lnTo>
                    <a:lnTo>
                      <a:pt x="5636" y="292"/>
                    </a:lnTo>
                    <a:lnTo>
                      <a:pt x="5635" y="292"/>
                    </a:lnTo>
                    <a:lnTo>
                      <a:pt x="5621" y="261"/>
                    </a:lnTo>
                    <a:lnTo>
                      <a:pt x="5609" y="232"/>
                    </a:lnTo>
                    <a:lnTo>
                      <a:pt x="5596" y="202"/>
                    </a:lnTo>
                    <a:lnTo>
                      <a:pt x="5580" y="170"/>
                    </a:lnTo>
                    <a:lnTo>
                      <a:pt x="5506" y="10"/>
                    </a:lnTo>
                    <a:lnTo>
                      <a:pt x="5377" y="10"/>
                    </a:lnTo>
                    <a:lnTo>
                      <a:pt x="5573" y="372"/>
                    </a:lnTo>
                    <a:lnTo>
                      <a:pt x="5573" y="631"/>
                    </a:lnTo>
                    <a:lnTo>
                      <a:pt x="5686" y="631"/>
                    </a:lnTo>
                    <a:close/>
                    <a:moveTo>
                      <a:pt x="5318" y="523"/>
                    </a:moveTo>
                    <a:lnTo>
                      <a:pt x="5306" y="528"/>
                    </a:lnTo>
                    <a:lnTo>
                      <a:pt x="5293" y="532"/>
                    </a:lnTo>
                    <a:lnTo>
                      <a:pt x="5277" y="536"/>
                    </a:lnTo>
                    <a:lnTo>
                      <a:pt x="5262" y="539"/>
                    </a:lnTo>
                    <a:lnTo>
                      <a:pt x="5245" y="542"/>
                    </a:lnTo>
                    <a:lnTo>
                      <a:pt x="5229" y="544"/>
                    </a:lnTo>
                    <a:lnTo>
                      <a:pt x="5211" y="545"/>
                    </a:lnTo>
                    <a:lnTo>
                      <a:pt x="5194" y="545"/>
                    </a:lnTo>
                    <a:lnTo>
                      <a:pt x="5182" y="545"/>
                    </a:lnTo>
                    <a:lnTo>
                      <a:pt x="5169" y="544"/>
                    </a:lnTo>
                    <a:lnTo>
                      <a:pt x="5157" y="543"/>
                    </a:lnTo>
                    <a:lnTo>
                      <a:pt x="5146" y="541"/>
                    </a:lnTo>
                    <a:lnTo>
                      <a:pt x="5134" y="539"/>
                    </a:lnTo>
                    <a:lnTo>
                      <a:pt x="5124" y="537"/>
                    </a:lnTo>
                    <a:lnTo>
                      <a:pt x="5113" y="534"/>
                    </a:lnTo>
                    <a:lnTo>
                      <a:pt x="5104" y="530"/>
                    </a:lnTo>
                    <a:lnTo>
                      <a:pt x="5093" y="526"/>
                    </a:lnTo>
                    <a:lnTo>
                      <a:pt x="5084" y="522"/>
                    </a:lnTo>
                    <a:lnTo>
                      <a:pt x="5075" y="516"/>
                    </a:lnTo>
                    <a:lnTo>
                      <a:pt x="5067" y="511"/>
                    </a:lnTo>
                    <a:lnTo>
                      <a:pt x="5057" y="505"/>
                    </a:lnTo>
                    <a:lnTo>
                      <a:pt x="5050" y="499"/>
                    </a:lnTo>
                    <a:lnTo>
                      <a:pt x="5042" y="492"/>
                    </a:lnTo>
                    <a:lnTo>
                      <a:pt x="5036" y="486"/>
                    </a:lnTo>
                    <a:lnTo>
                      <a:pt x="5029" y="477"/>
                    </a:lnTo>
                    <a:lnTo>
                      <a:pt x="5022" y="470"/>
                    </a:lnTo>
                    <a:lnTo>
                      <a:pt x="5016" y="462"/>
                    </a:lnTo>
                    <a:lnTo>
                      <a:pt x="5011" y="453"/>
                    </a:lnTo>
                    <a:lnTo>
                      <a:pt x="5006" y="443"/>
                    </a:lnTo>
                    <a:lnTo>
                      <a:pt x="5001" y="434"/>
                    </a:lnTo>
                    <a:lnTo>
                      <a:pt x="4997" y="425"/>
                    </a:lnTo>
                    <a:lnTo>
                      <a:pt x="4993" y="415"/>
                    </a:lnTo>
                    <a:lnTo>
                      <a:pt x="4986" y="393"/>
                    </a:lnTo>
                    <a:lnTo>
                      <a:pt x="4982" y="371"/>
                    </a:lnTo>
                    <a:lnTo>
                      <a:pt x="4979" y="347"/>
                    </a:lnTo>
                    <a:lnTo>
                      <a:pt x="4978" y="322"/>
                    </a:lnTo>
                    <a:lnTo>
                      <a:pt x="4979" y="309"/>
                    </a:lnTo>
                    <a:lnTo>
                      <a:pt x="4979" y="295"/>
                    </a:lnTo>
                    <a:lnTo>
                      <a:pt x="4981" y="282"/>
                    </a:lnTo>
                    <a:lnTo>
                      <a:pt x="4982" y="270"/>
                    </a:lnTo>
                    <a:lnTo>
                      <a:pt x="4985" y="257"/>
                    </a:lnTo>
                    <a:lnTo>
                      <a:pt x="4987" y="246"/>
                    </a:lnTo>
                    <a:lnTo>
                      <a:pt x="4991" y="235"/>
                    </a:lnTo>
                    <a:lnTo>
                      <a:pt x="4995" y="223"/>
                    </a:lnTo>
                    <a:lnTo>
                      <a:pt x="4999" y="213"/>
                    </a:lnTo>
                    <a:lnTo>
                      <a:pt x="5004" y="203"/>
                    </a:lnTo>
                    <a:lnTo>
                      <a:pt x="5008" y="193"/>
                    </a:lnTo>
                    <a:lnTo>
                      <a:pt x="5014" y="184"/>
                    </a:lnTo>
                    <a:lnTo>
                      <a:pt x="5019" y="176"/>
                    </a:lnTo>
                    <a:lnTo>
                      <a:pt x="5026" y="168"/>
                    </a:lnTo>
                    <a:lnTo>
                      <a:pt x="5033" y="159"/>
                    </a:lnTo>
                    <a:lnTo>
                      <a:pt x="5040" y="152"/>
                    </a:lnTo>
                    <a:lnTo>
                      <a:pt x="5047" y="145"/>
                    </a:lnTo>
                    <a:lnTo>
                      <a:pt x="5055" y="139"/>
                    </a:lnTo>
                    <a:lnTo>
                      <a:pt x="5063" y="133"/>
                    </a:lnTo>
                    <a:lnTo>
                      <a:pt x="5072" y="127"/>
                    </a:lnTo>
                    <a:lnTo>
                      <a:pt x="5080" y="121"/>
                    </a:lnTo>
                    <a:lnTo>
                      <a:pt x="5089" y="117"/>
                    </a:lnTo>
                    <a:lnTo>
                      <a:pt x="5098" y="112"/>
                    </a:lnTo>
                    <a:lnTo>
                      <a:pt x="5109" y="109"/>
                    </a:lnTo>
                    <a:lnTo>
                      <a:pt x="5129" y="102"/>
                    </a:lnTo>
                    <a:lnTo>
                      <a:pt x="5150" y="98"/>
                    </a:lnTo>
                    <a:lnTo>
                      <a:pt x="5172" y="95"/>
                    </a:lnTo>
                    <a:lnTo>
                      <a:pt x="5196" y="94"/>
                    </a:lnTo>
                    <a:lnTo>
                      <a:pt x="5215" y="95"/>
                    </a:lnTo>
                    <a:lnTo>
                      <a:pt x="5232" y="96"/>
                    </a:lnTo>
                    <a:lnTo>
                      <a:pt x="5248" y="98"/>
                    </a:lnTo>
                    <a:lnTo>
                      <a:pt x="5264" y="101"/>
                    </a:lnTo>
                    <a:lnTo>
                      <a:pt x="5279" y="105"/>
                    </a:lnTo>
                    <a:lnTo>
                      <a:pt x="5293" y="109"/>
                    </a:lnTo>
                    <a:lnTo>
                      <a:pt x="5305" y="113"/>
                    </a:lnTo>
                    <a:lnTo>
                      <a:pt x="5316" y="118"/>
                    </a:lnTo>
                    <a:lnTo>
                      <a:pt x="5341" y="28"/>
                    </a:lnTo>
                    <a:lnTo>
                      <a:pt x="5332" y="24"/>
                    </a:lnTo>
                    <a:lnTo>
                      <a:pt x="5318" y="19"/>
                    </a:lnTo>
                    <a:lnTo>
                      <a:pt x="5303" y="13"/>
                    </a:lnTo>
                    <a:lnTo>
                      <a:pt x="5285" y="9"/>
                    </a:lnTo>
                    <a:lnTo>
                      <a:pt x="5265" y="6"/>
                    </a:lnTo>
                    <a:lnTo>
                      <a:pt x="5242" y="3"/>
                    </a:lnTo>
                    <a:lnTo>
                      <a:pt x="5218" y="1"/>
                    </a:lnTo>
                    <a:lnTo>
                      <a:pt x="5191" y="0"/>
                    </a:lnTo>
                    <a:lnTo>
                      <a:pt x="5173" y="1"/>
                    </a:lnTo>
                    <a:lnTo>
                      <a:pt x="5156" y="2"/>
                    </a:lnTo>
                    <a:lnTo>
                      <a:pt x="5139" y="4"/>
                    </a:lnTo>
                    <a:lnTo>
                      <a:pt x="5122" y="6"/>
                    </a:lnTo>
                    <a:lnTo>
                      <a:pt x="5106" y="9"/>
                    </a:lnTo>
                    <a:lnTo>
                      <a:pt x="5090" y="13"/>
                    </a:lnTo>
                    <a:lnTo>
                      <a:pt x="5075" y="17"/>
                    </a:lnTo>
                    <a:lnTo>
                      <a:pt x="5059" y="23"/>
                    </a:lnTo>
                    <a:lnTo>
                      <a:pt x="5045" y="29"/>
                    </a:lnTo>
                    <a:lnTo>
                      <a:pt x="5031" y="35"/>
                    </a:lnTo>
                    <a:lnTo>
                      <a:pt x="5016" y="42"/>
                    </a:lnTo>
                    <a:lnTo>
                      <a:pt x="5003" y="50"/>
                    </a:lnTo>
                    <a:lnTo>
                      <a:pt x="4989" y="59"/>
                    </a:lnTo>
                    <a:lnTo>
                      <a:pt x="4977" y="68"/>
                    </a:lnTo>
                    <a:lnTo>
                      <a:pt x="4966" y="77"/>
                    </a:lnTo>
                    <a:lnTo>
                      <a:pt x="4955" y="87"/>
                    </a:lnTo>
                    <a:lnTo>
                      <a:pt x="4943" y="99"/>
                    </a:lnTo>
                    <a:lnTo>
                      <a:pt x="4933" y="110"/>
                    </a:lnTo>
                    <a:lnTo>
                      <a:pt x="4924" y="122"/>
                    </a:lnTo>
                    <a:lnTo>
                      <a:pt x="4914" y="135"/>
                    </a:lnTo>
                    <a:lnTo>
                      <a:pt x="4906" y="148"/>
                    </a:lnTo>
                    <a:lnTo>
                      <a:pt x="4898" y="162"/>
                    </a:lnTo>
                    <a:lnTo>
                      <a:pt x="4891" y="176"/>
                    </a:lnTo>
                    <a:lnTo>
                      <a:pt x="4885" y="190"/>
                    </a:lnTo>
                    <a:lnTo>
                      <a:pt x="4879" y="206"/>
                    </a:lnTo>
                    <a:lnTo>
                      <a:pt x="4873" y="222"/>
                    </a:lnTo>
                    <a:lnTo>
                      <a:pt x="4869" y="239"/>
                    </a:lnTo>
                    <a:lnTo>
                      <a:pt x="4866" y="255"/>
                    </a:lnTo>
                    <a:lnTo>
                      <a:pt x="4863" y="273"/>
                    </a:lnTo>
                    <a:lnTo>
                      <a:pt x="4861" y="290"/>
                    </a:lnTo>
                    <a:lnTo>
                      <a:pt x="4860" y="309"/>
                    </a:lnTo>
                    <a:lnTo>
                      <a:pt x="4859" y="328"/>
                    </a:lnTo>
                    <a:lnTo>
                      <a:pt x="4860" y="346"/>
                    </a:lnTo>
                    <a:lnTo>
                      <a:pt x="4861" y="362"/>
                    </a:lnTo>
                    <a:lnTo>
                      <a:pt x="4862" y="380"/>
                    </a:lnTo>
                    <a:lnTo>
                      <a:pt x="4865" y="395"/>
                    </a:lnTo>
                    <a:lnTo>
                      <a:pt x="4868" y="412"/>
                    </a:lnTo>
                    <a:lnTo>
                      <a:pt x="4871" y="427"/>
                    </a:lnTo>
                    <a:lnTo>
                      <a:pt x="4876" y="441"/>
                    </a:lnTo>
                    <a:lnTo>
                      <a:pt x="4881" y="457"/>
                    </a:lnTo>
                    <a:lnTo>
                      <a:pt x="4887" y="470"/>
                    </a:lnTo>
                    <a:lnTo>
                      <a:pt x="4893" y="484"/>
                    </a:lnTo>
                    <a:lnTo>
                      <a:pt x="4900" y="497"/>
                    </a:lnTo>
                    <a:lnTo>
                      <a:pt x="4907" y="509"/>
                    </a:lnTo>
                    <a:lnTo>
                      <a:pt x="4915" y="522"/>
                    </a:lnTo>
                    <a:lnTo>
                      <a:pt x="4925" y="534"/>
                    </a:lnTo>
                    <a:lnTo>
                      <a:pt x="4934" y="544"/>
                    </a:lnTo>
                    <a:lnTo>
                      <a:pt x="4943" y="555"/>
                    </a:lnTo>
                    <a:lnTo>
                      <a:pt x="4955" y="565"/>
                    </a:lnTo>
                    <a:lnTo>
                      <a:pt x="4965" y="574"/>
                    </a:lnTo>
                    <a:lnTo>
                      <a:pt x="4977" y="583"/>
                    </a:lnTo>
                    <a:lnTo>
                      <a:pt x="4989" y="592"/>
                    </a:lnTo>
                    <a:lnTo>
                      <a:pt x="5002" y="599"/>
                    </a:lnTo>
                    <a:lnTo>
                      <a:pt x="5015" y="606"/>
                    </a:lnTo>
                    <a:lnTo>
                      <a:pt x="5029" y="612"/>
                    </a:lnTo>
                    <a:lnTo>
                      <a:pt x="5043" y="618"/>
                    </a:lnTo>
                    <a:lnTo>
                      <a:pt x="5058" y="623"/>
                    </a:lnTo>
                    <a:lnTo>
                      <a:pt x="5074" y="628"/>
                    </a:lnTo>
                    <a:lnTo>
                      <a:pt x="5089" y="632"/>
                    </a:lnTo>
                    <a:lnTo>
                      <a:pt x="5106" y="635"/>
                    </a:lnTo>
                    <a:lnTo>
                      <a:pt x="5122" y="637"/>
                    </a:lnTo>
                    <a:lnTo>
                      <a:pt x="5139" y="639"/>
                    </a:lnTo>
                    <a:lnTo>
                      <a:pt x="5158" y="640"/>
                    </a:lnTo>
                    <a:lnTo>
                      <a:pt x="5175" y="641"/>
                    </a:lnTo>
                    <a:lnTo>
                      <a:pt x="5203" y="640"/>
                    </a:lnTo>
                    <a:lnTo>
                      <a:pt x="5229" y="638"/>
                    </a:lnTo>
                    <a:lnTo>
                      <a:pt x="5253" y="635"/>
                    </a:lnTo>
                    <a:lnTo>
                      <a:pt x="5274" y="632"/>
                    </a:lnTo>
                    <a:lnTo>
                      <a:pt x="5294" y="628"/>
                    </a:lnTo>
                    <a:lnTo>
                      <a:pt x="5310" y="622"/>
                    </a:lnTo>
                    <a:lnTo>
                      <a:pt x="5324" y="617"/>
                    </a:lnTo>
                    <a:lnTo>
                      <a:pt x="5337" y="612"/>
                    </a:lnTo>
                    <a:lnTo>
                      <a:pt x="5318" y="523"/>
                    </a:lnTo>
                    <a:close/>
                    <a:moveTo>
                      <a:pt x="4374" y="631"/>
                    </a:moveTo>
                    <a:lnTo>
                      <a:pt x="4374" y="408"/>
                    </a:lnTo>
                    <a:lnTo>
                      <a:pt x="4374" y="371"/>
                    </a:lnTo>
                    <a:lnTo>
                      <a:pt x="4374" y="335"/>
                    </a:lnTo>
                    <a:lnTo>
                      <a:pt x="4374" y="301"/>
                    </a:lnTo>
                    <a:lnTo>
                      <a:pt x="4373" y="269"/>
                    </a:lnTo>
                    <a:lnTo>
                      <a:pt x="4372" y="237"/>
                    </a:lnTo>
                    <a:lnTo>
                      <a:pt x="4371" y="205"/>
                    </a:lnTo>
                    <a:lnTo>
                      <a:pt x="4370" y="175"/>
                    </a:lnTo>
                    <a:lnTo>
                      <a:pt x="4369" y="144"/>
                    </a:lnTo>
                    <a:lnTo>
                      <a:pt x="4371" y="144"/>
                    </a:lnTo>
                    <a:lnTo>
                      <a:pt x="4383" y="170"/>
                    </a:lnTo>
                    <a:lnTo>
                      <a:pt x="4396" y="198"/>
                    </a:lnTo>
                    <a:lnTo>
                      <a:pt x="4410" y="224"/>
                    </a:lnTo>
                    <a:lnTo>
                      <a:pt x="4423" y="251"/>
                    </a:lnTo>
                    <a:lnTo>
                      <a:pt x="4438" y="279"/>
                    </a:lnTo>
                    <a:lnTo>
                      <a:pt x="4453" y="306"/>
                    </a:lnTo>
                    <a:lnTo>
                      <a:pt x="4468" y="332"/>
                    </a:lnTo>
                    <a:lnTo>
                      <a:pt x="4483" y="358"/>
                    </a:lnTo>
                    <a:lnTo>
                      <a:pt x="4644" y="631"/>
                    </a:lnTo>
                    <a:lnTo>
                      <a:pt x="4761" y="631"/>
                    </a:lnTo>
                    <a:lnTo>
                      <a:pt x="4761" y="10"/>
                    </a:lnTo>
                    <a:lnTo>
                      <a:pt x="4657" y="10"/>
                    </a:lnTo>
                    <a:lnTo>
                      <a:pt x="4657" y="226"/>
                    </a:lnTo>
                    <a:lnTo>
                      <a:pt x="4657" y="261"/>
                    </a:lnTo>
                    <a:lnTo>
                      <a:pt x="4658" y="295"/>
                    </a:lnTo>
                    <a:lnTo>
                      <a:pt x="4658" y="328"/>
                    </a:lnTo>
                    <a:lnTo>
                      <a:pt x="4659" y="360"/>
                    </a:lnTo>
                    <a:lnTo>
                      <a:pt x="4661" y="391"/>
                    </a:lnTo>
                    <a:lnTo>
                      <a:pt x="4662" y="422"/>
                    </a:lnTo>
                    <a:lnTo>
                      <a:pt x="4665" y="453"/>
                    </a:lnTo>
                    <a:lnTo>
                      <a:pt x="4667" y="484"/>
                    </a:lnTo>
                    <a:lnTo>
                      <a:pt x="4665" y="485"/>
                    </a:lnTo>
                    <a:lnTo>
                      <a:pt x="4653" y="459"/>
                    </a:lnTo>
                    <a:lnTo>
                      <a:pt x="4642" y="433"/>
                    </a:lnTo>
                    <a:lnTo>
                      <a:pt x="4630" y="407"/>
                    </a:lnTo>
                    <a:lnTo>
                      <a:pt x="4616" y="381"/>
                    </a:lnTo>
                    <a:lnTo>
                      <a:pt x="4603" y="355"/>
                    </a:lnTo>
                    <a:lnTo>
                      <a:pt x="4589" y="328"/>
                    </a:lnTo>
                    <a:lnTo>
                      <a:pt x="4574" y="302"/>
                    </a:lnTo>
                    <a:lnTo>
                      <a:pt x="4559" y="277"/>
                    </a:lnTo>
                    <a:lnTo>
                      <a:pt x="4399" y="10"/>
                    </a:lnTo>
                    <a:lnTo>
                      <a:pt x="4270" y="10"/>
                    </a:lnTo>
                    <a:lnTo>
                      <a:pt x="4270" y="631"/>
                    </a:lnTo>
                    <a:lnTo>
                      <a:pt x="4374" y="631"/>
                    </a:lnTo>
                    <a:close/>
                    <a:moveTo>
                      <a:pt x="3827" y="369"/>
                    </a:moveTo>
                    <a:lnTo>
                      <a:pt x="3876" y="216"/>
                    </a:lnTo>
                    <a:lnTo>
                      <a:pt x="3884" y="187"/>
                    </a:lnTo>
                    <a:lnTo>
                      <a:pt x="3891" y="158"/>
                    </a:lnTo>
                    <a:lnTo>
                      <a:pt x="3898" y="129"/>
                    </a:lnTo>
                    <a:lnTo>
                      <a:pt x="3905" y="100"/>
                    </a:lnTo>
                    <a:lnTo>
                      <a:pt x="3908" y="100"/>
                    </a:lnTo>
                    <a:lnTo>
                      <a:pt x="3915" y="128"/>
                    </a:lnTo>
                    <a:lnTo>
                      <a:pt x="3922" y="157"/>
                    </a:lnTo>
                    <a:lnTo>
                      <a:pt x="3930" y="187"/>
                    </a:lnTo>
                    <a:lnTo>
                      <a:pt x="3938" y="217"/>
                    </a:lnTo>
                    <a:lnTo>
                      <a:pt x="3988" y="369"/>
                    </a:lnTo>
                    <a:lnTo>
                      <a:pt x="3827" y="369"/>
                    </a:lnTo>
                    <a:close/>
                    <a:moveTo>
                      <a:pt x="4006" y="456"/>
                    </a:moveTo>
                    <a:lnTo>
                      <a:pt x="4063" y="631"/>
                    </a:lnTo>
                    <a:lnTo>
                      <a:pt x="4184" y="631"/>
                    </a:lnTo>
                    <a:lnTo>
                      <a:pt x="3983" y="10"/>
                    </a:lnTo>
                    <a:lnTo>
                      <a:pt x="3839" y="10"/>
                    </a:lnTo>
                    <a:lnTo>
                      <a:pt x="3639" y="631"/>
                    </a:lnTo>
                    <a:lnTo>
                      <a:pt x="3756" y="631"/>
                    </a:lnTo>
                    <a:lnTo>
                      <a:pt x="3809" y="456"/>
                    </a:lnTo>
                    <a:lnTo>
                      <a:pt x="4006" y="456"/>
                    </a:lnTo>
                    <a:close/>
                    <a:moveTo>
                      <a:pt x="3389" y="631"/>
                    </a:moveTo>
                    <a:lnTo>
                      <a:pt x="3502" y="631"/>
                    </a:lnTo>
                    <a:lnTo>
                      <a:pt x="3502" y="105"/>
                    </a:lnTo>
                    <a:lnTo>
                      <a:pt x="3680" y="105"/>
                    </a:lnTo>
                    <a:lnTo>
                      <a:pt x="3680" y="10"/>
                    </a:lnTo>
                    <a:lnTo>
                      <a:pt x="3211" y="10"/>
                    </a:lnTo>
                    <a:lnTo>
                      <a:pt x="3211" y="105"/>
                    </a:lnTo>
                    <a:lnTo>
                      <a:pt x="3389" y="105"/>
                    </a:lnTo>
                    <a:lnTo>
                      <a:pt x="3389" y="631"/>
                    </a:lnTo>
                    <a:close/>
                    <a:moveTo>
                      <a:pt x="2906" y="631"/>
                    </a:moveTo>
                    <a:lnTo>
                      <a:pt x="3275" y="631"/>
                    </a:lnTo>
                    <a:lnTo>
                      <a:pt x="3275" y="536"/>
                    </a:lnTo>
                    <a:lnTo>
                      <a:pt x="3020" y="536"/>
                    </a:lnTo>
                    <a:lnTo>
                      <a:pt x="3020" y="10"/>
                    </a:lnTo>
                    <a:lnTo>
                      <a:pt x="2906" y="10"/>
                    </a:lnTo>
                    <a:lnTo>
                      <a:pt x="2906" y="631"/>
                    </a:lnTo>
                    <a:close/>
                    <a:moveTo>
                      <a:pt x="2293" y="10"/>
                    </a:moveTo>
                    <a:lnTo>
                      <a:pt x="2293" y="365"/>
                    </a:lnTo>
                    <a:lnTo>
                      <a:pt x="2293" y="383"/>
                    </a:lnTo>
                    <a:lnTo>
                      <a:pt x="2294" y="400"/>
                    </a:lnTo>
                    <a:lnTo>
                      <a:pt x="2295" y="417"/>
                    </a:lnTo>
                    <a:lnTo>
                      <a:pt x="2297" y="433"/>
                    </a:lnTo>
                    <a:lnTo>
                      <a:pt x="2299" y="449"/>
                    </a:lnTo>
                    <a:lnTo>
                      <a:pt x="2303" y="463"/>
                    </a:lnTo>
                    <a:lnTo>
                      <a:pt x="2306" y="477"/>
                    </a:lnTo>
                    <a:lnTo>
                      <a:pt x="2310" y="491"/>
                    </a:lnTo>
                    <a:lnTo>
                      <a:pt x="2314" y="503"/>
                    </a:lnTo>
                    <a:lnTo>
                      <a:pt x="2319" y="515"/>
                    </a:lnTo>
                    <a:lnTo>
                      <a:pt x="2324" y="528"/>
                    </a:lnTo>
                    <a:lnTo>
                      <a:pt x="2330" y="538"/>
                    </a:lnTo>
                    <a:lnTo>
                      <a:pt x="2336" y="548"/>
                    </a:lnTo>
                    <a:lnTo>
                      <a:pt x="2343" y="559"/>
                    </a:lnTo>
                    <a:lnTo>
                      <a:pt x="2350" y="568"/>
                    </a:lnTo>
                    <a:lnTo>
                      <a:pt x="2357" y="576"/>
                    </a:lnTo>
                    <a:lnTo>
                      <a:pt x="2365" y="584"/>
                    </a:lnTo>
                    <a:lnTo>
                      <a:pt x="2373" y="592"/>
                    </a:lnTo>
                    <a:lnTo>
                      <a:pt x="2383" y="599"/>
                    </a:lnTo>
                    <a:lnTo>
                      <a:pt x="2392" y="605"/>
                    </a:lnTo>
                    <a:lnTo>
                      <a:pt x="2401" y="611"/>
                    </a:lnTo>
                    <a:lnTo>
                      <a:pt x="2411" y="616"/>
                    </a:lnTo>
                    <a:lnTo>
                      <a:pt x="2422" y="621"/>
                    </a:lnTo>
                    <a:lnTo>
                      <a:pt x="2432" y="625"/>
                    </a:lnTo>
                    <a:lnTo>
                      <a:pt x="2443" y="629"/>
                    </a:lnTo>
                    <a:lnTo>
                      <a:pt x="2455" y="633"/>
                    </a:lnTo>
                    <a:lnTo>
                      <a:pt x="2466" y="635"/>
                    </a:lnTo>
                    <a:lnTo>
                      <a:pt x="2478" y="637"/>
                    </a:lnTo>
                    <a:lnTo>
                      <a:pt x="2503" y="640"/>
                    </a:lnTo>
                    <a:lnTo>
                      <a:pt x="2530" y="641"/>
                    </a:lnTo>
                    <a:lnTo>
                      <a:pt x="2543" y="641"/>
                    </a:lnTo>
                    <a:lnTo>
                      <a:pt x="2556" y="640"/>
                    </a:lnTo>
                    <a:lnTo>
                      <a:pt x="2570" y="639"/>
                    </a:lnTo>
                    <a:lnTo>
                      <a:pt x="2583" y="637"/>
                    </a:lnTo>
                    <a:lnTo>
                      <a:pt x="2595" y="635"/>
                    </a:lnTo>
                    <a:lnTo>
                      <a:pt x="2608" y="632"/>
                    </a:lnTo>
                    <a:lnTo>
                      <a:pt x="2619" y="629"/>
                    </a:lnTo>
                    <a:lnTo>
                      <a:pt x="2631" y="624"/>
                    </a:lnTo>
                    <a:lnTo>
                      <a:pt x="2643" y="620"/>
                    </a:lnTo>
                    <a:lnTo>
                      <a:pt x="2653" y="615"/>
                    </a:lnTo>
                    <a:lnTo>
                      <a:pt x="2663" y="610"/>
                    </a:lnTo>
                    <a:lnTo>
                      <a:pt x="2673" y="604"/>
                    </a:lnTo>
                    <a:lnTo>
                      <a:pt x="2683" y="598"/>
                    </a:lnTo>
                    <a:lnTo>
                      <a:pt x="2692" y="591"/>
                    </a:lnTo>
                    <a:lnTo>
                      <a:pt x="2701" y="582"/>
                    </a:lnTo>
                    <a:lnTo>
                      <a:pt x="2709" y="574"/>
                    </a:lnTo>
                    <a:lnTo>
                      <a:pt x="2718" y="566"/>
                    </a:lnTo>
                    <a:lnTo>
                      <a:pt x="2725" y="557"/>
                    </a:lnTo>
                    <a:lnTo>
                      <a:pt x="2732" y="546"/>
                    </a:lnTo>
                    <a:lnTo>
                      <a:pt x="2738" y="536"/>
                    </a:lnTo>
                    <a:lnTo>
                      <a:pt x="2744" y="525"/>
                    </a:lnTo>
                    <a:lnTo>
                      <a:pt x="2750" y="513"/>
                    </a:lnTo>
                    <a:lnTo>
                      <a:pt x="2755" y="501"/>
                    </a:lnTo>
                    <a:lnTo>
                      <a:pt x="2760" y="489"/>
                    </a:lnTo>
                    <a:lnTo>
                      <a:pt x="2764" y="475"/>
                    </a:lnTo>
                    <a:lnTo>
                      <a:pt x="2767" y="461"/>
                    </a:lnTo>
                    <a:lnTo>
                      <a:pt x="2770" y="446"/>
                    </a:lnTo>
                    <a:lnTo>
                      <a:pt x="2772" y="431"/>
                    </a:lnTo>
                    <a:lnTo>
                      <a:pt x="2774" y="416"/>
                    </a:lnTo>
                    <a:lnTo>
                      <a:pt x="2776" y="399"/>
                    </a:lnTo>
                    <a:lnTo>
                      <a:pt x="2777" y="383"/>
                    </a:lnTo>
                    <a:lnTo>
                      <a:pt x="2777" y="364"/>
                    </a:lnTo>
                    <a:lnTo>
                      <a:pt x="2777" y="10"/>
                    </a:lnTo>
                    <a:lnTo>
                      <a:pt x="2664" y="10"/>
                    </a:lnTo>
                    <a:lnTo>
                      <a:pt x="2664" y="372"/>
                    </a:lnTo>
                    <a:lnTo>
                      <a:pt x="2663" y="394"/>
                    </a:lnTo>
                    <a:lnTo>
                      <a:pt x="2661" y="415"/>
                    </a:lnTo>
                    <a:lnTo>
                      <a:pt x="2659" y="433"/>
                    </a:lnTo>
                    <a:lnTo>
                      <a:pt x="2655" y="451"/>
                    </a:lnTo>
                    <a:lnTo>
                      <a:pt x="2650" y="467"/>
                    </a:lnTo>
                    <a:lnTo>
                      <a:pt x="2644" y="481"/>
                    </a:lnTo>
                    <a:lnTo>
                      <a:pt x="2638" y="495"/>
                    </a:lnTo>
                    <a:lnTo>
                      <a:pt x="2629" y="506"/>
                    </a:lnTo>
                    <a:lnTo>
                      <a:pt x="2620" y="516"/>
                    </a:lnTo>
                    <a:lnTo>
                      <a:pt x="2611" y="526"/>
                    </a:lnTo>
                    <a:lnTo>
                      <a:pt x="2600" y="533"/>
                    </a:lnTo>
                    <a:lnTo>
                      <a:pt x="2588" y="539"/>
                    </a:lnTo>
                    <a:lnTo>
                      <a:pt x="2576" y="544"/>
                    </a:lnTo>
                    <a:lnTo>
                      <a:pt x="2563" y="547"/>
                    </a:lnTo>
                    <a:lnTo>
                      <a:pt x="2548" y="549"/>
                    </a:lnTo>
                    <a:lnTo>
                      <a:pt x="2534" y="549"/>
                    </a:lnTo>
                    <a:lnTo>
                      <a:pt x="2519" y="549"/>
                    </a:lnTo>
                    <a:lnTo>
                      <a:pt x="2506" y="547"/>
                    </a:lnTo>
                    <a:lnTo>
                      <a:pt x="2493" y="543"/>
                    </a:lnTo>
                    <a:lnTo>
                      <a:pt x="2481" y="539"/>
                    </a:lnTo>
                    <a:lnTo>
                      <a:pt x="2470" y="533"/>
                    </a:lnTo>
                    <a:lnTo>
                      <a:pt x="2460" y="526"/>
                    </a:lnTo>
                    <a:lnTo>
                      <a:pt x="2449" y="516"/>
                    </a:lnTo>
                    <a:lnTo>
                      <a:pt x="2441" y="506"/>
                    </a:lnTo>
                    <a:lnTo>
                      <a:pt x="2433" y="495"/>
                    </a:lnTo>
                    <a:lnTo>
                      <a:pt x="2426" y="481"/>
                    </a:lnTo>
                    <a:lnTo>
                      <a:pt x="2421" y="467"/>
                    </a:lnTo>
                    <a:lnTo>
                      <a:pt x="2416" y="451"/>
                    </a:lnTo>
                    <a:lnTo>
                      <a:pt x="2411" y="433"/>
                    </a:lnTo>
                    <a:lnTo>
                      <a:pt x="2408" y="415"/>
                    </a:lnTo>
                    <a:lnTo>
                      <a:pt x="2406" y="394"/>
                    </a:lnTo>
                    <a:lnTo>
                      <a:pt x="2406" y="372"/>
                    </a:lnTo>
                    <a:lnTo>
                      <a:pt x="2406" y="10"/>
                    </a:lnTo>
                    <a:lnTo>
                      <a:pt x="2293" y="10"/>
                    </a:lnTo>
                    <a:close/>
                    <a:moveTo>
                      <a:pt x="1789" y="601"/>
                    </a:moveTo>
                    <a:lnTo>
                      <a:pt x="1803" y="609"/>
                    </a:lnTo>
                    <a:lnTo>
                      <a:pt x="1821" y="616"/>
                    </a:lnTo>
                    <a:lnTo>
                      <a:pt x="1840" y="622"/>
                    </a:lnTo>
                    <a:lnTo>
                      <a:pt x="1861" y="629"/>
                    </a:lnTo>
                    <a:lnTo>
                      <a:pt x="1883" y="634"/>
                    </a:lnTo>
                    <a:lnTo>
                      <a:pt x="1908" y="637"/>
                    </a:lnTo>
                    <a:lnTo>
                      <a:pt x="1932" y="640"/>
                    </a:lnTo>
                    <a:lnTo>
                      <a:pt x="1956" y="641"/>
                    </a:lnTo>
                    <a:lnTo>
                      <a:pt x="1986" y="640"/>
                    </a:lnTo>
                    <a:lnTo>
                      <a:pt x="2013" y="637"/>
                    </a:lnTo>
                    <a:lnTo>
                      <a:pt x="2025" y="635"/>
                    </a:lnTo>
                    <a:lnTo>
                      <a:pt x="2037" y="632"/>
                    </a:lnTo>
                    <a:lnTo>
                      <a:pt x="2050" y="629"/>
                    </a:lnTo>
                    <a:lnTo>
                      <a:pt x="2061" y="625"/>
                    </a:lnTo>
                    <a:lnTo>
                      <a:pt x="2071" y="621"/>
                    </a:lnTo>
                    <a:lnTo>
                      <a:pt x="2082" y="617"/>
                    </a:lnTo>
                    <a:lnTo>
                      <a:pt x="2092" y="613"/>
                    </a:lnTo>
                    <a:lnTo>
                      <a:pt x="2101" y="608"/>
                    </a:lnTo>
                    <a:lnTo>
                      <a:pt x="2110" y="603"/>
                    </a:lnTo>
                    <a:lnTo>
                      <a:pt x="2119" y="597"/>
                    </a:lnTo>
                    <a:lnTo>
                      <a:pt x="2127" y="591"/>
                    </a:lnTo>
                    <a:lnTo>
                      <a:pt x="2134" y="584"/>
                    </a:lnTo>
                    <a:lnTo>
                      <a:pt x="2141" y="578"/>
                    </a:lnTo>
                    <a:lnTo>
                      <a:pt x="2147" y="571"/>
                    </a:lnTo>
                    <a:lnTo>
                      <a:pt x="2154" y="564"/>
                    </a:lnTo>
                    <a:lnTo>
                      <a:pt x="2160" y="557"/>
                    </a:lnTo>
                    <a:lnTo>
                      <a:pt x="2170" y="541"/>
                    </a:lnTo>
                    <a:lnTo>
                      <a:pt x="2177" y="526"/>
                    </a:lnTo>
                    <a:lnTo>
                      <a:pt x="2183" y="508"/>
                    </a:lnTo>
                    <a:lnTo>
                      <a:pt x="2189" y="491"/>
                    </a:lnTo>
                    <a:lnTo>
                      <a:pt x="2191" y="472"/>
                    </a:lnTo>
                    <a:lnTo>
                      <a:pt x="2192" y="454"/>
                    </a:lnTo>
                    <a:lnTo>
                      <a:pt x="2192" y="437"/>
                    </a:lnTo>
                    <a:lnTo>
                      <a:pt x="2190" y="422"/>
                    </a:lnTo>
                    <a:lnTo>
                      <a:pt x="2186" y="407"/>
                    </a:lnTo>
                    <a:lnTo>
                      <a:pt x="2182" y="393"/>
                    </a:lnTo>
                    <a:lnTo>
                      <a:pt x="2176" y="380"/>
                    </a:lnTo>
                    <a:lnTo>
                      <a:pt x="2170" y="367"/>
                    </a:lnTo>
                    <a:lnTo>
                      <a:pt x="2162" y="355"/>
                    </a:lnTo>
                    <a:lnTo>
                      <a:pt x="2153" y="344"/>
                    </a:lnTo>
                    <a:lnTo>
                      <a:pt x="2142" y="332"/>
                    </a:lnTo>
                    <a:lnTo>
                      <a:pt x="2130" y="322"/>
                    </a:lnTo>
                    <a:lnTo>
                      <a:pt x="2117" y="313"/>
                    </a:lnTo>
                    <a:lnTo>
                      <a:pt x="2102" y="303"/>
                    </a:lnTo>
                    <a:lnTo>
                      <a:pt x="2087" y="294"/>
                    </a:lnTo>
                    <a:lnTo>
                      <a:pt x="2070" y="286"/>
                    </a:lnTo>
                    <a:lnTo>
                      <a:pt x="2052" y="278"/>
                    </a:lnTo>
                    <a:lnTo>
                      <a:pt x="2032" y="270"/>
                    </a:lnTo>
                    <a:lnTo>
                      <a:pt x="2004" y="258"/>
                    </a:lnTo>
                    <a:lnTo>
                      <a:pt x="1979" y="247"/>
                    </a:lnTo>
                    <a:lnTo>
                      <a:pt x="1969" y="242"/>
                    </a:lnTo>
                    <a:lnTo>
                      <a:pt x="1958" y="236"/>
                    </a:lnTo>
                    <a:lnTo>
                      <a:pt x="1950" y="230"/>
                    </a:lnTo>
                    <a:lnTo>
                      <a:pt x="1942" y="224"/>
                    </a:lnTo>
                    <a:lnTo>
                      <a:pt x="1936" y="219"/>
                    </a:lnTo>
                    <a:lnTo>
                      <a:pt x="1930" y="213"/>
                    </a:lnTo>
                    <a:lnTo>
                      <a:pt x="1924" y="206"/>
                    </a:lnTo>
                    <a:lnTo>
                      <a:pt x="1920" y="200"/>
                    </a:lnTo>
                    <a:lnTo>
                      <a:pt x="1917" y="192"/>
                    </a:lnTo>
                    <a:lnTo>
                      <a:pt x="1915" y="184"/>
                    </a:lnTo>
                    <a:lnTo>
                      <a:pt x="1914" y="177"/>
                    </a:lnTo>
                    <a:lnTo>
                      <a:pt x="1914" y="168"/>
                    </a:lnTo>
                    <a:lnTo>
                      <a:pt x="1914" y="162"/>
                    </a:lnTo>
                    <a:lnTo>
                      <a:pt x="1915" y="154"/>
                    </a:lnTo>
                    <a:lnTo>
                      <a:pt x="1917" y="147"/>
                    </a:lnTo>
                    <a:lnTo>
                      <a:pt x="1919" y="141"/>
                    </a:lnTo>
                    <a:lnTo>
                      <a:pt x="1923" y="135"/>
                    </a:lnTo>
                    <a:lnTo>
                      <a:pt x="1928" y="129"/>
                    </a:lnTo>
                    <a:lnTo>
                      <a:pt x="1933" y="122"/>
                    </a:lnTo>
                    <a:lnTo>
                      <a:pt x="1938" y="117"/>
                    </a:lnTo>
                    <a:lnTo>
                      <a:pt x="1945" y="112"/>
                    </a:lnTo>
                    <a:lnTo>
                      <a:pt x="1952" y="107"/>
                    </a:lnTo>
                    <a:lnTo>
                      <a:pt x="1960" y="103"/>
                    </a:lnTo>
                    <a:lnTo>
                      <a:pt x="1970" y="100"/>
                    </a:lnTo>
                    <a:lnTo>
                      <a:pt x="1980" y="97"/>
                    </a:lnTo>
                    <a:lnTo>
                      <a:pt x="1991" y="95"/>
                    </a:lnTo>
                    <a:lnTo>
                      <a:pt x="2004" y="94"/>
                    </a:lnTo>
                    <a:lnTo>
                      <a:pt x="2016" y="94"/>
                    </a:lnTo>
                    <a:lnTo>
                      <a:pt x="2037" y="94"/>
                    </a:lnTo>
                    <a:lnTo>
                      <a:pt x="2057" y="96"/>
                    </a:lnTo>
                    <a:lnTo>
                      <a:pt x="2075" y="100"/>
                    </a:lnTo>
                    <a:lnTo>
                      <a:pt x="2092" y="104"/>
                    </a:lnTo>
                    <a:lnTo>
                      <a:pt x="2106" y="108"/>
                    </a:lnTo>
                    <a:lnTo>
                      <a:pt x="2120" y="113"/>
                    </a:lnTo>
                    <a:lnTo>
                      <a:pt x="2131" y="118"/>
                    </a:lnTo>
                    <a:lnTo>
                      <a:pt x="2140" y="122"/>
                    </a:lnTo>
                    <a:lnTo>
                      <a:pt x="2167" y="31"/>
                    </a:lnTo>
                    <a:lnTo>
                      <a:pt x="2155" y="25"/>
                    </a:lnTo>
                    <a:lnTo>
                      <a:pt x="2139" y="20"/>
                    </a:lnTo>
                    <a:lnTo>
                      <a:pt x="2124" y="14"/>
                    </a:lnTo>
                    <a:lnTo>
                      <a:pt x="2106" y="9"/>
                    </a:lnTo>
                    <a:lnTo>
                      <a:pt x="2087" y="6"/>
                    </a:lnTo>
                    <a:lnTo>
                      <a:pt x="2065" y="3"/>
                    </a:lnTo>
                    <a:lnTo>
                      <a:pt x="2043" y="1"/>
                    </a:lnTo>
                    <a:lnTo>
                      <a:pt x="2019" y="0"/>
                    </a:lnTo>
                    <a:lnTo>
                      <a:pt x="1994" y="1"/>
                    </a:lnTo>
                    <a:lnTo>
                      <a:pt x="1971" y="4"/>
                    </a:lnTo>
                    <a:lnTo>
                      <a:pt x="1948" y="8"/>
                    </a:lnTo>
                    <a:lnTo>
                      <a:pt x="1928" y="14"/>
                    </a:lnTo>
                    <a:lnTo>
                      <a:pt x="1908" y="22"/>
                    </a:lnTo>
                    <a:lnTo>
                      <a:pt x="1890" y="30"/>
                    </a:lnTo>
                    <a:lnTo>
                      <a:pt x="1873" y="40"/>
                    </a:lnTo>
                    <a:lnTo>
                      <a:pt x="1859" y="51"/>
                    </a:lnTo>
                    <a:lnTo>
                      <a:pt x="1845" y="64"/>
                    </a:lnTo>
                    <a:lnTo>
                      <a:pt x="1833" y="77"/>
                    </a:lnTo>
                    <a:lnTo>
                      <a:pt x="1823" y="93"/>
                    </a:lnTo>
                    <a:lnTo>
                      <a:pt x="1815" y="108"/>
                    </a:lnTo>
                    <a:lnTo>
                      <a:pt x="1808" y="124"/>
                    </a:lnTo>
                    <a:lnTo>
                      <a:pt x="1803" y="142"/>
                    </a:lnTo>
                    <a:lnTo>
                      <a:pt x="1800" y="159"/>
                    </a:lnTo>
                    <a:lnTo>
                      <a:pt x="1799" y="179"/>
                    </a:lnTo>
                    <a:lnTo>
                      <a:pt x="1800" y="194"/>
                    </a:lnTo>
                    <a:lnTo>
                      <a:pt x="1802" y="211"/>
                    </a:lnTo>
                    <a:lnTo>
                      <a:pt x="1806" y="225"/>
                    </a:lnTo>
                    <a:lnTo>
                      <a:pt x="1811" y="240"/>
                    </a:lnTo>
                    <a:lnTo>
                      <a:pt x="1818" y="253"/>
                    </a:lnTo>
                    <a:lnTo>
                      <a:pt x="1825" y="265"/>
                    </a:lnTo>
                    <a:lnTo>
                      <a:pt x="1834" y="277"/>
                    </a:lnTo>
                    <a:lnTo>
                      <a:pt x="1844" y="288"/>
                    </a:lnTo>
                    <a:lnTo>
                      <a:pt x="1857" y="299"/>
                    </a:lnTo>
                    <a:lnTo>
                      <a:pt x="1869" y="310"/>
                    </a:lnTo>
                    <a:lnTo>
                      <a:pt x="1882" y="319"/>
                    </a:lnTo>
                    <a:lnTo>
                      <a:pt x="1898" y="328"/>
                    </a:lnTo>
                    <a:lnTo>
                      <a:pt x="1913" y="336"/>
                    </a:lnTo>
                    <a:lnTo>
                      <a:pt x="1931" y="345"/>
                    </a:lnTo>
                    <a:lnTo>
                      <a:pt x="1948" y="352"/>
                    </a:lnTo>
                    <a:lnTo>
                      <a:pt x="1967" y="359"/>
                    </a:lnTo>
                    <a:lnTo>
                      <a:pt x="1994" y="369"/>
                    </a:lnTo>
                    <a:lnTo>
                      <a:pt x="2017" y="381"/>
                    </a:lnTo>
                    <a:lnTo>
                      <a:pt x="2027" y="386"/>
                    </a:lnTo>
                    <a:lnTo>
                      <a:pt x="2036" y="392"/>
                    </a:lnTo>
                    <a:lnTo>
                      <a:pt x="2044" y="397"/>
                    </a:lnTo>
                    <a:lnTo>
                      <a:pt x="2051" y="403"/>
                    </a:lnTo>
                    <a:lnTo>
                      <a:pt x="2057" y="409"/>
                    </a:lnTo>
                    <a:lnTo>
                      <a:pt x="2062" y="417"/>
                    </a:lnTo>
                    <a:lnTo>
                      <a:pt x="2067" y="423"/>
                    </a:lnTo>
                    <a:lnTo>
                      <a:pt x="2070" y="430"/>
                    </a:lnTo>
                    <a:lnTo>
                      <a:pt x="2073" y="437"/>
                    </a:lnTo>
                    <a:lnTo>
                      <a:pt x="2075" y="445"/>
                    </a:lnTo>
                    <a:lnTo>
                      <a:pt x="2077" y="454"/>
                    </a:lnTo>
                    <a:lnTo>
                      <a:pt x="2077" y="462"/>
                    </a:lnTo>
                    <a:lnTo>
                      <a:pt x="2077" y="471"/>
                    </a:lnTo>
                    <a:lnTo>
                      <a:pt x="2074" y="480"/>
                    </a:lnTo>
                    <a:lnTo>
                      <a:pt x="2072" y="489"/>
                    </a:lnTo>
                    <a:lnTo>
                      <a:pt x="2069" y="497"/>
                    </a:lnTo>
                    <a:lnTo>
                      <a:pt x="2065" y="504"/>
                    </a:lnTo>
                    <a:lnTo>
                      <a:pt x="2060" y="511"/>
                    </a:lnTo>
                    <a:lnTo>
                      <a:pt x="2054" y="517"/>
                    </a:lnTo>
                    <a:lnTo>
                      <a:pt x="2048" y="524"/>
                    </a:lnTo>
                    <a:lnTo>
                      <a:pt x="2040" y="529"/>
                    </a:lnTo>
                    <a:lnTo>
                      <a:pt x="2031" y="533"/>
                    </a:lnTo>
                    <a:lnTo>
                      <a:pt x="2022" y="537"/>
                    </a:lnTo>
                    <a:lnTo>
                      <a:pt x="2012" y="540"/>
                    </a:lnTo>
                    <a:lnTo>
                      <a:pt x="2002" y="543"/>
                    </a:lnTo>
                    <a:lnTo>
                      <a:pt x="1989" y="545"/>
                    </a:lnTo>
                    <a:lnTo>
                      <a:pt x="1977" y="546"/>
                    </a:lnTo>
                    <a:lnTo>
                      <a:pt x="1965" y="546"/>
                    </a:lnTo>
                    <a:lnTo>
                      <a:pt x="1943" y="546"/>
                    </a:lnTo>
                    <a:lnTo>
                      <a:pt x="1921" y="543"/>
                    </a:lnTo>
                    <a:lnTo>
                      <a:pt x="1901" y="540"/>
                    </a:lnTo>
                    <a:lnTo>
                      <a:pt x="1881" y="535"/>
                    </a:lnTo>
                    <a:lnTo>
                      <a:pt x="1863" y="529"/>
                    </a:lnTo>
                    <a:lnTo>
                      <a:pt x="1845" y="523"/>
                    </a:lnTo>
                    <a:lnTo>
                      <a:pt x="1829" y="514"/>
                    </a:lnTo>
                    <a:lnTo>
                      <a:pt x="1815" y="507"/>
                    </a:lnTo>
                    <a:lnTo>
                      <a:pt x="1789" y="601"/>
                    </a:lnTo>
                    <a:close/>
                    <a:moveTo>
                      <a:pt x="1300" y="631"/>
                    </a:moveTo>
                    <a:lnTo>
                      <a:pt x="1300" y="408"/>
                    </a:lnTo>
                    <a:lnTo>
                      <a:pt x="1300" y="371"/>
                    </a:lnTo>
                    <a:lnTo>
                      <a:pt x="1299" y="335"/>
                    </a:lnTo>
                    <a:lnTo>
                      <a:pt x="1299" y="301"/>
                    </a:lnTo>
                    <a:lnTo>
                      <a:pt x="1298" y="269"/>
                    </a:lnTo>
                    <a:lnTo>
                      <a:pt x="1298" y="237"/>
                    </a:lnTo>
                    <a:lnTo>
                      <a:pt x="1297" y="205"/>
                    </a:lnTo>
                    <a:lnTo>
                      <a:pt x="1295" y="175"/>
                    </a:lnTo>
                    <a:lnTo>
                      <a:pt x="1294" y="144"/>
                    </a:lnTo>
                    <a:lnTo>
                      <a:pt x="1297" y="144"/>
                    </a:lnTo>
                    <a:lnTo>
                      <a:pt x="1308" y="170"/>
                    </a:lnTo>
                    <a:lnTo>
                      <a:pt x="1321" y="198"/>
                    </a:lnTo>
                    <a:lnTo>
                      <a:pt x="1335" y="224"/>
                    </a:lnTo>
                    <a:lnTo>
                      <a:pt x="1348" y="251"/>
                    </a:lnTo>
                    <a:lnTo>
                      <a:pt x="1362" y="279"/>
                    </a:lnTo>
                    <a:lnTo>
                      <a:pt x="1378" y="306"/>
                    </a:lnTo>
                    <a:lnTo>
                      <a:pt x="1392" y="332"/>
                    </a:lnTo>
                    <a:lnTo>
                      <a:pt x="1408" y="358"/>
                    </a:lnTo>
                    <a:lnTo>
                      <a:pt x="1569" y="631"/>
                    </a:lnTo>
                    <a:lnTo>
                      <a:pt x="1686" y="631"/>
                    </a:lnTo>
                    <a:lnTo>
                      <a:pt x="1686" y="10"/>
                    </a:lnTo>
                    <a:lnTo>
                      <a:pt x="1582" y="10"/>
                    </a:lnTo>
                    <a:lnTo>
                      <a:pt x="1582" y="226"/>
                    </a:lnTo>
                    <a:lnTo>
                      <a:pt x="1582" y="261"/>
                    </a:lnTo>
                    <a:lnTo>
                      <a:pt x="1582" y="295"/>
                    </a:lnTo>
                    <a:lnTo>
                      <a:pt x="1583" y="328"/>
                    </a:lnTo>
                    <a:lnTo>
                      <a:pt x="1584" y="360"/>
                    </a:lnTo>
                    <a:lnTo>
                      <a:pt x="1585" y="391"/>
                    </a:lnTo>
                    <a:lnTo>
                      <a:pt x="1587" y="422"/>
                    </a:lnTo>
                    <a:lnTo>
                      <a:pt x="1589" y="453"/>
                    </a:lnTo>
                    <a:lnTo>
                      <a:pt x="1592" y="484"/>
                    </a:lnTo>
                    <a:lnTo>
                      <a:pt x="1589" y="485"/>
                    </a:lnTo>
                    <a:lnTo>
                      <a:pt x="1578" y="459"/>
                    </a:lnTo>
                    <a:lnTo>
                      <a:pt x="1567" y="433"/>
                    </a:lnTo>
                    <a:lnTo>
                      <a:pt x="1555" y="407"/>
                    </a:lnTo>
                    <a:lnTo>
                      <a:pt x="1541" y="381"/>
                    </a:lnTo>
                    <a:lnTo>
                      <a:pt x="1528" y="355"/>
                    </a:lnTo>
                    <a:lnTo>
                      <a:pt x="1513" y="328"/>
                    </a:lnTo>
                    <a:lnTo>
                      <a:pt x="1499" y="302"/>
                    </a:lnTo>
                    <a:lnTo>
                      <a:pt x="1484" y="277"/>
                    </a:lnTo>
                    <a:lnTo>
                      <a:pt x="1324" y="10"/>
                    </a:lnTo>
                    <a:lnTo>
                      <a:pt x="1195" y="10"/>
                    </a:lnTo>
                    <a:lnTo>
                      <a:pt x="1195" y="631"/>
                    </a:lnTo>
                    <a:lnTo>
                      <a:pt x="1300" y="631"/>
                    </a:lnTo>
                    <a:close/>
                    <a:moveTo>
                      <a:pt x="804" y="550"/>
                    </a:moveTo>
                    <a:lnTo>
                      <a:pt x="795" y="549"/>
                    </a:lnTo>
                    <a:lnTo>
                      <a:pt x="785" y="549"/>
                    </a:lnTo>
                    <a:lnTo>
                      <a:pt x="776" y="547"/>
                    </a:lnTo>
                    <a:lnTo>
                      <a:pt x="766" y="545"/>
                    </a:lnTo>
                    <a:lnTo>
                      <a:pt x="757" y="543"/>
                    </a:lnTo>
                    <a:lnTo>
                      <a:pt x="749" y="540"/>
                    </a:lnTo>
                    <a:lnTo>
                      <a:pt x="741" y="536"/>
                    </a:lnTo>
                    <a:lnTo>
                      <a:pt x="733" y="532"/>
                    </a:lnTo>
                    <a:lnTo>
                      <a:pt x="724" y="527"/>
                    </a:lnTo>
                    <a:lnTo>
                      <a:pt x="717" y="523"/>
                    </a:lnTo>
                    <a:lnTo>
                      <a:pt x="710" y="516"/>
                    </a:lnTo>
                    <a:lnTo>
                      <a:pt x="703" y="510"/>
                    </a:lnTo>
                    <a:lnTo>
                      <a:pt x="690" y="497"/>
                    </a:lnTo>
                    <a:lnTo>
                      <a:pt x="679" y="482"/>
                    </a:lnTo>
                    <a:lnTo>
                      <a:pt x="668" y="466"/>
                    </a:lnTo>
                    <a:lnTo>
                      <a:pt x="660" y="449"/>
                    </a:lnTo>
                    <a:lnTo>
                      <a:pt x="651" y="430"/>
                    </a:lnTo>
                    <a:lnTo>
                      <a:pt x="645" y="410"/>
                    </a:lnTo>
                    <a:lnTo>
                      <a:pt x="640" y="389"/>
                    </a:lnTo>
                    <a:lnTo>
                      <a:pt x="637" y="367"/>
                    </a:lnTo>
                    <a:lnTo>
                      <a:pt x="634" y="346"/>
                    </a:lnTo>
                    <a:lnTo>
                      <a:pt x="634" y="322"/>
                    </a:lnTo>
                    <a:lnTo>
                      <a:pt x="634" y="299"/>
                    </a:lnTo>
                    <a:lnTo>
                      <a:pt x="636" y="277"/>
                    </a:lnTo>
                    <a:lnTo>
                      <a:pt x="640" y="255"/>
                    </a:lnTo>
                    <a:lnTo>
                      <a:pt x="645" y="235"/>
                    </a:lnTo>
                    <a:lnTo>
                      <a:pt x="651" y="214"/>
                    </a:lnTo>
                    <a:lnTo>
                      <a:pt x="659" y="194"/>
                    </a:lnTo>
                    <a:lnTo>
                      <a:pt x="668" y="177"/>
                    </a:lnTo>
                    <a:lnTo>
                      <a:pt x="677" y="160"/>
                    </a:lnTo>
                    <a:lnTo>
                      <a:pt x="689" y="145"/>
                    </a:lnTo>
                    <a:lnTo>
                      <a:pt x="702" y="132"/>
                    </a:lnTo>
                    <a:lnTo>
                      <a:pt x="709" y="126"/>
                    </a:lnTo>
                    <a:lnTo>
                      <a:pt x="716" y="119"/>
                    </a:lnTo>
                    <a:lnTo>
                      <a:pt x="723" y="114"/>
                    </a:lnTo>
                    <a:lnTo>
                      <a:pt x="732" y="109"/>
                    </a:lnTo>
                    <a:lnTo>
                      <a:pt x="740" y="105"/>
                    </a:lnTo>
                    <a:lnTo>
                      <a:pt x="748" y="102"/>
                    </a:lnTo>
                    <a:lnTo>
                      <a:pt x="757" y="99"/>
                    </a:lnTo>
                    <a:lnTo>
                      <a:pt x="766" y="96"/>
                    </a:lnTo>
                    <a:lnTo>
                      <a:pt x="776" y="94"/>
                    </a:lnTo>
                    <a:lnTo>
                      <a:pt x="786" y="92"/>
                    </a:lnTo>
                    <a:lnTo>
                      <a:pt x="795" y="91"/>
                    </a:lnTo>
                    <a:lnTo>
                      <a:pt x="807" y="91"/>
                    </a:lnTo>
                    <a:lnTo>
                      <a:pt x="817" y="91"/>
                    </a:lnTo>
                    <a:lnTo>
                      <a:pt x="827" y="92"/>
                    </a:lnTo>
                    <a:lnTo>
                      <a:pt x="836" y="94"/>
                    </a:lnTo>
                    <a:lnTo>
                      <a:pt x="846" y="96"/>
                    </a:lnTo>
                    <a:lnTo>
                      <a:pt x="855" y="99"/>
                    </a:lnTo>
                    <a:lnTo>
                      <a:pt x="864" y="102"/>
                    </a:lnTo>
                    <a:lnTo>
                      <a:pt x="872" y="106"/>
                    </a:lnTo>
                    <a:lnTo>
                      <a:pt x="881" y="110"/>
                    </a:lnTo>
                    <a:lnTo>
                      <a:pt x="889" y="114"/>
                    </a:lnTo>
                    <a:lnTo>
                      <a:pt x="896" y="120"/>
                    </a:lnTo>
                    <a:lnTo>
                      <a:pt x="903" y="126"/>
                    </a:lnTo>
                    <a:lnTo>
                      <a:pt x="910" y="132"/>
                    </a:lnTo>
                    <a:lnTo>
                      <a:pt x="923" y="145"/>
                    </a:lnTo>
                    <a:lnTo>
                      <a:pt x="934" y="160"/>
                    </a:lnTo>
                    <a:lnTo>
                      <a:pt x="944" y="177"/>
                    </a:lnTo>
                    <a:lnTo>
                      <a:pt x="952" y="194"/>
                    </a:lnTo>
                    <a:lnTo>
                      <a:pt x="961" y="214"/>
                    </a:lnTo>
                    <a:lnTo>
                      <a:pt x="967" y="234"/>
                    </a:lnTo>
                    <a:lnTo>
                      <a:pt x="971" y="254"/>
                    </a:lnTo>
                    <a:lnTo>
                      <a:pt x="974" y="275"/>
                    </a:lnTo>
                    <a:lnTo>
                      <a:pt x="976" y="296"/>
                    </a:lnTo>
                    <a:lnTo>
                      <a:pt x="977" y="318"/>
                    </a:lnTo>
                    <a:lnTo>
                      <a:pt x="976" y="343"/>
                    </a:lnTo>
                    <a:lnTo>
                      <a:pt x="974" y="365"/>
                    </a:lnTo>
                    <a:lnTo>
                      <a:pt x="971" y="388"/>
                    </a:lnTo>
                    <a:lnTo>
                      <a:pt x="966" y="409"/>
                    </a:lnTo>
                    <a:lnTo>
                      <a:pt x="960" y="430"/>
                    </a:lnTo>
                    <a:lnTo>
                      <a:pt x="951" y="449"/>
                    </a:lnTo>
                    <a:lnTo>
                      <a:pt x="943" y="467"/>
                    </a:lnTo>
                    <a:lnTo>
                      <a:pt x="933" y="482"/>
                    </a:lnTo>
                    <a:lnTo>
                      <a:pt x="921" y="498"/>
                    </a:lnTo>
                    <a:lnTo>
                      <a:pt x="908" y="511"/>
                    </a:lnTo>
                    <a:lnTo>
                      <a:pt x="901" y="517"/>
                    </a:lnTo>
                    <a:lnTo>
                      <a:pt x="894" y="523"/>
                    </a:lnTo>
                    <a:lnTo>
                      <a:pt x="887" y="528"/>
                    </a:lnTo>
                    <a:lnTo>
                      <a:pt x="878" y="532"/>
                    </a:lnTo>
                    <a:lnTo>
                      <a:pt x="870" y="536"/>
                    </a:lnTo>
                    <a:lnTo>
                      <a:pt x="862" y="540"/>
                    </a:lnTo>
                    <a:lnTo>
                      <a:pt x="854" y="543"/>
                    </a:lnTo>
                    <a:lnTo>
                      <a:pt x="845" y="545"/>
                    </a:lnTo>
                    <a:lnTo>
                      <a:pt x="835" y="547"/>
                    </a:lnTo>
                    <a:lnTo>
                      <a:pt x="826" y="549"/>
                    </a:lnTo>
                    <a:lnTo>
                      <a:pt x="816" y="549"/>
                    </a:lnTo>
                    <a:lnTo>
                      <a:pt x="805" y="550"/>
                    </a:lnTo>
                    <a:lnTo>
                      <a:pt x="804" y="550"/>
                    </a:lnTo>
                    <a:close/>
                    <a:moveTo>
                      <a:pt x="802" y="641"/>
                    </a:moveTo>
                    <a:lnTo>
                      <a:pt x="818" y="641"/>
                    </a:lnTo>
                    <a:lnTo>
                      <a:pt x="833" y="640"/>
                    </a:lnTo>
                    <a:lnTo>
                      <a:pt x="849" y="638"/>
                    </a:lnTo>
                    <a:lnTo>
                      <a:pt x="863" y="636"/>
                    </a:lnTo>
                    <a:lnTo>
                      <a:pt x="878" y="633"/>
                    </a:lnTo>
                    <a:lnTo>
                      <a:pt x="893" y="629"/>
                    </a:lnTo>
                    <a:lnTo>
                      <a:pt x="906" y="624"/>
                    </a:lnTo>
                    <a:lnTo>
                      <a:pt x="920" y="619"/>
                    </a:lnTo>
                    <a:lnTo>
                      <a:pt x="933" y="613"/>
                    </a:lnTo>
                    <a:lnTo>
                      <a:pt x="946" y="607"/>
                    </a:lnTo>
                    <a:lnTo>
                      <a:pt x="959" y="600"/>
                    </a:lnTo>
                    <a:lnTo>
                      <a:pt x="970" y="593"/>
                    </a:lnTo>
                    <a:lnTo>
                      <a:pt x="982" y="584"/>
                    </a:lnTo>
                    <a:lnTo>
                      <a:pt x="993" y="575"/>
                    </a:lnTo>
                    <a:lnTo>
                      <a:pt x="1004" y="566"/>
                    </a:lnTo>
                    <a:lnTo>
                      <a:pt x="1013" y="556"/>
                    </a:lnTo>
                    <a:lnTo>
                      <a:pt x="1023" y="545"/>
                    </a:lnTo>
                    <a:lnTo>
                      <a:pt x="1033" y="533"/>
                    </a:lnTo>
                    <a:lnTo>
                      <a:pt x="1041" y="522"/>
                    </a:lnTo>
                    <a:lnTo>
                      <a:pt x="1049" y="509"/>
                    </a:lnTo>
                    <a:lnTo>
                      <a:pt x="1056" y="496"/>
                    </a:lnTo>
                    <a:lnTo>
                      <a:pt x="1063" y="482"/>
                    </a:lnTo>
                    <a:lnTo>
                      <a:pt x="1070" y="468"/>
                    </a:lnTo>
                    <a:lnTo>
                      <a:pt x="1076" y="453"/>
                    </a:lnTo>
                    <a:lnTo>
                      <a:pt x="1081" y="437"/>
                    </a:lnTo>
                    <a:lnTo>
                      <a:pt x="1085" y="422"/>
                    </a:lnTo>
                    <a:lnTo>
                      <a:pt x="1089" y="405"/>
                    </a:lnTo>
                    <a:lnTo>
                      <a:pt x="1092" y="388"/>
                    </a:lnTo>
                    <a:lnTo>
                      <a:pt x="1094" y="370"/>
                    </a:lnTo>
                    <a:lnTo>
                      <a:pt x="1096" y="352"/>
                    </a:lnTo>
                    <a:lnTo>
                      <a:pt x="1097" y="333"/>
                    </a:lnTo>
                    <a:lnTo>
                      <a:pt x="1097" y="314"/>
                    </a:lnTo>
                    <a:lnTo>
                      <a:pt x="1097" y="297"/>
                    </a:lnTo>
                    <a:lnTo>
                      <a:pt x="1096" y="281"/>
                    </a:lnTo>
                    <a:lnTo>
                      <a:pt x="1095" y="265"/>
                    </a:lnTo>
                    <a:lnTo>
                      <a:pt x="1093" y="250"/>
                    </a:lnTo>
                    <a:lnTo>
                      <a:pt x="1090" y="235"/>
                    </a:lnTo>
                    <a:lnTo>
                      <a:pt x="1087" y="219"/>
                    </a:lnTo>
                    <a:lnTo>
                      <a:pt x="1083" y="205"/>
                    </a:lnTo>
                    <a:lnTo>
                      <a:pt x="1078" y="190"/>
                    </a:lnTo>
                    <a:lnTo>
                      <a:pt x="1073" y="176"/>
                    </a:lnTo>
                    <a:lnTo>
                      <a:pt x="1068" y="163"/>
                    </a:lnTo>
                    <a:lnTo>
                      <a:pt x="1061" y="149"/>
                    </a:lnTo>
                    <a:lnTo>
                      <a:pt x="1054" y="137"/>
                    </a:lnTo>
                    <a:lnTo>
                      <a:pt x="1047" y="124"/>
                    </a:lnTo>
                    <a:lnTo>
                      <a:pt x="1039" y="113"/>
                    </a:lnTo>
                    <a:lnTo>
                      <a:pt x="1031" y="102"/>
                    </a:lnTo>
                    <a:lnTo>
                      <a:pt x="1021" y="91"/>
                    </a:lnTo>
                    <a:lnTo>
                      <a:pt x="1012" y="80"/>
                    </a:lnTo>
                    <a:lnTo>
                      <a:pt x="1002" y="71"/>
                    </a:lnTo>
                    <a:lnTo>
                      <a:pt x="991" y="62"/>
                    </a:lnTo>
                    <a:lnTo>
                      <a:pt x="980" y="52"/>
                    </a:lnTo>
                    <a:lnTo>
                      <a:pt x="969" y="44"/>
                    </a:lnTo>
                    <a:lnTo>
                      <a:pt x="957" y="37"/>
                    </a:lnTo>
                    <a:lnTo>
                      <a:pt x="944" y="30"/>
                    </a:lnTo>
                    <a:lnTo>
                      <a:pt x="932" y="24"/>
                    </a:lnTo>
                    <a:lnTo>
                      <a:pt x="917" y="19"/>
                    </a:lnTo>
                    <a:lnTo>
                      <a:pt x="904" y="13"/>
                    </a:lnTo>
                    <a:lnTo>
                      <a:pt x="890" y="9"/>
                    </a:lnTo>
                    <a:lnTo>
                      <a:pt x="874" y="6"/>
                    </a:lnTo>
                    <a:lnTo>
                      <a:pt x="859" y="3"/>
                    </a:lnTo>
                    <a:lnTo>
                      <a:pt x="844" y="2"/>
                    </a:lnTo>
                    <a:lnTo>
                      <a:pt x="827" y="0"/>
                    </a:lnTo>
                    <a:lnTo>
                      <a:pt x="811" y="0"/>
                    </a:lnTo>
                    <a:lnTo>
                      <a:pt x="794" y="0"/>
                    </a:lnTo>
                    <a:lnTo>
                      <a:pt x="778" y="2"/>
                    </a:lnTo>
                    <a:lnTo>
                      <a:pt x="762" y="3"/>
                    </a:lnTo>
                    <a:lnTo>
                      <a:pt x="747" y="6"/>
                    </a:lnTo>
                    <a:lnTo>
                      <a:pt x="733" y="9"/>
                    </a:lnTo>
                    <a:lnTo>
                      <a:pt x="718" y="13"/>
                    </a:lnTo>
                    <a:lnTo>
                      <a:pt x="704" y="19"/>
                    </a:lnTo>
                    <a:lnTo>
                      <a:pt x="690" y="24"/>
                    </a:lnTo>
                    <a:lnTo>
                      <a:pt x="677" y="30"/>
                    </a:lnTo>
                    <a:lnTo>
                      <a:pt x="665" y="37"/>
                    </a:lnTo>
                    <a:lnTo>
                      <a:pt x="652" y="44"/>
                    </a:lnTo>
                    <a:lnTo>
                      <a:pt x="640" y="52"/>
                    </a:lnTo>
                    <a:lnTo>
                      <a:pt x="629" y="62"/>
                    </a:lnTo>
                    <a:lnTo>
                      <a:pt x="617" y="71"/>
                    </a:lnTo>
                    <a:lnTo>
                      <a:pt x="607" y="80"/>
                    </a:lnTo>
                    <a:lnTo>
                      <a:pt x="597" y="92"/>
                    </a:lnTo>
                    <a:lnTo>
                      <a:pt x="588" y="102"/>
                    </a:lnTo>
                    <a:lnTo>
                      <a:pt x="578" y="114"/>
                    </a:lnTo>
                    <a:lnTo>
                      <a:pt x="570" y="126"/>
                    </a:lnTo>
                    <a:lnTo>
                      <a:pt x="562" y="139"/>
                    </a:lnTo>
                    <a:lnTo>
                      <a:pt x="555" y="151"/>
                    </a:lnTo>
                    <a:lnTo>
                      <a:pt x="549" y="166"/>
                    </a:lnTo>
                    <a:lnTo>
                      <a:pt x="542" y="179"/>
                    </a:lnTo>
                    <a:lnTo>
                      <a:pt x="536" y="194"/>
                    </a:lnTo>
                    <a:lnTo>
                      <a:pt x="531" y="209"/>
                    </a:lnTo>
                    <a:lnTo>
                      <a:pt x="527" y="224"/>
                    </a:lnTo>
                    <a:lnTo>
                      <a:pt x="524" y="241"/>
                    </a:lnTo>
                    <a:lnTo>
                      <a:pt x="521" y="256"/>
                    </a:lnTo>
                    <a:lnTo>
                      <a:pt x="518" y="273"/>
                    </a:lnTo>
                    <a:lnTo>
                      <a:pt x="517" y="290"/>
                    </a:lnTo>
                    <a:lnTo>
                      <a:pt x="516" y="308"/>
                    </a:lnTo>
                    <a:lnTo>
                      <a:pt x="515" y="325"/>
                    </a:lnTo>
                    <a:lnTo>
                      <a:pt x="516" y="342"/>
                    </a:lnTo>
                    <a:lnTo>
                      <a:pt x="517" y="359"/>
                    </a:lnTo>
                    <a:lnTo>
                      <a:pt x="518" y="374"/>
                    </a:lnTo>
                    <a:lnTo>
                      <a:pt x="520" y="391"/>
                    </a:lnTo>
                    <a:lnTo>
                      <a:pt x="523" y="406"/>
                    </a:lnTo>
                    <a:lnTo>
                      <a:pt x="526" y="422"/>
                    </a:lnTo>
                    <a:lnTo>
                      <a:pt x="530" y="436"/>
                    </a:lnTo>
                    <a:lnTo>
                      <a:pt x="535" y="452"/>
                    </a:lnTo>
                    <a:lnTo>
                      <a:pt x="540" y="465"/>
                    </a:lnTo>
                    <a:lnTo>
                      <a:pt x="547" y="479"/>
                    </a:lnTo>
                    <a:lnTo>
                      <a:pt x="553" y="492"/>
                    </a:lnTo>
                    <a:lnTo>
                      <a:pt x="559" y="505"/>
                    </a:lnTo>
                    <a:lnTo>
                      <a:pt x="567" y="517"/>
                    </a:lnTo>
                    <a:lnTo>
                      <a:pt x="575" y="529"/>
                    </a:lnTo>
                    <a:lnTo>
                      <a:pt x="584" y="540"/>
                    </a:lnTo>
                    <a:lnTo>
                      <a:pt x="593" y="551"/>
                    </a:lnTo>
                    <a:lnTo>
                      <a:pt x="602" y="562"/>
                    </a:lnTo>
                    <a:lnTo>
                      <a:pt x="612" y="571"/>
                    </a:lnTo>
                    <a:lnTo>
                      <a:pt x="623" y="580"/>
                    </a:lnTo>
                    <a:lnTo>
                      <a:pt x="634" y="588"/>
                    </a:lnTo>
                    <a:lnTo>
                      <a:pt x="645" y="597"/>
                    </a:lnTo>
                    <a:lnTo>
                      <a:pt x="658" y="604"/>
                    </a:lnTo>
                    <a:lnTo>
                      <a:pt x="670" y="611"/>
                    </a:lnTo>
                    <a:lnTo>
                      <a:pt x="682" y="617"/>
                    </a:lnTo>
                    <a:lnTo>
                      <a:pt x="696" y="622"/>
                    </a:lnTo>
                    <a:lnTo>
                      <a:pt x="710" y="628"/>
                    </a:lnTo>
                    <a:lnTo>
                      <a:pt x="724" y="632"/>
                    </a:lnTo>
                    <a:lnTo>
                      <a:pt x="739" y="635"/>
                    </a:lnTo>
                    <a:lnTo>
                      <a:pt x="753" y="638"/>
                    </a:lnTo>
                    <a:lnTo>
                      <a:pt x="769" y="640"/>
                    </a:lnTo>
                    <a:lnTo>
                      <a:pt x="785" y="641"/>
                    </a:lnTo>
                    <a:lnTo>
                      <a:pt x="801" y="641"/>
                    </a:lnTo>
                    <a:lnTo>
                      <a:pt x="802" y="641"/>
                    </a:lnTo>
                    <a:close/>
                    <a:moveTo>
                      <a:pt x="458" y="523"/>
                    </a:moveTo>
                    <a:lnTo>
                      <a:pt x="447" y="528"/>
                    </a:lnTo>
                    <a:lnTo>
                      <a:pt x="434" y="532"/>
                    </a:lnTo>
                    <a:lnTo>
                      <a:pt x="418" y="536"/>
                    </a:lnTo>
                    <a:lnTo>
                      <a:pt x="403" y="539"/>
                    </a:lnTo>
                    <a:lnTo>
                      <a:pt x="386" y="542"/>
                    </a:lnTo>
                    <a:lnTo>
                      <a:pt x="370" y="544"/>
                    </a:lnTo>
                    <a:lnTo>
                      <a:pt x="352" y="545"/>
                    </a:lnTo>
                    <a:lnTo>
                      <a:pt x="335" y="545"/>
                    </a:lnTo>
                    <a:lnTo>
                      <a:pt x="323" y="545"/>
                    </a:lnTo>
                    <a:lnTo>
                      <a:pt x="310" y="544"/>
                    </a:lnTo>
                    <a:lnTo>
                      <a:pt x="298" y="543"/>
                    </a:lnTo>
                    <a:lnTo>
                      <a:pt x="287" y="541"/>
                    </a:lnTo>
                    <a:lnTo>
                      <a:pt x="275" y="539"/>
                    </a:lnTo>
                    <a:lnTo>
                      <a:pt x="265" y="537"/>
                    </a:lnTo>
                    <a:lnTo>
                      <a:pt x="254" y="534"/>
                    </a:lnTo>
                    <a:lnTo>
                      <a:pt x="243" y="530"/>
                    </a:lnTo>
                    <a:lnTo>
                      <a:pt x="234" y="526"/>
                    </a:lnTo>
                    <a:lnTo>
                      <a:pt x="225" y="522"/>
                    </a:lnTo>
                    <a:lnTo>
                      <a:pt x="216" y="516"/>
                    </a:lnTo>
                    <a:lnTo>
                      <a:pt x="207" y="511"/>
                    </a:lnTo>
                    <a:lnTo>
                      <a:pt x="198" y="505"/>
                    </a:lnTo>
                    <a:lnTo>
                      <a:pt x="191" y="499"/>
                    </a:lnTo>
                    <a:lnTo>
                      <a:pt x="183" y="492"/>
                    </a:lnTo>
                    <a:lnTo>
                      <a:pt x="177" y="486"/>
                    </a:lnTo>
                    <a:lnTo>
                      <a:pt x="169" y="477"/>
                    </a:lnTo>
                    <a:lnTo>
                      <a:pt x="163" y="470"/>
                    </a:lnTo>
                    <a:lnTo>
                      <a:pt x="157" y="462"/>
                    </a:lnTo>
                    <a:lnTo>
                      <a:pt x="152" y="453"/>
                    </a:lnTo>
                    <a:lnTo>
                      <a:pt x="147" y="443"/>
                    </a:lnTo>
                    <a:lnTo>
                      <a:pt x="142" y="434"/>
                    </a:lnTo>
                    <a:lnTo>
                      <a:pt x="138" y="425"/>
                    </a:lnTo>
                    <a:lnTo>
                      <a:pt x="134" y="415"/>
                    </a:lnTo>
                    <a:lnTo>
                      <a:pt x="127" y="393"/>
                    </a:lnTo>
                    <a:lnTo>
                      <a:pt x="123" y="371"/>
                    </a:lnTo>
                    <a:lnTo>
                      <a:pt x="120" y="347"/>
                    </a:lnTo>
                    <a:lnTo>
                      <a:pt x="119" y="322"/>
                    </a:lnTo>
                    <a:lnTo>
                      <a:pt x="119" y="309"/>
                    </a:lnTo>
                    <a:lnTo>
                      <a:pt x="120" y="295"/>
                    </a:lnTo>
                    <a:lnTo>
                      <a:pt x="122" y="282"/>
                    </a:lnTo>
                    <a:lnTo>
                      <a:pt x="123" y="270"/>
                    </a:lnTo>
                    <a:lnTo>
                      <a:pt x="125" y="257"/>
                    </a:lnTo>
                    <a:lnTo>
                      <a:pt x="128" y="246"/>
                    </a:lnTo>
                    <a:lnTo>
                      <a:pt x="131" y="235"/>
                    </a:lnTo>
                    <a:lnTo>
                      <a:pt x="136" y="223"/>
                    </a:lnTo>
                    <a:lnTo>
                      <a:pt x="140" y="213"/>
                    </a:lnTo>
                    <a:lnTo>
                      <a:pt x="145" y="203"/>
                    </a:lnTo>
                    <a:lnTo>
                      <a:pt x="149" y="193"/>
                    </a:lnTo>
                    <a:lnTo>
                      <a:pt x="155" y="184"/>
                    </a:lnTo>
                    <a:lnTo>
                      <a:pt x="160" y="176"/>
                    </a:lnTo>
                    <a:lnTo>
                      <a:pt x="167" y="168"/>
                    </a:lnTo>
                    <a:lnTo>
                      <a:pt x="174" y="159"/>
                    </a:lnTo>
                    <a:lnTo>
                      <a:pt x="181" y="152"/>
                    </a:lnTo>
                    <a:lnTo>
                      <a:pt x="188" y="145"/>
                    </a:lnTo>
                    <a:lnTo>
                      <a:pt x="196" y="139"/>
                    </a:lnTo>
                    <a:lnTo>
                      <a:pt x="204" y="133"/>
                    </a:lnTo>
                    <a:lnTo>
                      <a:pt x="213" y="127"/>
                    </a:lnTo>
                    <a:lnTo>
                      <a:pt x="221" y="121"/>
                    </a:lnTo>
                    <a:lnTo>
                      <a:pt x="230" y="117"/>
                    </a:lnTo>
                    <a:lnTo>
                      <a:pt x="239" y="112"/>
                    </a:lnTo>
                    <a:lnTo>
                      <a:pt x="250" y="109"/>
                    </a:lnTo>
                    <a:lnTo>
                      <a:pt x="270" y="102"/>
                    </a:lnTo>
                    <a:lnTo>
                      <a:pt x="291" y="98"/>
                    </a:lnTo>
                    <a:lnTo>
                      <a:pt x="313" y="95"/>
                    </a:lnTo>
                    <a:lnTo>
                      <a:pt x="337" y="94"/>
                    </a:lnTo>
                    <a:lnTo>
                      <a:pt x="355" y="95"/>
                    </a:lnTo>
                    <a:lnTo>
                      <a:pt x="373" y="96"/>
                    </a:lnTo>
                    <a:lnTo>
                      <a:pt x="389" y="98"/>
                    </a:lnTo>
                    <a:lnTo>
                      <a:pt x="405" y="101"/>
                    </a:lnTo>
                    <a:lnTo>
                      <a:pt x="420" y="105"/>
                    </a:lnTo>
                    <a:lnTo>
                      <a:pt x="434" y="109"/>
                    </a:lnTo>
                    <a:lnTo>
                      <a:pt x="446" y="113"/>
                    </a:lnTo>
                    <a:lnTo>
                      <a:pt x="457" y="118"/>
                    </a:lnTo>
                    <a:lnTo>
                      <a:pt x="482" y="28"/>
                    </a:lnTo>
                    <a:lnTo>
                      <a:pt x="473" y="24"/>
                    </a:lnTo>
                    <a:lnTo>
                      <a:pt x="459" y="19"/>
                    </a:lnTo>
                    <a:lnTo>
                      <a:pt x="444" y="13"/>
                    </a:lnTo>
                    <a:lnTo>
                      <a:pt x="426" y="9"/>
                    </a:lnTo>
                    <a:lnTo>
                      <a:pt x="406" y="6"/>
                    </a:lnTo>
                    <a:lnTo>
                      <a:pt x="383" y="3"/>
                    </a:lnTo>
                    <a:lnTo>
                      <a:pt x="359" y="1"/>
                    </a:lnTo>
                    <a:lnTo>
                      <a:pt x="332" y="0"/>
                    </a:lnTo>
                    <a:lnTo>
                      <a:pt x="314" y="1"/>
                    </a:lnTo>
                    <a:lnTo>
                      <a:pt x="297" y="2"/>
                    </a:lnTo>
                    <a:lnTo>
                      <a:pt x="280" y="4"/>
                    </a:lnTo>
                    <a:lnTo>
                      <a:pt x="263" y="6"/>
                    </a:lnTo>
                    <a:lnTo>
                      <a:pt x="247" y="9"/>
                    </a:lnTo>
                    <a:lnTo>
                      <a:pt x="231" y="13"/>
                    </a:lnTo>
                    <a:lnTo>
                      <a:pt x="216" y="17"/>
                    </a:lnTo>
                    <a:lnTo>
                      <a:pt x="200" y="23"/>
                    </a:lnTo>
                    <a:lnTo>
                      <a:pt x="185" y="29"/>
                    </a:lnTo>
                    <a:lnTo>
                      <a:pt x="172" y="35"/>
                    </a:lnTo>
                    <a:lnTo>
                      <a:pt x="157" y="42"/>
                    </a:lnTo>
                    <a:lnTo>
                      <a:pt x="144" y="50"/>
                    </a:lnTo>
                    <a:lnTo>
                      <a:pt x="130" y="59"/>
                    </a:lnTo>
                    <a:lnTo>
                      <a:pt x="118" y="68"/>
                    </a:lnTo>
                    <a:lnTo>
                      <a:pt x="107" y="77"/>
                    </a:lnTo>
                    <a:lnTo>
                      <a:pt x="94" y="87"/>
                    </a:lnTo>
                    <a:lnTo>
                      <a:pt x="84" y="99"/>
                    </a:lnTo>
                    <a:lnTo>
                      <a:pt x="74" y="110"/>
                    </a:lnTo>
                    <a:lnTo>
                      <a:pt x="65" y="122"/>
                    </a:lnTo>
                    <a:lnTo>
                      <a:pt x="55" y="135"/>
                    </a:lnTo>
                    <a:lnTo>
                      <a:pt x="47" y="148"/>
                    </a:lnTo>
                    <a:lnTo>
                      <a:pt x="39" y="162"/>
                    </a:lnTo>
                    <a:lnTo>
                      <a:pt x="32" y="176"/>
                    </a:lnTo>
                    <a:lnTo>
                      <a:pt x="26" y="190"/>
                    </a:lnTo>
                    <a:lnTo>
                      <a:pt x="19" y="206"/>
                    </a:lnTo>
                    <a:lnTo>
                      <a:pt x="14" y="222"/>
                    </a:lnTo>
                    <a:lnTo>
                      <a:pt x="10" y="239"/>
                    </a:lnTo>
                    <a:lnTo>
                      <a:pt x="6" y="255"/>
                    </a:lnTo>
                    <a:lnTo>
                      <a:pt x="4" y="273"/>
                    </a:lnTo>
                    <a:lnTo>
                      <a:pt x="2" y="290"/>
                    </a:lnTo>
                    <a:lnTo>
                      <a:pt x="1" y="309"/>
                    </a:lnTo>
                    <a:lnTo>
                      <a:pt x="0" y="328"/>
                    </a:lnTo>
                    <a:lnTo>
                      <a:pt x="1" y="346"/>
                    </a:lnTo>
                    <a:lnTo>
                      <a:pt x="2" y="362"/>
                    </a:lnTo>
                    <a:lnTo>
                      <a:pt x="3" y="380"/>
                    </a:lnTo>
                    <a:lnTo>
                      <a:pt x="6" y="395"/>
                    </a:lnTo>
                    <a:lnTo>
                      <a:pt x="9" y="412"/>
                    </a:lnTo>
                    <a:lnTo>
                      <a:pt x="12" y="427"/>
                    </a:lnTo>
                    <a:lnTo>
                      <a:pt x="16" y="441"/>
                    </a:lnTo>
                    <a:lnTo>
                      <a:pt x="22" y="457"/>
                    </a:lnTo>
                    <a:lnTo>
                      <a:pt x="28" y="470"/>
                    </a:lnTo>
                    <a:lnTo>
                      <a:pt x="34" y="484"/>
                    </a:lnTo>
                    <a:lnTo>
                      <a:pt x="41" y="497"/>
                    </a:lnTo>
                    <a:lnTo>
                      <a:pt x="48" y="509"/>
                    </a:lnTo>
                    <a:lnTo>
                      <a:pt x="56" y="522"/>
                    </a:lnTo>
                    <a:lnTo>
                      <a:pt x="66" y="534"/>
                    </a:lnTo>
                    <a:lnTo>
                      <a:pt x="75" y="544"/>
                    </a:lnTo>
                    <a:lnTo>
                      <a:pt x="84" y="555"/>
                    </a:lnTo>
                    <a:lnTo>
                      <a:pt x="95" y="565"/>
                    </a:lnTo>
                    <a:lnTo>
                      <a:pt x="106" y="574"/>
                    </a:lnTo>
                    <a:lnTo>
                      <a:pt x="118" y="583"/>
                    </a:lnTo>
                    <a:lnTo>
                      <a:pt x="130" y="592"/>
                    </a:lnTo>
                    <a:lnTo>
                      <a:pt x="143" y="599"/>
                    </a:lnTo>
                    <a:lnTo>
                      <a:pt x="156" y="606"/>
                    </a:lnTo>
                    <a:lnTo>
                      <a:pt x="169" y="612"/>
                    </a:lnTo>
                    <a:lnTo>
                      <a:pt x="184" y="618"/>
                    </a:lnTo>
                    <a:lnTo>
                      <a:pt x="199" y="623"/>
                    </a:lnTo>
                    <a:lnTo>
                      <a:pt x="215" y="628"/>
                    </a:lnTo>
                    <a:lnTo>
                      <a:pt x="230" y="632"/>
                    </a:lnTo>
                    <a:lnTo>
                      <a:pt x="247" y="635"/>
                    </a:lnTo>
                    <a:lnTo>
                      <a:pt x="263" y="637"/>
                    </a:lnTo>
                    <a:lnTo>
                      <a:pt x="280" y="639"/>
                    </a:lnTo>
                    <a:lnTo>
                      <a:pt x="298" y="640"/>
                    </a:lnTo>
                    <a:lnTo>
                      <a:pt x="316" y="641"/>
                    </a:lnTo>
                    <a:lnTo>
                      <a:pt x="344" y="640"/>
                    </a:lnTo>
                    <a:lnTo>
                      <a:pt x="370" y="638"/>
                    </a:lnTo>
                    <a:lnTo>
                      <a:pt x="393" y="635"/>
                    </a:lnTo>
                    <a:lnTo>
                      <a:pt x="415" y="632"/>
                    </a:lnTo>
                    <a:lnTo>
                      <a:pt x="435" y="628"/>
                    </a:lnTo>
                    <a:lnTo>
                      <a:pt x="451" y="622"/>
                    </a:lnTo>
                    <a:lnTo>
                      <a:pt x="465" y="617"/>
                    </a:lnTo>
                    <a:lnTo>
                      <a:pt x="478" y="612"/>
                    </a:lnTo>
                    <a:lnTo>
                      <a:pt x="458" y="523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solidFill>
                    <a:schemeClr val="bg1"/>
                  </a:solidFill>
                  <a:latin typeface="Myriad Pro"/>
                </a:endParaRPr>
              </a:p>
            </p:txBody>
          </p:sp>
          <p:sp>
            <p:nvSpPr>
              <p:cNvPr id="179" name="Freeform 178"/>
              <p:cNvSpPr>
                <a:spLocks noEditPoints="1"/>
              </p:cNvSpPr>
              <p:nvPr userDrawn="1"/>
            </p:nvSpPr>
            <p:spPr bwMode="auto">
              <a:xfrm>
                <a:off x="1562183" y="208452"/>
                <a:ext cx="363379" cy="90524"/>
              </a:xfrm>
              <a:custGeom>
                <a:avLst/>
                <a:gdLst/>
                <a:ahLst/>
                <a:cxnLst>
                  <a:cxn ang="0">
                    <a:pos x="598" y="179"/>
                  </a:cxn>
                  <a:cxn ang="0">
                    <a:pos x="598" y="0"/>
                  </a:cxn>
                  <a:cxn ang="0">
                    <a:pos x="524" y="0"/>
                  </a:cxn>
                  <a:cxn ang="0">
                    <a:pos x="449" y="0"/>
                  </a:cxn>
                  <a:cxn ang="0">
                    <a:pos x="374" y="0"/>
                  </a:cxn>
                  <a:cxn ang="0">
                    <a:pos x="299" y="0"/>
                  </a:cxn>
                  <a:cxn ang="0">
                    <a:pos x="224" y="0"/>
                  </a:cxn>
                  <a:cxn ang="0">
                    <a:pos x="150" y="0"/>
                  </a:cxn>
                  <a:cxn ang="0">
                    <a:pos x="75" y="0"/>
                  </a:cxn>
                  <a:cxn ang="0">
                    <a:pos x="0" y="0"/>
                  </a:cxn>
                  <a:cxn ang="0">
                    <a:pos x="0" y="179"/>
                  </a:cxn>
                  <a:cxn ang="0">
                    <a:pos x="176" y="179"/>
                  </a:cxn>
                  <a:cxn ang="0">
                    <a:pos x="176" y="621"/>
                  </a:cxn>
                  <a:cxn ang="0">
                    <a:pos x="423" y="621"/>
                  </a:cxn>
                  <a:cxn ang="0">
                    <a:pos x="423" y="179"/>
                  </a:cxn>
                  <a:cxn ang="0">
                    <a:pos x="598" y="179"/>
                  </a:cxn>
                  <a:cxn ang="0">
                    <a:pos x="907" y="250"/>
                  </a:cxn>
                  <a:cxn ang="0">
                    <a:pos x="781" y="621"/>
                  </a:cxn>
                  <a:cxn ang="0">
                    <a:pos x="539" y="621"/>
                  </a:cxn>
                  <a:cxn ang="0">
                    <a:pos x="776" y="0"/>
                  </a:cxn>
                  <a:cxn ang="0">
                    <a:pos x="809" y="0"/>
                  </a:cxn>
                  <a:cxn ang="0">
                    <a:pos x="842" y="0"/>
                  </a:cxn>
                  <a:cxn ang="0">
                    <a:pos x="874" y="0"/>
                  </a:cxn>
                  <a:cxn ang="0">
                    <a:pos x="907" y="0"/>
                  </a:cxn>
                  <a:cxn ang="0">
                    <a:pos x="939" y="0"/>
                  </a:cxn>
                  <a:cxn ang="0">
                    <a:pos x="972" y="0"/>
                  </a:cxn>
                  <a:cxn ang="0">
                    <a:pos x="1005" y="0"/>
                  </a:cxn>
                  <a:cxn ang="0">
                    <a:pos x="1038" y="0"/>
                  </a:cxn>
                  <a:cxn ang="0">
                    <a:pos x="1275" y="621"/>
                  </a:cxn>
                  <a:cxn ang="0">
                    <a:pos x="1033" y="621"/>
                  </a:cxn>
                  <a:cxn ang="0">
                    <a:pos x="907" y="250"/>
                  </a:cxn>
                  <a:cxn ang="0">
                    <a:pos x="1814" y="179"/>
                  </a:cxn>
                  <a:cxn ang="0">
                    <a:pos x="1814" y="0"/>
                  </a:cxn>
                  <a:cxn ang="0">
                    <a:pos x="1740" y="0"/>
                  </a:cxn>
                  <a:cxn ang="0">
                    <a:pos x="1665" y="0"/>
                  </a:cxn>
                  <a:cxn ang="0">
                    <a:pos x="1590" y="0"/>
                  </a:cxn>
                  <a:cxn ang="0">
                    <a:pos x="1515" y="0"/>
                  </a:cxn>
                  <a:cxn ang="0">
                    <a:pos x="1440" y="0"/>
                  </a:cxn>
                  <a:cxn ang="0">
                    <a:pos x="1366" y="0"/>
                  </a:cxn>
                  <a:cxn ang="0">
                    <a:pos x="1291" y="0"/>
                  </a:cxn>
                  <a:cxn ang="0">
                    <a:pos x="1216" y="0"/>
                  </a:cxn>
                  <a:cxn ang="0">
                    <a:pos x="1216" y="179"/>
                  </a:cxn>
                  <a:cxn ang="0">
                    <a:pos x="1391" y="179"/>
                  </a:cxn>
                  <a:cxn ang="0">
                    <a:pos x="1391" y="621"/>
                  </a:cxn>
                  <a:cxn ang="0">
                    <a:pos x="1639" y="621"/>
                  </a:cxn>
                  <a:cxn ang="0">
                    <a:pos x="1639" y="179"/>
                  </a:cxn>
                  <a:cxn ang="0">
                    <a:pos x="1814" y="179"/>
                  </a:cxn>
                  <a:cxn ang="0">
                    <a:pos x="2123" y="250"/>
                  </a:cxn>
                  <a:cxn ang="0">
                    <a:pos x="1996" y="621"/>
                  </a:cxn>
                  <a:cxn ang="0">
                    <a:pos x="1754" y="621"/>
                  </a:cxn>
                  <a:cxn ang="0">
                    <a:pos x="1991" y="0"/>
                  </a:cxn>
                  <a:cxn ang="0">
                    <a:pos x="2024" y="0"/>
                  </a:cxn>
                  <a:cxn ang="0">
                    <a:pos x="2057" y="0"/>
                  </a:cxn>
                  <a:cxn ang="0">
                    <a:pos x="2090" y="0"/>
                  </a:cxn>
                  <a:cxn ang="0">
                    <a:pos x="2123" y="0"/>
                  </a:cxn>
                  <a:cxn ang="0">
                    <a:pos x="2155" y="0"/>
                  </a:cxn>
                  <a:cxn ang="0">
                    <a:pos x="2188" y="0"/>
                  </a:cxn>
                  <a:cxn ang="0">
                    <a:pos x="2220" y="0"/>
                  </a:cxn>
                  <a:cxn ang="0">
                    <a:pos x="2253" y="0"/>
                  </a:cxn>
                  <a:cxn ang="0">
                    <a:pos x="2491" y="621"/>
                  </a:cxn>
                  <a:cxn ang="0">
                    <a:pos x="2248" y="621"/>
                  </a:cxn>
                  <a:cxn ang="0">
                    <a:pos x="2123" y="250"/>
                  </a:cxn>
                </a:cxnLst>
                <a:rect l="0" t="0" r="r" b="b"/>
                <a:pathLst>
                  <a:path w="2491" h="621">
                    <a:moveTo>
                      <a:pt x="598" y="179"/>
                    </a:moveTo>
                    <a:lnTo>
                      <a:pt x="598" y="0"/>
                    </a:lnTo>
                    <a:lnTo>
                      <a:pt x="524" y="0"/>
                    </a:lnTo>
                    <a:lnTo>
                      <a:pt x="449" y="0"/>
                    </a:lnTo>
                    <a:lnTo>
                      <a:pt x="374" y="0"/>
                    </a:lnTo>
                    <a:lnTo>
                      <a:pt x="299" y="0"/>
                    </a:lnTo>
                    <a:lnTo>
                      <a:pt x="224" y="0"/>
                    </a:lnTo>
                    <a:lnTo>
                      <a:pt x="150" y="0"/>
                    </a:lnTo>
                    <a:lnTo>
                      <a:pt x="75" y="0"/>
                    </a:lnTo>
                    <a:lnTo>
                      <a:pt x="0" y="0"/>
                    </a:lnTo>
                    <a:lnTo>
                      <a:pt x="0" y="179"/>
                    </a:lnTo>
                    <a:lnTo>
                      <a:pt x="176" y="179"/>
                    </a:lnTo>
                    <a:lnTo>
                      <a:pt x="176" y="621"/>
                    </a:lnTo>
                    <a:lnTo>
                      <a:pt x="423" y="621"/>
                    </a:lnTo>
                    <a:lnTo>
                      <a:pt x="423" y="179"/>
                    </a:lnTo>
                    <a:lnTo>
                      <a:pt x="598" y="179"/>
                    </a:lnTo>
                    <a:close/>
                    <a:moveTo>
                      <a:pt x="907" y="250"/>
                    </a:moveTo>
                    <a:lnTo>
                      <a:pt x="781" y="621"/>
                    </a:lnTo>
                    <a:lnTo>
                      <a:pt x="539" y="621"/>
                    </a:lnTo>
                    <a:lnTo>
                      <a:pt x="776" y="0"/>
                    </a:lnTo>
                    <a:lnTo>
                      <a:pt x="809" y="0"/>
                    </a:lnTo>
                    <a:lnTo>
                      <a:pt x="842" y="0"/>
                    </a:lnTo>
                    <a:lnTo>
                      <a:pt x="874" y="0"/>
                    </a:lnTo>
                    <a:lnTo>
                      <a:pt x="907" y="0"/>
                    </a:lnTo>
                    <a:lnTo>
                      <a:pt x="939" y="0"/>
                    </a:lnTo>
                    <a:lnTo>
                      <a:pt x="972" y="0"/>
                    </a:lnTo>
                    <a:lnTo>
                      <a:pt x="1005" y="0"/>
                    </a:lnTo>
                    <a:lnTo>
                      <a:pt x="1038" y="0"/>
                    </a:lnTo>
                    <a:lnTo>
                      <a:pt x="1275" y="621"/>
                    </a:lnTo>
                    <a:lnTo>
                      <a:pt x="1033" y="621"/>
                    </a:lnTo>
                    <a:lnTo>
                      <a:pt x="907" y="250"/>
                    </a:lnTo>
                    <a:close/>
                    <a:moveTo>
                      <a:pt x="1814" y="179"/>
                    </a:moveTo>
                    <a:lnTo>
                      <a:pt x="1814" y="0"/>
                    </a:lnTo>
                    <a:lnTo>
                      <a:pt x="1740" y="0"/>
                    </a:lnTo>
                    <a:lnTo>
                      <a:pt x="1665" y="0"/>
                    </a:lnTo>
                    <a:lnTo>
                      <a:pt x="1590" y="0"/>
                    </a:lnTo>
                    <a:lnTo>
                      <a:pt x="1515" y="0"/>
                    </a:lnTo>
                    <a:lnTo>
                      <a:pt x="1440" y="0"/>
                    </a:lnTo>
                    <a:lnTo>
                      <a:pt x="1366" y="0"/>
                    </a:lnTo>
                    <a:lnTo>
                      <a:pt x="1291" y="0"/>
                    </a:lnTo>
                    <a:lnTo>
                      <a:pt x="1216" y="0"/>
                    </a:lnTo>
                    <a:lnTo>
                      <a:pt x="1216" y="179"/>
                    </a:lnTo>
                    <a:lnTo>
                      <a:pt x="1391" y="179"/>
                    </a:lnTo>
                    <a:lnTo>
                      <a:pt x="1391" y="621"/>
                    </a:lnTo>
                    <a:lnTo>
                      <a:pt x="1639" y="621"/>
                    </a:lnTo>
                    <a:lnTo>
                      <a:pt x="1639" y="179"/>
                    </a:lnTo>
                    <a:lnTo>
                      <a:pt x="1814" y="179"/>
                    </a:lnTo>
                    <a:close/>
                    <a:moveTo>
                      <a:pt x="2123" y="250"/>
                    </a:moveTo>
                    <a:lnTo>
                      <a:pt x="1996" y="621"/>
                    </a:lnTo>
                    <a:lnTo>
                      <a:pt x="1754" y="621"/>
                    </a:lnTo>
                    <a:lnTo>
                      <a:pt x="1991" y="0"/>
                    </a:lnTo>
                    <a:lnTo>
                      <a:pt x="2024" y="0"/>
                    </a:lnTo>
                    <a:lnTo>
                      <a:pt x="2057" y="0"/>
                    </a:lnTo>
                    <a:lnTo>
                      <a:pt x="2090" y="0"/>
                    </a:lnTo>
                    <a:lnTo>
                      <a:pt x="2123" y="0"/>
                    </a:lnTo>
                    <a:lnTo>
                      <a:pt x="2155" y="0"/>
                    </a:lnTo>
                    <a:lnTo>
                      <a:pt x="2188" y="0"/>
                    </a:lnTo>
                    <a:lnTo>
                      <a:pt x="2220" y="0"/>
                    </a:lnTo>
                    <a:lnTo>
                      <a:pt x="2253" y="0"/>
                    </a:lnTo>
                    <a:lnTo>
                      <a:pt x="2491" y="621"/>
                    </a:lnTo>
                    <a:lnTo>
                      <a:pt x="2248" y="621"/>
                    </a:lnTo>
                    <a:lnTo>
                      <a:pt x="2123" y="250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solidFill>
                    <a:schemeClr val="bg1"/>
                  </a:solidFill>
                  <a:latin typeface="Myriad Pro"/>
                </a:endParaRPr>
              </a:p>
            </p:txBody>
          </p:sp>
        </p:grpSp>
        <p:cxnSp>
          <p:nvCxnSpPr>
            <p:cNvPr id="175" name="Straight Connector 174"/>
            <p:cNvCxnSpPr/>
            <p:nvPr/>
          </p:nvCxnSpPr>
          <p:spPr>
            <a:xfrm>
              <a:off x="922267" y="166149"/>
              <a:ext cx="0" cy="342581"/>
            </a:xfrm>
            <a:prstGeom prst="line">
              <a:avLst/>
            </a:prstGeom>
            <a:solidFill>
              <a:schemeClr val="tx1"/>
            </a:solidFill>
            <a:ln w="12700">
              <a:solidFill>
                <a:srgbClr val="007DC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76" name="Picture 175"/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3755" y="174956"/>
              <a:ext cx="531679" cy="337014"/>
            </a:xfrm>
            <a:prstGeom prst="rect">
              <a:avLst/>
            </a:prstGeom>
          </p:spPr>
        </p:pic>
      </p:grpSp>
      <p:pic>
        <p:nvPicPr>
          <p:cNvPr id="180" name="Picture 179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826180"/>
            <a:ext cx="4891635" cy="317319"/>
          </a:xfrm>
          <a:prstGeom prst="rect">
            <a:avLst/>
          </a:prstGeom>
        </p:spPr>
      </p:pic>
      <p:sp>
        <p:nvSpPr>
          <p:cNvPr id="181" name="TextBox 180"/>
          <p:cNvSpPr txBox="1"/>
          <p:nvPr userDrawn="1"/>
        </p:nvSpPr>
        <p:spPr>
          <a:xfrm>
            <a:off x="366308" y="4669962"/>
            <a:ext cx="2117887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Copyright © 2021 </a:t>
            </a:r>
            <a:r>
              <a:rPr lang="en-US" sz="7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Tata Consultancy Services Limited</a:t>
            </a:r>
          </a:p>
        </p:txBody>
      </p:sp>
      <p:sp>
        <p:nvSpPr>
          <p:cNvPr id="24" name="Title 1"/>
          <p:cNvSpPr>
            <a:spLocks noGrp="1"/>
          </p:cNvSpPr>
          <p:nvPr>
            <p:ph type="ctrTitle"/>
          </p:nvPr>
        </p:nvSpPr>
        <p:spPr>
          <a:xfrm>
            <a:off x="381003" y="2091673"/>
            <a:ext cx="5123095" cy="506724"/>
          </a:xfrm>
        </p:spPr>
        <p:txBody>
          <a:bodyPr vert="horz" wrap="square" lIns="68580" tIns="34290" rIns="68580" bIns="34290" rtlCol="0" anchor="ctr">
            <a:noAutofit/>
          </a:bodyPr>
          <a:lstStyle>
            <a:lvl1pPr>
              <a:defRPr lang="en-US" sz="240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>
              <a:lnSpc>
                <a:spcPct val="90000"/>
              </a:lnSpc>
              <a:spcBef>
                <a:spcPts val="100"/>
              </a:spcBef>
            </a:pPr>
            <a:r>
              <a:rPr lang="en-US" dirty="0"/>
              <a:t>Click to edit Master title style</a:t>
            </a:r>
          </a:p>
        </p:txBody>
      </p:sp>
      <p:sp>
        <p:nvSpPr>
          <p:cNvPr id="25" name="Subtitle 2"/>
          <p:cNvSpPr>
            <a:spLocks noGrp="1"/>
          </p:cNvSpPr>
          <p:nvPr>
            <p:ph type="subTitle" idx="1"/>
          </p:nvPr>
        </p:nvSpPr>
        <p:spPr>
          <a:xfrm>
            <a:off x="381003" y="2618201"/>
            <a:ext cx="5123095" cy="342900"/>
          </a:xfrm>
        </p:spPr>
        <p:txBody>
          <a:bodyPr vert="horz" lIns="68580" tIns="34290" rIns="68580" bIns="34290" rtlCol="0">
            <a:noAutofit/>
          </a:bodyPr>
          <a:lstStyle>
            <a:lvl1pPr marL="0" indent="0">
              <a:buNone/>
              <a:defRPr lang="en-US" sz="2000" dirty="0">
                <a:solidFill>
                  <a:schemeClr val="bg1"/>
                </a:solidFill>
              </a:defRPr>
            </a:lvl1pPr>
          </a:lstStyle>
          <a:p>
            <a:pPr marL="257175" marR="0" lvl="0" indent="-257175" fontAlgn="auto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SzTx/>
              <a:tabLst/>
            </a:pPr>
            <a:r>
              <a:rPr lang="en-US" dirty="0"/>
              <a:t>Click to edit Master subtitle style</a:t>
            </a:r>
          </a:p>
        </p:txBody>
      </p:sp>
      <p:sp>
        <p:nvSpPr>
          <p:cNvPr id="26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399646" y="3733898"/>
            <a:ext cx="1856666" cy="301760"/>
          </a:xfrm>
        </p:spPr>
        <p:txBody>
          <a:bodyPr vert="horz" lIns="68580" tIns="34290" rIns="68580" bIns="34290" rtlCol="0">
            <a:noAutofit/>
          </a:bodyPr>
          <a:lstStyle>
            <a:lvl1pPr marL="0" indent="0">
              <a:buNone/>
              <a:defRPr lang="en-US" sz="1400" dirty="0" smtClean="0">
                <a:solidFill>
                  <a:schemeClr val="bg1"/>
                </a:solidFill>
                <a:latin typeface="+mn-lt"/>
                <a:cs typeface="Calibri Light" panose="020F0302020204030204" pitchFamily="34" charset="0"/>
              </a:defRPr>
            </a:lvl1pPr>
          </a:lstStyle>
          <a:p>
            <a:pPr marL="257175" lvl="0" indent="-257175"/>
            <a:r>
              <a:rPr lang="en-US" dirty="0"/>
              <a:t>Insert Date</a:t>
            </a:r>
          </a:p>
        </p:txBody>
      </p:sp>
      <p:sp>
        <p:nvSpPr>
          <p:cNvPr id="27" name="Rectangle 26"/>
          <p:cNvSpPr/>
          <p:nvPr userDrawn="1"/>
        </p:nvSpPr>
        <p:spPr>
          <a:xfrm rot="5400000">
            <a:off x="-112141" y="2518005"/>
            <a:ext cx="869427" cy="4534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lvl="0" algn="ctr" defTabSz="685766"/>
            <a:endParaRPr lang="en-IN" dirty="0">
              <a:solidFill>
                <a:prstClr val="white"/>
              </a:solidFill>
            </a:endParaRPr>
          </a:p>
        </p:txBody>
      </p:sp>
      <p:pic>
        <p:nvPicPr>
          <p:cNvPr id="3" name="Picture 2" descr="Logo&#10;&#10;Description automatically generated">
            <a:extLst>
              <a:ext uri="{FF2B5EF4-FFF2-40B4-BE49-F238E27FC236}">
                <a16:creationId xmlns:a16="http://schemas.microsoft.com/office/drawing/2014/main" id="{615E9B08-E83C-4AE8-AAEF-9FE4F4C2C50A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1625" y="123438"/>
            <a:ext cx="1260839" cy="506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90548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416">
          <p15:clr>
            <a:srgbClr val="FBAE40"/>
          </p15:clr>
        </p15:guide>
        <p15:guide id="3" pos="288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2" name="Picture 21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448"/>
          <a:stretch/>
        </p:blipFill>
        <p:spPr>
          <a:xfrm>
            <a:off x="3577569" y="882041"/>
            <a:ext cx="5571891" cy="3697872"/>
          </a:xfrm>
          <a:prstGeom prst="rect">
            <a:avLst/>
          </a:prstGeom>
        </p:spPr>
      </p:pic>
      <p:sp>
        <p:nvSpPr>
          <p:cNvPr id="172" name="Rectangle 171"/>
          <p:cNvSpPr/>
          <p:nvPr userDrawn="1"/>
        </p:nvSpPr>
        <p:spPr>
          <a:xfrm>
            <a:off x="0" y="882041"/>
            <a:ext cx="9143999" cy="3697873"/>
          </a:xfrm>
          <a:prstGeom prst="rect">
            <a:avLst/>
          </a:prstGeom>
          <a:gradFill flip="none" rotWithShape="1">
            <a:gsLst>
              <a:gs pos="0">
                <a:srgbClr val="73459B"/>
              </a:gs>
              <a:gs pos="60000">
                <a:srgbClr val="D43A5F">
                  <a:alpha val="62000"/>
                </a:srgbClr>
              </a:gs>
              <a:gs pos="39000">
                <a:srgbClr val="BA2983"/>
              </a:gs>
              <a:gs pos="100000">
                <a:srgbClr val="F04D38">
                  <a:alpha val="3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766"/>
            <a:endParaRPr lang="en-IN" dirty="0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1003" y="2091673"/>
            <a:ext cx="5123095" cy="506724"/>
          </a:xfrm>
        </p:spPr>
        <p:txBody>
          <a:bodyPr vert="horz" wrap="square" lIns="68580" tIns="34290" rIns="68580" bIns="34290" rtlCol="0" anchor="ctr">
            <a:noAutofit/>
          </a:bodyPr>
          <a:lstStyle>
            <a:lvl1pPr>
              <a:defRPr lang="en-US" sz="240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>
              <a:lnSpc>
                <a:spcPct val="90000"/>
              </a:lnSpc>
              <a:spcBef>
                <a:spcPts val="100"/>
              </a:spcBef>
            </a:pPr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1003" y="2618201"/>
            <a:ext cx="5123095" cy="342900"/>
          </a:xfrm>
        </p:spPr>
        <p:txBody>
          <a:bodyPr vert="horz" lIns="68580" tIns="34290" rIns="68580" bIns="34290" rtlCol="0">
            <a:noAutofit/>
          </a:bodyPr>
          <a:lstStyle>
            <a:lvl1pPr marL="0" indent="0">
              <a:buNone/>
              <a:defRPr lang="en-US" sz="2000" dirty="0">
                <a:solidFill>
                  <a:schemeClr val="bg1"/>
                </a:solidFill>
              </a:defRPr>
            </a:lvl1pPr>
          </a:lstStyle>
          <a:p>
            <a:pPr marL="257175" marR="0" lvl="0" indent="-257175" fontAlgn="auto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SzTx/>
              <a:tabLst/>
            </a:pPr>
            <a:r>
              <a:rPr lang="en-US" dirty="0"/>
              <a:t>Click to edit Master subtitle style</a:t>
            </a:r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399646" y="3733898"/>
            <a:ext cx="1856666" cy="301760"/>
          </a:xfrm>
        </p:spPr>
        <p:txBody>
          <a:bodyPr vert="horz" lIns="68580" tIns="34290" rIns="68580" bIns="34290" rtlCol="0">
            <a:noAutofit/>
          </a:bodyPr>
          <a:lstStyle>
            <a:lvl1pPr marL="0" indent="0">
              <a:buNone/>
              <a:defRPr lang="en-US" sz="1400" dirty="0" smtClean="0">
                <a:solidFill>
                  <a:schemeClr val="bg1"/>
                </a:solidFill>
                <a:latin typeface="+mn-lt"/>
                <a:cs typeface="Calibri Light" panose="020F0302020204030204" pitchFamily="34" charset="0"/>
              </a:defRPr>
            </a:lvl1pPr>
          </a:lstStyle>
          <a:p>
            <a:pPr marL="257175" lvl="0" indent="-257175"/>
            <a:r>
              <a:rPr lang="en-US" dirty="0"/>
              <a:t>Insert Date</a:t>
            </a:r>
          </a:p>
        </p:txBody>
      </p:sp>
      <p:sp>
        <p:nvSpPr>
          <p:cNvPr id="171" name="Rectangle 170"/>
          <p:cNvSpPr/>
          <p:nvPr userDrawn="1"/>
        </p:nvSpPr>
        <p:spPr>
          <a:xfrm rot="5400000">
            <a:off x="-112141" y="2518005"/>
            <a:ext cx="869427" cy="4534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lvl="0" algn="ctr" defTabSz="685766"/>
            <a:endParaRPr lang="en-IN" dirty="0">
              <a:solidFill>
                <a:prstClr val="white"/>
              </a:solidFill>
            </a:endParaRPr>
          </a:p>
        </p:txBody>
      </p:sp>
      <p:grpSp>
        <p:nvGrpSpPr>
          <p:cNvPr id="173" name="Group 172"/>
          <p:cNvGrpSpPr/>
          <p:nvPr userDrawn="1"/>
        </p:nvGrpSpPr>
        <p:grpSpPr>
          <a:xfrm>
            <a:off x="283755" y="163261"/>
            <a:ext cx="2129833" cy="471311"/>
            <a:chOff x="283755" y="165687"/>
            <a:chExt cx="1564837" cy="346283"/>
          </a:xfrm>
        </p:grpSpPr>
        <p:grpSp>
          <p:nvGrpSpPr>
            <p:cNvPr id="174" name="Group 173"/>
            <p:cNvGrpSpPr/>
            <p:nvPr userDrawn="1"/>
          </p:nvGrpSpPr>
          <p:grpSpPr>
            <a:xfrm>
              <a:off x="1029100" y="165687"/>
              <a:ext cx="819492" cy="346282"/>
              <a:chOff x="1323430" y="208452"/>
              <a:chExt cx="838843" cy="354460"/>
            </a:xfrm>
            <a:solidFill>
              <a:srgbClr val="007DC5"/>
            </a:solidFill>
          </p:grpSpPr>
          <p:sp>
            <p:nvSpPr>
              <p:cNvPr id="177" name="Freeform 176"/>
              <p:cNvSpPr>
                <a:spLocks noEditPoints="1"/>
              </p:cNvSpPr>
              <p:nvPr userDrawn="1"/>
            </p:nvSpPr>
            <p:spPr bwMode="auto">
              <a:xfrm>
                <a:off x="1478162" y="472445"/>
                <a:ext cx="525842" cy="90467"/>
              </a:xfrm>
              <a:custGeom>
                <a:avLst/>
                <a:gdLst/>
                <a:ahLst/>
                <a:cxnLst>
                  <a:cxn ang="0">
                    <a:pos x="3511" y="637"/>
                  </a:cxn>
                  <a:cxn ang="0">
                    <a:pos x="3625" y="591"/>
                  </a:cxn>
                  <a:cxn ang="0">
                    <a:pos x="3691" y="454"/>
                  </a:cxn>
                  <a:cxn ang="0">
                    <a:pos x="3616" y="313"/>
                  </a:cxn>
                  <a:cxn ang="0">
                    <a:pos x="3441" y="224"/>
                  </a:cxn>
                  <a:cxn ang="0">
                    <a:pos x="3415" y="147"/>
                  </a:cxn>
                  <a:cxn ang="0">
                    <a:pos x="3489" y="95"/>
                  </a:cxn>
                  <a:cxn ang="0">
                    <a:pos x="3666" y="31"/>
                  </a:cxn>
                  <a:cxn ang="0">
                    <a:pos x="3447" y="8"/>
                  </a:cxn>
                  <a:cxn ang="0">
                    <a:pos x="3301" y="142"/>
                  </a:cxn>
                  <a:cxn ang="0">
                    <a:pos x="3355" y="299"/>
                  </a:cxn>
                  <a:cxn ang="0">
                    <a:pos x="3534" y="392"/>
                  </a:cxn>
                  <a:cxn ang="0">
                    <a:pos x="3575" y="471"/>
                  </a:cxn>
                  <a:cxn ang="0">
                    <a:pos x="3511" y="540"/>
                  </a:cxn>
                  <a:cxn ang="0">
                    <a:pos x="3327" y="514"/>
                  </a:cxn>
                  <a:cxn ang="0">
                    <a:pos x="3216" y="537"/>
                  </a:cxn>
                  <a:cxn ang="0">
                    <a:pos x="2637" y="544"/>
                  </a:cxn>
                  <a:cxn ang="0">
                    <a:pos x="2502" y="526"/>
                  </a:cxn>
                  <a:cxn ang="0">
                    <a:pos x="2420" y="453"/>
                  </a:cxn>
                  <a:cxn ang="0">
                    <a:pos x="2390" y="282"/>
                  </a:cxn>
                  <a:cxn ang="0">
                    <a:pos x="2435" y="168"/>
                  </a:cxn>
                  <a:cxn ang="0">
                    <a:pos x="2538" y="102"/>
                  </a:cxn>
                  <a:cxn ang="0">
                    <a:pos x="2726" y="118"/>
                  </a:cxn>
                  <a:cxn ang="0">
                    <a:pos x="2566" y="2"/>
                  </a:cxn>
                  <a:cxn ang="0">
                    <a:pos x="2399" y="59"/>
                  </a:cxn>
                  <a:cxn ang="0">
                    <a:pos x="2293" y="190"/>
                  </a:cxn>
                  <a:cxn ang="0">
                    <a:pos x="2272" y="380"/>
                  </a:cxn>
                  <a:cxn ang="0">
                    <a:pos x="2333" y="534"/>
                  </a:cxn>
                  <a:cxn ang="0">
                    <a:pos x="2467" y="623"/>
                  </a:cxn>
                  <a:cxn ang="0">
                    <a:pos x="2684" y="632"/>
                  </a:cxn>
                  <a:cxn ang="0">
                    <a:pos x="1776" y="631"/>
                  </a:cxn>
                  <a:cxn ang="0">
                    <a:pos x="1717" y="518"/>
                  </a:cxn>
                  <a:cxn ang="0">
                    <a:pos x="1447" y="10"/>
                  </a:cxn>
                  <a:cxn ang="0">
                    <a:pos x="1210" y="97"/>
                  </a:cxn>
                  <a:cxn ang="0">
                    <a:pos x="1281" y="178"/>
                  </a:cxn>
                  <a:cxn ang="0">
                    <a:pos x="1231" y="277"/>
                  </a:cxn>
                  <a:cxn ang="0">
                    <a:pos x="1090" y="375"/>
                  </a:cxn>
                  <a:cxn ang="0">
                    <a:pos x="1233" y="415"/>
                  </a:cxn>
                  <a:cxn ang="0">
                    <a:pos x="1297" y="622"/>
                  </a:cxn>
                  <a:cxn ang="0">
                    <a:pos x="1362" y="436"/>
                  </a:cxn>
                  <a:cxn ang="0">
                    <a:pos x="1282" y="337"/>
                  </a:cxn>
                  <a:cxn ang="0">
                    <a:pos x="1374" y="258"/>
                  </a:cxn>
                  <a:cxn ang="0">
                    <a:pos x="1373" y="94"/>
                  </a:cxn>
                  <a:cxn ang="0">
                    <a:pos x="1263" y="17"/>
                  </a:cxn>
                  <a:cxn ang="0">
                    <a:pos x="995" y="15"/>
                  </a:cxn>
                  <a:cxn ang="0">
                    <a:pos x="879" y="537"/>
                  </a:cxn>
                  <a:cxn ang="0">
                    <a:pos x="118" y="637"/>
                  </a:cxn>
                  <a:cxn ang="0">
                    <a:pos x="303" y="613"/>
                  </a:cxn>
                  <a:cxn ang="0">
                    <a:pos x="388" y="526"/>
                  </a:cxn>
                  <a:cxn ang="0">
                    <a:pos x="373" y="355"/>
                  </a:cxn>
                  <a:cxn ang="0">
                    <a:pos x="190" y="247"/>
                  </a:cxn>
                  <a:cxn ang="0">
                    <a:pos x="125" y="177"/>
                  </a:cxn>
                  <a:cxn ang="0">
                    <a:pos x="163" y="107"/>
                  </a:cxn>
                  <a:cxn ang="0">
                    <a:pos x="317" y="108"/>
                  </a:cxn>
                  <a:cxn ang="0">
                    <a:pos x="254" y="1"/>
                  </a:cxn>
                  <a:cxn ang="0">
                    <a:pos x="44" y="77"/>
                  </a:cxn>
                  <a:cxn ang="0">
                    <a:pos x="29" y="253"/>
                  </a:cxn>
                  <a:cxn ang="0">
                    <a:pos x="178" y="359"/>
                  </a:cxn>
                  <a:cxn ang="0">
                    <a:pos x="284" y="437"/>
                  </a:cxn>
                  <a:cxn ang="0">
                    <a:pos x="259" y="524"/>
                  </a:cxn>
                  <a:cxn ang="0">
                    <a:pos x="112" y="540"/>
                  </a:cxn>
                </a:cxnLst>
                <a:rect l="0" t="0" r="r" b="b"/>
                <a:pathLst>
                  <a:path w="3691" h="641">
                    <a:moveTo>
                      <a:pt x="3288" y="601"/>
                    </a:moveTo>
                    <a:lnTo>
                      <a:pt x="3302" y="609"/>
                    </a:lnTo>
                    <a:lnTo>
                      <a:pt x="3319" y="616"/>
                    </a:lnTo>
                    <a:lnTo>
                      <a:pt x="3338" y="622"/>
                    </a:lnTo>
                    <a:lnTo>
                      <a:pt x="3360" y="629"/>
                    </a:lnTo>
                    <a:lnTo>
                      <a:pt x="3382" y="634"/>
                    </a:lnTo>
                    <a:lnTo>
                      <a:pt x="3406" y="637"/>
                    </a:lnTo>
                    <a:lnTo>
                      <a:pt x="3431" y="640"/>
                    </a:lnTo>
                    <a:lnTo>
                      <a:pt x="3455" y="641"/>
                    </a:lnTo>
                    <a:lnTo>
                      <a:pt x="3484" y="640"/>
                    </a:lnTo>
                    <a:lnTo>
                      <a:pt x="3511" y="637"/>
                    </a:lnTo>
                    <a:lnTo>
                      <a:pt x="3524" y="635"/>
                    </a:lnTo>
                    <a:lnTo>
                      <a:pt x="3536" y="632"/>
                    </a:lnTo>
                    <a:lnTo>
                      <a:pt x="3548" y="629"/>
                    </a:lnTo>
                    <a:lnTo>
                      <a:pt x="3559" y="625"/>
                    </a:lnTo>
                    <a:lnTo>
                      <a:pt x="3570" y="621"/>
                    </a:lnTo>
                    <a:lnTo>
                      <a:pt x="3581" y="617"/>
                    </a:lnTo>
                    <a:lnTo>
                      <a:pt x="3590" y="613"/>
                    </a:lnTo>
                    <a:lnTo>
                      <a:pt x="3600" y="608"/>
                    </a:lnTo>
                    <a:lnTo>
                      <a:pt x="3608" y="603"/>
                    </a:lnTo>
                    <a:lnTo>
                      <a:pt x="3618" y="597"/>
                    </a:lnTo>
                    <a:lnTo>
                      <a:pt x="3625" y="591"/>
                    </a:lnTo>
                    <a:lnTo>
                      <a:pt x="3633" y="584"/>
                    </a:lnTo>
                    <a:lnTo>
                      <a:pt x="3639" y="578"/>
                    </a:lnTo>
                    <a:lnTo>
                      <a:pt x="3646" y="571"/>
                    </a:lnTo>
                    <a:lnTo>
                      <a:pt x="3653" y="564"/>
                    </a:lnTo>
                    <a:lnTo>
                      <a:pt x="3658" y="557"/>
                    </a:lnTo>
                    <a:lnTo>
                      <a:pt x="3668" y="541"/>
                    </a:lnTo>
                    <a:lnTo>
                      <a:pt x="3676" y="526"/>
                    </a:lnTo>
                    <a:lnTo>
                      <a:pt x="3682" y="508"/>
                    </a:lnTo>
                    <a:lnTo>
                      <a:pt x="3687" y="491"/>
                    </a:lnTo>
                    <a:lnTo>
                      <a:pt x="3690" y="472"/>
                    </a:lnTo>
                    <a:lnTo>
                      <a:pt x="3691" y="454"/>
                    </a:lnTo>
                    <a:lnTo>
                      <a:pt x="3690" y="437"/>
                    </a:lnTo>
                    <a:lnTo>
                      <a:pt x="3688" y="422"/>
                    </a:lnTo>
                    <a:lnTo>
                      <a:pt x="3684" y="407"/>
                    </a:lnTo>
                    <a:lnTo>
                      <a:pt x="3680" y="393"/>
                    </a:lnTo>
                    <a:lnTo>
                      <a:pt x="3675" y="380"/>
                    </a:lnTo>
                    <a:lnTo>
                      <a:pt x="3668" y="367"/>
                    </a:lnTo>
                    <a:lnTo>
                      <a:pt x="3660" y="355"/>
                    </a:lnTo>
                    <a:lnTo>
                      <a:pt x="3651" y="344"/>
                    </a:lnTo>
                    <a:lnTo>
                      <a:pt x="3640" y="332"/>
                    </a:lnTo>
                    <a:lnTo>
                      <a:pt x="3629" y="322"/>
                    </a:lnTo>
                    <a:lnTo>
                      <a:pt x="3616" y="313"/>
                    </a:lnTo>
                    <a:lnTo>
                      <a:pt x="3601" y="303"/>
                    </a:lnTo>
                    <a:lnTo>
                      <a:pt x="3586" y="294"/>
                    </a:lnTo>
                    <a:lnTo>
                      <a:pt x="3568" y="286"/>
                    </a:lnTo>
                    <a:lnTo>
                      <a:pt x="3550" y="278"/>
                    </a:lnTo>
                    <a:lnTo>
                      <a:pt x="3530" y="270"/>
                    </a:lnTo>
                    <a:lnTo>
                      <a:pt x="3502" y="258"/>
                    </a:lnTo>
                    <a:lnTo>
                      <a:pt x="3477" y="247"/>
                    </a:lnTo>
                    <a:lnTo>
                      <a:pt x="3467" y="242"/>
                    </a:lnTo>
                    <a:lnTo>
                      <a:pt x="3457" y="236"/>
                    </a:lnTo>
                    <a:lnTo>
                      <a:pt x="3448" y="230"/>
                    </a:lnTo>
                    <a:lnTo>
                      <a:pt x="3441" y="224"/>
                    </a:lnTo>
                    <a:lnTo>
                      <a:pt x="3434" y="219"/>
                    </a:lnTo>
                    <a:lnTo>
                      <a:pt x="3428" y="213"/>
                    </a:lnTo>
                    <a:lnTo>
                      <a:pt x="3423" y="206"/>
                    </a:lnTo>
                    <a:lnTo>
                      <a:pt x="3419" y="200"/>
                    </a:lnTo>
                    <a:lnTo>
                      <a:pt x="3416" y="192"/>
                    </a:lnTo>
                    <a:lnTo>
                      <a:pt x="3414" y="184"/>
                    </a:lnTo>
                    <a:lnTo>
                      <a:pt x="3412" y="177"/>
                    </a:lnTo>
                    <a:lnTo>
                      <a:pt x="3412" y="168"/>
                    </a:lnTo>
                    <a:lnTo>
                      <a:pt x="3412" y="162"/>
                    </a:lnTo>
                    <a:lnTo>
                      <a:pt x="3413" y="154"/>
                    </a:lnTo>
                    <a:lnTo>
                      <a:pt x="3415" y="147"/>
                    </a:lnTo>
                    <a:lnTo>
                      <a:pt x="3418" y="141"/>
                    </a:lnTo>
                    <a:lnTo>
                      <a:pt x="3421" y="135"/>
                    </a:lnTo>
                    <a:lnTo>
                      <a:pt x="3426" y="129"/>
                    </a:lnTo>
                    <a:lnTo>
                      <a:pt x="3431" y="122"/>
                    </a:lnTo>
                    <a:lnTo>
                      <a:pt x="3437" y="117"/>
                    </a:lnTo>
                    <a:lnTo>
                      <a:pt x="3443" y="112"/>
                    </a:lnTo>
                    <a:lnTo>
                      <a:pt x="3450" y="107"/>
                    </a:lnTo>
                    <a:lnTo>
                      <a:pt x="3459" y="103"/>
                    </a:lnTo>
                    <a:lnTo>
                      <a:pt x="3469" y="100"/>
                    </a:lnTo>
                    <a:lnTo>
                      <a:pt x="3479" y="97"/>
                    </a:lnTo>
                    <a:lnTo>
                      <a:pt x="3489" y="95"/>
                    </a:lnTo>
                    <a:lnTo>
                      <a:pt x="3502" y="94"/>
                    </a:lnTo>
                    <a:lnTo>
                      <a:pt x="3515" y="94"/>
                    </a:lnTo>
                    <a:lnTo>
                      <a:pt x="3535" y="94"/>
                    </a:lnTo>
                    <a:lnTo>
                      <a:pt x="3555" y="96"/>
                    </a:lnTo>
                    <a:lnTo>
                      <a:pt x="3573" y="100"/>
                    </a:lnTo>
                    <a:lnTo>
                      <a:pt x="3590" y="104"/>
                    </a:lnTo>
                    <a:lnTo>
                      <a:pt x="3604" y="108"/>
                    </a:lnTo>
                    <a:lnTo>
                      <a:pt x="3618" y="113"/>
                    </a:lnTo>
                    <a:lnTo>
                      <a:pt x="3629" y="118"/>
                    </a:lnTo>
                    <a:lnTo>
                      <a:pt x="3638" y="122"/>
                    </a:lnTo>
                    <a:lnTo>
                      <a:pt x="3666" y="31"/>
                    </a:lnTo>
                    <a:lnTo>
                      <a:pt x="3653" y="25"/>
                    </a:lnTo>
                    <a:lnTo>
                      <a:pt x="3638" y="20"/>
                    </a:lnTo>
                    <a:lnTo>
                      <a:pt x="3622" y="14"/>
                    </a:lnTo>
                    <a:lnTo>
                      <a:pt x="3604" y="9"/>
                    </a:lnTo>
                    <a:lnTo>
                      <a:pt x="3585" y="6"/>
                    </a:lnTo>
                    <a:lnTo>
                      <a:pt x="3564" y="3"/>
                    </a:lnTo>
                    <a:lnTo>
                      <a:pt x="3542" y="1"/>
                    </a:lnTo>
                    <a:lnTo>
                      <a:pt x="3517" y="0"/>
                    </a:lnTo>
                    <a:lnTo>
                      <a:pt x="3492" y="1"/>
                    </a:lnTo>
                    <a:lnTo>
                      <a:pt x="3469" y="4"/>
                    </a:lnTo>
                    <a:lnTo>
                      <a:pt x="3447" y="8"/>
                    </a:lnTo>
                    <a:lnTo>
                      <a:pt x="3426" y="14"/>
                    </a:lnTo>
                    <a:lnTo>
                      <a:pt x="3406" y="22"/>
                    </a:lnTo>
                    <a:lnTo>
                      <a:pt x="3389" y="30"/>
                    </a:lnTo>
                    <a:lnTo>
                      <a:pt x="3372" y="40"/>
                    </a:lnTo>
                    <a:lnTo>
                      <a:pt x="3357" y="51"/>
                    </a:lnTo>
                    <a:lnTo>
                      <a:pt x="3343" y="64"/>
                    </a:lnTo>
                    <a:lnTo>
                      <a:pt x="3331" y="77"/>
                    </a:lnTo>
                    <a:lnTo>
                      <a:pt x="3322" y="93"/>
                    </a:lnTo>
                    <a:lnTo>
                      <a:pt x="3312" y="108"/>
                    </a:lnTo>
                    <a:lnTo>
                      <a:pt x="3306" y="124"/>
                    </a:lnTo>
                    <a:lnTo>
                      <a:pt x="3301" y="142"/>
                    </a:lnTo>
                    <a:lnTo>
                      <a:pt x="3298" y="159"/>
                    </a:lnTo>
                    <a:lnTo>
                      <a:pt x="3297" y="179"/>
                    </a:lnTo>
                    <a:lnTo>
                      <a:pt x="3298" y="194"/>
                    </a:lnTo>
                    <a:lnTo>
                      <a:pt x="3300" y="211"/>
                    </a:lnTo>
                    <a:lnTo>
                      <a:pt x="3304" y="225"/>
                    </a:lnTo>
                    <a:lnTo>
                      <a:pt x="3309" y="240"/>
                    </a:lnTo>
                    <a:lnTo>
                      <a:pt x="3316" y="253"/>
                    </a:lnTo>
                    <a:lnTo>
                      <a:pt x="3324" y="265"/>
                    </a:lnTo>
                    <a:lnTo>
                      <a:pt x="3333" y="277"/>
                    </a:lnTo>
                    <a:lnTo>
                      <a:pt x="3343" y="288"/>
                    </a:lnTo>
                    <a:lnTo>
                      <a:pt x="3355" y="299"/>
                    </a:lnTo>
                    <a:lnTo>
                      <a:pt x="3367" y="310"/>
                    </a:lnTo>
                    <a:lnTo>
                      <a:pt x="3381" y="319"/>
                    </a:lnTo>
                    <a:lnTo>
                      <a:pt x="3396" y="328"/>
                    </a:lnTo>
                    <a:lnTo>
                      <a:pt x="3412" y="336"/>
                    </a:lnTo>
                    <a:lnTo>
                      <a:pt x="3429" y="345"/>
                    </a:lnTo>
                    <a:lnTo>
                      <a:pt x="3447" y="352"/>
                    </a:lnTo>
                    <a:lnTo>
                      <a:pt x="3466" y="359"/>
                    </a:lnTo>
                    <a:lnTo>
                      <a:pt x="3492" y="369"/>
                    </a:lnTo>
                    <a:lnTo>
                      <a:pt x="3516" y="381"/>
                    </a:lnTo>
                    <a:lnTo>
                      <a:pt x="3525" y="386"/>
                    </a:lnTo>
                    <a:lnTo>
                      <a:pt x="3534" y="392"/>
                    </a:lnTo>
                    <a:lnTo>
                      <a:pt x="3543" y="397"/>
                    </a:lnTo>
                    <a:lnTo>
                      <a:pt x="3550" y="403"/>
                    </a:lnTo>
                    <a:lnTo>
                      <a:pt x="3556" y="409"/>
                    </a:lnTo>
                    <a:lnTo>
                      <a:pt x="3561" y="417"/>
                    </a:lnTo>
                    <a:lnTo>
                      <a:pt x="3565" y="423"/>
                    </a:lnTo>
                    <a:lnTo>
                      <a:pt x="3569" y="430"/>
                    </a:lnTo>
                    <a:lnTo>
                      <a:pt x="3571" y="437"/>
                    </a:lnTo>
                    <a:lnTo>
                      <a:pt x="3573" y="445"/>
                    </a:lnTo>
                    <a:lnTo>
                      <a:pt x="3575" y="454"/>
                    </a:lnTo>
                    <a:lnTo>
                      <a:pt x="3576" y="462"/>
                    </a:lnTo>
                    <a:lnTo>
                      <a:pt x="3575" y="471"/>
                    </a:lnTo>
                    <a:lnTo>
                      <a:pt x="3573" y="480"/>
                    </a:lnTo>
                    <a:lnTo>
                      <a:pt x="3571" y="489"/>
                    </a:lnTo>
                    <a:lnTo>
                      <a:pt x="3567" y="497"/>
                    </a:lnTo>
                    <a:lnTo>
                      <a:pt x="3563" y="504"/>
                    </a:lnTo>
                    <a:lnTo>
                      <a:pt x="3558" y="511"/>
                    </a:lnTo>
                    <a:lnTo>
                      <a:pt x="3553" y="517"/>
                    </a:lnTo>
                    <a:lnTo>
                      <a:pt x="3546" y="524"/>
                    </a:lnTo>
                    <a:lnTo>
                      <a:pt x="3539" y="529"/>
                    </a:lnTo>
                    <a:lnTo>
                      <a:pt x="3530" y="533"/>
                    </a:lnTo>
                    <a:lnTo>
                      <a:pt x="3521" y="537"/>
                    </a:lnTo>
                    <a:lnTo>
                      <a:pt x="3511" y="540"/>
                    </a:lnTo>
                    <a:lnTo>
                      <a:pt x="3500" y="543"/>
                    </a:lnTo>
                    <a:lnTo>
                      <a:pt x="3488" y="545"/>
                    </a:lnTo>
                    <a:lnTo>
                      <a:pt x="3476" y="546"/>
                    </a:lnTo>
                    <a:lnTo>
                      <a:pt x="3463" y="546"/>
                    </a:lnTo>
                    <a:lnTo>
                      <a:pt x="3441" y="546"/>
                    </a:lnTo>
                    <a:lnTo>
                      <a:pt x="3420" y="543"/>
                    </a:lnTo>
                    <a:lnTo>
                      <a:pt x="3400" y="540"/>
                    </a:lnTo>
                    <a:lnTo>
                      <a:pt x="3379" y="535"/>
                    </a:lnTo>
                    <a:lnTo>
                      <a:pt x="3361" y="529"/>
                    </a:lnTo>
                    <a:lnTo>
                      <a:pt x="3343" y="523"/>
                    </a:lnTo>
                    <a:lnTo>
                      <a:pt x="3327" y="514"/>
                    </a:lnTo>
                    <a:lnTo>
                      <a:pt x="3312" y="507"/>
                    </a:lnTo>
                    <a:lnTo>
                      <a:pt x="3288" y="601"/>
                    </a:lnTo>
                    <a:close/>
                    <a:moveTo>
                      <a:pt x="3188" y="263"/>
                    </a:moveTo>
                    <a:lnTo>
                      <a:pt x="2955" y="263"/>
                    </a:lnTo>
                    <a:lnTo>
                      <a:pt x="2955" y="104"/>
                    </a:lnTo>
                    <a:lnTo>
                      <a:pt x="3202" y="104"/>
                    </a:lnTo>
                    <a:lnTo>
                      <a:pt x="3202" y="10"/>
                    </a:lnTo>
                    <a:lnTo>
                      <a:pt x="2841" y="10"/>
                    </a:lnTo>
                    <a:lnTo>
                      <a:pt x="2841" y="631"/>
                    </a:lnTo>
                    <a:lnTo>
                      <a:pt x="3216" y="631"/>
                    </a:lnTo>
                    <a:lnTo>
                      <a:pt x="3216" y="537"/>
                    </a:lnTo>
                    <a:lnTo>
                      <a:pt x="2955" y="537"/>
                    </a:lnTo>
                    <a:lnTo>
                      <a:pt x="2955" y="355"/>
                    </a:lnTo>
                    <a:lnTo>
                      <a:pt x="3188" y="355"/>
                    </a:lnTo>
                    <a:lnTo>
                      <a:pt x="3188" y="263"/>
                    </a:lnTo>
                    <a:close/>
                    <a:moveTo>
                      <a:pt x="2727" y="523"/>
                    </a:moveTo>
                    <a:lnTo>
                      <a:pt x="2714" y="528"/>
                    </a:lnTo>
                    <a:lnTo>
                      <a:pt x="2701" y="532"/>
                    </a:lnTo>
                    <a:lnTo>
                      <a:pt x="2687" y="536"/>
                    </a:lnTo>
                    <a:lnTo>
                      <a:pt x="2671" y="539"/>
                    </a:lnTo>
                    <a:lnTo>
                      <a:pt x="2655" y="542"/>
                    </a:lnTo>
                    <a:lnTo>
                      <a:pt x="2637" y="544"/>
                    </a:lnTo>
                    <a:lnTo>
                      <a:pt x="2621" y="545"/>
                    </a:lnTo>
                    <a:lnTo>
                      <a:pt x="2604" y="545"/>
                    </a:lnTo>
                    <a:lnTo>
                      <a:pt x="2590" y="545"/>
                    </a:lnTo>
                    <a:lnTo>
                      <a:pt x="2579" y="544"/>
                    </a:lnTo>
                    <a:lnTo>
                      <a:pt x="2567" y="543"/>
                    </a:lnTo>
                    <a:lnTo>
                      <a:pt x="2555" y="541"/>
                    </a:lnTo>
                    <a:lnTo>
                      <a:pt x="2544" y="539"/>
                    </a:lnTo>
                    <a:lnTo>
                      <a:pt x="2533" y="537"/>
                    </a:lnTo>
                    <a:lnTo>
                      <a:pt x="2522" y="534"/>
                    </a:lnTo>
                    <a:lnTo>
                      <a:pt x="2512" y="530"/>
                    </a:lnTo>
                    <a:lnTo>
                      <a:pt x="2502" y="526"/>
                    </a:lnTo>
                    <a:lnTo>
                      <a:pt x="2493" y="522"/>
                    </a:lnTo>
                    <a:lnTo>
                      <a:pt x="2483" y="516"/>
                    </a:lnTo>
                    <a:lnTo>
                      <a:pt x="2475" y="511"/>
                    </a:lnTo>
                    <a:lnTo>
                      <a:pt x="2467" y="505"/>
                    </a:lnTo>
                    <a:lnTo>
                      <a:pt x="2459" y="499"/>
                    </a:lnTo>
                    <a:lnTo>
                      <a:pt x="2451" y="492"/>
                    </a:lnTo>
                    <a:lnTo>
                      <a:pt x="2444" y="486"/>
                    </a:lnTo>
                    <a:lnTo>
                      <a:pt x="2437" y="477"/>
                    </a:lnTo>
                    <a:lnTo>
                      <a:pt x="2431" y="470"/>
                    </a:lnTo>
                    <a:lnTo>
                      <a:pt x="2426" y="462"/>
                    </a:lnTo>
                    <a:lnTo>
                      <a:pt x="2420" y="453"/>
                    </a:lnTo>
                    <a:lnTo>
                      <a:pt x="2414" y="443"/>
                    </a:lnTo>
                    <a:lnTo>
                      <a:pt x="2410" y="434"/>
                    </a:lnTo>
                    <a:lnTo>
                      <a:pt x="2406" y="425"/>
                    </a:lnTo>
                    <a:lnTo>
                      <a:pt x="2402" y="415"/>
                    </a:lnTo>
                    <a:lnTo>
                      <a:pt x="2396" y="393"/>
                    </a:lnTo>
                    <a:lnTo>
                      <a:pt x="2391" y="371"/>
                    </a:lnTo>
                    <a:lnTo>
                      <a:pt x="2389" y="347"/>
                    </a:lnTo>
                    <a:lnTo>
                      <a:pt x="2388" y="322"/>
                    </a:lnTo>
                    <a:lnTo>
                      <a:pt x="2388" y="309"/>
                    </a:lnTo>
                    <a:lnTo>
                      <a:pt x="2389" y="295"/>
                    </a:lnTo>
                    <a:lnTo>
                      <a:pt x="2390" y="282"/>
                    </a:lnTo>
                    <a:lnTo>
                      <a:pt x="2392" y="270"/>
                    </a:lnTo>
                    <a:lnTo>
                      <a:pt x="2394" y="257"/>
                    </a:lnTo>
                    <a:lnTo>
                      <a:pt x="2397" y="246"/>
                    </a:lnTo>
                    <a:lnTo>
                      <a:pt x="2400" y="235"/>
                    </a:lnTo>
                    <a:lnTo>
                      <a:pt x="2403" y="223"/>
                    </a:lnTo>
                    <a:lnTo>
                      <a:pt x="2408" y="213"/>
                    </a:lnTo>
                    <a:lnTo>
                      <a:pt x="2412" y="203"/>
                    </a:lnTo>
                    <a:lnTo>
                      <a:pt x="2418" y="193"/>
                    </a:lnTo>
                    <a:lnTo>
                      <a:pt x="2423" y="184"/>
                    </a:lnTo>
                    <a:lnTo>
                      <a:pt x="2429" y="176"/>
                    </a:lnTo>
                    <a:lnTo>
                      <a:pt x="2435" y="168"/>
                    </a:lnTo>
                    <a:lnTo>
                      <a:pt x="2441" y="159"/>
                    </a:lnTo>
                    <a:lnTo>
                      <a:pt x="2448" y="152"/>
                    </a:lnTo>
                    <a:lnTo>
                      <a:pt x="2457" y="145"/>
                    </a:lnTo>
                    <a:lnTo>
                      <a:pt x="2464" y="139"/>
                    </a:lnTo>
                    <a:lnTo>
                      <a:pt x="2472" y="133"/>
                    </a:lnTo>
                    <a:lnTo>
                      <a:pt x="2480" y="127"/>
                    </a:lnTo>
                    <a:lnTo>
                      <a:pt x="2489" y="121"/>
                    </a:lnTo>
                    <a:lnTo>
                      <a:pt x="2499" y="117"/>
                    </a:lnTo>
                    <a:lnTo>
                      <a:pt x="2508" y="112"/>
                    </a:lnTo>
                    <a:lnTo>
                      <a:pt x="2517" y="109"/>
                    </a:lnTo>
                    <a:lnTo>
                      <a:pt x="2538" y="102"/>
                    </a:lnTo>
                    <a:lnTo>
                      <a:pt x="2559" y="98"/>
                    </a:lnTo>
                    <a:lnTo>
                      <a:pt x="2582" y="95"/>
                    </a:lnTo>
                    <a:lnTo>
                      <a:pt x="2605" y="94"/>
                    </a:lnTo>
                    <a:lnTo>
                      <a:pt x="2623" y="95"/>
                    </a:lnTo>
                    <a:lnTo>
                      <a:pt x="2641" y="96"/>
                    </a:lnTo>
                    <a:lnTo>
                      <a:pt x="2658" y="98"/>
                    </a:lnTo>
                    <a:lnTo>
                      <a:pt x="2673" y="101"/>
                    </a:lnTo>
                    <a:lnTo>
                      <a:pt x="2688" y="105"/>
                    </a:lnTo>
                    <a:lnTo>
                      <a:pt x="2701" y="109"/>
                    </a:lnTo>
                    <a:lnTo>
                      <a:pt x="2714" y="113"/>
                    </a:lnTo>
                    <a:lnTo>
                      <a:pt x="2726" y="118"/>
                    </a:lnTo>
                    <a:lnTo>
                      <a:pt x="2750" y="28"/>
                    </a:lnTo>
                    <a:lnTo>
                      <a:pt x="2740" y="24"/>
                    </a:lnTo>
                    <a:lnTo>
                      <a:pt x="2728" y="19"/>
                    </a:lnTo>
                    <a:lnTo>
                      <a:pt x="2712" y="13"/>
                    </a:lnTo>
                    <a:lnTo>
                      <a:pt x="2695" y="9"/>
                    </a:lnTo>
                    <a:lnTo>
                      <a:pt x="2674" y="6"/>
                    </a:lnTo>
                    <a:lnTo>
                      <a:pt x="2652" y="3"/>
                    </a:lnTo>
                    <a:lnTo>
                      <a:pt x="2627" y="1"/>
                    </a:lnTo>
                    <a:lnTo>
                      <a:pt x="2600" y="0"/>
                    </a:lnTo>
                    <a:lnTo>
                      <a:pt x="2583" y="1"/>
                    </a:lnTo>
                    <a:lnTo>
                      <a:pt x="2566" y="2"/>
                    </a:lnTo>
                    <a:lnTo>
                      <a:pt x="2548" y="4"/>
                    </a:lnTo>
                    <a:lnTo>
                      <a:pt x="2532" y="6"/>
                    </a:lnTo>
                    <a:lnTo>
                      <a:pt x="2515" y="9"/>
                    </a:lnTo>
                    <a:lnTo>
                      <a:pt x="2499" y="13"/>
                    </a:lnTo>
                    <a:lnTo>
                      <a:pt x="2483" y="17"/>
                    </a:lnTo>
                    <a:lnTo>
                      <a:pt x="2468" y="23"/>
                    </a:lnTo>
                    <a:lnTo>
                      <a:pt x="2454" y="29"/>
                    </a:lnTo>
                    <a:lnTo>
                      <a:pt x="2439" y="35"/>
                    </a:lnTo>
                    <a:lnTo>
                      <a:pt x="2426" y="42"/>
                    </a:lnTo>
                    <a:lnTo>
                      <a:pt x="2411" y="50"/>
                    </a:lnTo>
                    <a:lnTo>
                      <a:pt x="2399" y="59"/>
                    </a:lnTo>
                    <a:lnTo>
                      <a:pt x="2387" y="68"/>
                    </a:lnTo>
                    <a:lnTo>
                      <a:pt x="2374" y="77"/>
                    </a:lnTo>
                    <a:lnTo>
                      <a:pt x="2363" y="87"/>
                    </a:lnTo>
                    <a:lnTo>
                      <a:pt x="2352" y="99"/>
                    </a:lnTo>
                    <a:lnTo>
                      <a:pt x="2342" y="110"/>
                    </a:lnTo>
                    <a:lnTo>
                      <a:pt x="2332" y="122"/>
                    </a:lnTo>
                    <a:lnTo>
                      <a:pt x="2323" y="135"/>
                    </a:lnTo>
                    <a:lnTo>
                      <a:pt x="2315" y="148"/>
                    </a:lnTo>
                    <a:lnTo>
                      <a:pt x="2307" y="162"/>
                    </a:lnTo>
                    <a:lnTo>
                      <a:pt x="2300" y="176"/>
                    </a:lnTo>
                    <a:lnTo>
                      <a:pt x="2293" y="190"/>
                    </a:lnTo>
                    <a:lnTo>
                      <a:pt x="2288" y="206"/>
                    </a:lnTo>
                    <a:lnTo>
                      <a:pt x="2283" y="222"/>
                    </a:lnTo>
                    <a:lnTo>
                      <a:pt x="2278" y="239"/>
                    </a:lnTo>
                    <a:lnTo>
                      <a:pt x="2275" y="255"/>
                    </a:lnTo>
                    <a:lnTo>
                      <a:pt x="2272" y="273"/>
                    </a:lnTo>
                    <a:lnTo>
                      <a:pt x="2270" y="290"/>
                    </a:lnTo>
                    <a:lnTo>
                      <a:pt x="2269" y="309"/>
                    </a:lnTo>
                    <a:lnTo>
                      <a:pt x="2269" y="328"/>
                    </a:lnTo>
                    <a:lnTo>
                      <a:pt x="2269" y="346"/>
                    </a:lnTo>
                    <a:lnTo>
                      <a:pt x="2270" y="362"/>
                    </a:lnTo>
                    <a:lnTo>
                      <a:pt x="2272" y="380"/>
                    </a:lnTo>
                    <a:lnTo>
                      <a:pt x="2274" y="395"/>
                    </a:lnTo>
                    <a:lnTo>
                      <a:pt x="2277" y="412"/>
                    </a:lnTo>
                    <a:lnTo>
                      <a:pt x="2281" y="427"/>
                    </a:lnTo>
                    <a:lnTo>
                      <a:pt x="2285" y="441"/>
                    </a:lnTo>
                    <a:lnTo>
                      <a:pt x="2290" y="457"/>
                    </a:lnTo>
                    <a:lnTo>
                      <a:pt x="2295" y="470"/>
                    </a:lnTo>
                    <a:lnTo>
                      <a:pt x="2302" y="484"/>
                    </a:lnTo>
                    <a:lnTo>
                      <a:pt x="2309" y="497"/>
                    </a:lnTo>
                    <a:lnTo>
                      <a:pt x="2317" y="509"/>
                    </a:lnTo>
                    <a:lnTo>
                      <a:pt x="2325" y="522"/>
                    </a:lnTo>
                    <a:lnTo>
                      <a:pt x="2333" y="534"/>
                    </a:lnTo>
                    <a:lnTo>
                      <a:pt x="2343" y="544"/>
                    </a:lnTo>
                    <a:lnTo>
                      <a:pt x="2353" y="555"/>
                    </a:lnTo>
                    <a:lnTo>
                      <a:pt x="2363" y="565"/>
                    </a:lnTo>
                    <a:lnTo>
                      <a:pt x="2374" y="574"/>
                    </a:lnTo>
                    <a:lnTo>
                      <a:pt x="2386" y="583"/>
                    </a:lnTo>
                    <a:lnTo>
                      <a:pt x="2398" y="592"/>
                    </a:lnTo>
                    <a:lnTo>
                      <a:pt x="2411" y="599"/>
                    </a:lnTo>
                    <a:lnTo>
                      <a:pt x="2424" y="606"/>
                    </a:lnTo>
                    <a:lnTo>
                      <a:pt x="2438" y="612"/>
                    </a:lnTo>
                    <a:lnTo>
                      <a:pt x="2452" y="618"/>
                    </a:lnTo>
                    <a:lnTo>
                      <a:pt x="2467" y="623"/>
                    </a:lnTo>
                    <a:lnTo>
                      <a:pt x="2482" y="628"/>
                    </a:lnTo>
                    <a:lnTo>
                      <a:pt x="2499" y="632"/>
                    </a:lnTo>
                    <a:lnTo>
                      <a:pt x="2515" y="635"/>
                    </a:lnTo>
                    <a:lnTo>
                      <a:pt x="2532" y="637"/>
                    </a:lnTo>
                    <a:lnTo>
                      <a:pt x="2549" y="639"/>
                    </a:lnTo>
                    <a:lnTo>
                      <a:pt x="2567" y="640"/>
                    </a:lnTo>
                    <a:lnTo>
                      <a:pt x="2585" y="641"/>
                    </a:lnTo>
                    <a:lnTo>
                      <a:pt x="2612" y="640"/>
                    </a:lnTo>
                    <a:lnTo>
                      <a:pt x="2637" y="638"/>
                    </a:lnTo>
                    <a:lnTo>
                      <a:pt x="2661" y="635"/>
                    </a:lnTo>
                    <a:lnTo>
                      <a:pt x="2684" y="632"/>
                    </a:lnTo>
                    <a:lnTo>
                      <a:pt x="2702" y="628"/>
                    </a:lnTo>
                    <a:lnTo>
                      <a:pt x="2720" y="622"/>
                    </a:lnTo>
                    <a:lnTo>
                      <a:pt x="2734" y="617"/>
                    </a:lnTo>
                    <a:lnTo>
                      <a:pt x="2745" y="612"/>
                    </a:lnTo>
                    <a:lnTo>
                      <a:pt x="2727" y="523"/>
                    </a:lnTo>
                    <a:close/>
                    <a:moveTo>
                      <a:pt x="2058" y="10"/>
                    </a:moveTo>
                    <a:lnTo>
                      <a:pt x="2058" y="631"/>
                    </a:lnTo>
                    <a:lnTo>
                      <a:pt x="2171" y="631"/>
                    </a:lnTo>
                    <a:lnTo>
                      <a:pt x="2171" y="10"/>
                    </a:lnTo>
                    <a:lnTo>
                      <a:pt x="2058" y="10"/>
                    </a:lnTo>
                    <a:close/>
                    <a:moveTo>
                      <a:pt x="1776" y="631"/>
                    </a:moveTo>
                    <a:lnTo>
                      <a:pt x="1991" y="10"/>
                    </a:lnTo>
                    <a:lnTo>
                      <a:pt x="1871" y="10"/>
                    </a:lnTo>
                    <a:lnTo>
                      <a:pt x="1780" y="294"/>
                    </a:lnTo>
                    <a:lnTo>
                      <a:pt x="1771" y="322"/>
                    </a:lnTo>
                    <a:lnTo>
                      <a:pt x="1762" y="351"/>
                    </a:lnTo>
                    <a:lnTo>
                      <a:pt x="1754" y="379"/>
                    </a:lnTo>
                    <a:lnTo>
                      <a:pt x="1746" y="407"/>
                    </a:lnTo>
                    <a:lnTo>
                      <a:pt x="1738" y="435"/>
                    </a:lnTo>
                    <a:lnTo>
                      <a:pt x="1730" y="463"/>
                    </a:lnTo>
                    <a:lnTo>
                      <a:pt x="1724" y="491"/>
                    </a:lnTo>
                    <a:lnTo>
                      <a:pt x="1717" y="518"/>
                    </a:lnTo>
                    <a:lnTo>
                      <a:pt x="1715" y="518"/>
                    </a:lnTo>
                    <a:lnTo>
                      <a:pt x="1709" y="491"/>
                    </a:lnTo>
                    <a:lnTo>
                      <a:pt x="1702" y="462"/>
                    </a:lnTo>
                    <a:lnTo>
                      <a:pt x="1695" y="434"/>
                    </a:lnTo>
                    <a:lnTo>
                      <a:pt x="1688" y="406"/>
                    </a:lnTo>
                    <a:lnTo>
                      <a:pt x="1680" y="379"/>
                    </a:lnTo>
                    <a:lnTo>
                      <a:pt x="1672" y="350"/>
                    </a:lnTo>
                    <a:lnTo>
                      <a:pt x="1663" y="321"/>
                    </a:lnTo>
                    <a:lnTo>
                      <a:pt x="1654" y="292"/>
                    </a:lnTo>
                    <a:lnTo>
                      <a:pt x="1570" y="10"/>
                    </a:lnTo>
                    <a:lnTo>
                      <a:pt x="1447" y="10"/>
                    </a:lnTo>
                    <a:lnTo>
                      <a:pt x="1647" y="631"/>
                    </a:lnTo>
                    <a:lnTo>
                      <a:pt x="1776" y="631"/>
                    </a:lnTo>
                    <a:close/>
                    <a:moveTo>
                      <a:pt x="1090" y="97"/>
                    </a:moveTo>
                    <a:lnTo>
                      <a:pt x="1101" y="95"/>
                    </a:lnTo>
                    <a:lnTo>
                      <a:pt x="1117" y="93"/>
                    </a:lnTo>
                    <a:lnTo>
                      <a:pt x="1136" y="92"/>
                    </a:lnTo>
                    <a:lnTo>
                      <a:pt x="1161" y="91"/>
                    </a:lnTo>
                    <a:lnTo>
                      <a:pt x="1174" y="92"/>
                    </a:lnTo>
                    <a:lnTo>
                      <a:pt x="1187" y="93"/>
                    </a:lnTo>
                    <a:lnTo>
                      <a:pt x="1199" y="95"/>
                    </a:lnTo>
                    <a:lnTo>
                      <a:pt x="1210" y="97"/>
                    </a:lnTo>
                    <a:lnTo>
                      <a:pt x="1222" y="100"/>
                    </a:lnTo>
                    <a:lnTo>
                      <a:pt x="1231" y="105"/>
                    </a:lnTo>
                    <a:lnTo>
                      <a:pt x="1240" y="109"/>
                    </a:lnTo>
                    <a:lnTo>
                      <a:pt x="1248" y="115"/>
                    </a:lnTo>
                    <a:lnTo>
                      <a:pt x="1256" y="121"/>
                    </a:lnTo>
                    <a:lnTo>
                      <a:pt x="1263" y="130"/>
                    </a:lnTo>
                    <a:lnTo>
                      <a:pt x="1268" y="137"/>
                    </a:lnTo>
                    <a:lnTo>
                      <a:pt x="1273" y="146"/>
                    </a:lnTo>
                    <a:lnTo>
                      <a:pt x="1277" y="156"/>
                    </a:lnTo>
                    <a:lnTo>
                      <a:pt x="1279" y="167"/>
                    </a:lnTo>
                    <a:lnTo>
                      <a:pt x="1281" y="178"/>
                    </a:lnTo>
                    <a:lnTo>
                      <a:pt x="1281" y="190"/>
                    </a:lnTo>
                    <a:lnTo>
                      <a:pt x="1281" y="202"/>
                    </a:lnTo>
                    <a:lnTo>
                      <a:pt x="1279" y="212"/>
                    </a:lnTo>
                    <a:lnTo>
                      <a:pt x="1277" y="222"/>
                    </a:lnTo>
                    <a:lnTo>
                      <a:pt x="1273" y="232"/>
                    </a:lnTo>
                    <a:lnTo>
                      <a:pt x="1268" y="242"/>
                    </a:lnTo>
                    <a:lnTo>
                      <a:pt x="1263" y="250"/>
                    </a:lnTo>
                    <a:lnTo>
                      <a:pt x="1255" y="257"/>
                    </a:lnTo>
                    <a:lnTo>
                      <a:pt x="1248" y="264"/>
                    </a:lnTo>
                    <a:lnTo>
                      <a:pt x="1240" y="271"/>
                    </a:lnTo>
                    <a:lnTo>
                      <a:pt x="1231" y="277"/>
                    </a:lnTo>
                    <a:lnTo>
                      <a:pt x="1221" y="281"/>
                    </a:lnTo>
                    <a:lnTo>
                      <a:pt x="1209" y="285"/>
                    </a:lnTo>
                    <a:lnTo>
                      <a:pt x="1197" y="288"/>
                    </a:lnTo>
                    <a:lnTo>
                      <a:pt x="1185" y="291"/>
                    </a:lnTo>
                    <a:lnTo>
                      <a:pt x="1171" y="292"/>
                    </a:lnTo>
                    <a:lnTo>
                      <a:pt x="1158" y="292"/>
                    </a:lnTo>
                    <a:lnTo>
                      <a:pt x="1090" y="292"/>
                    </a:lnTo>
                    <a:lnTo>
                      <a:pt x="1090" y="97"/>
                    </a:lnTo>
                    <a:close/>
                    <a:moveTo>
                      <a:pt x="978" y="631"/>
                    </a:moveTo>
                    <a:lnTo>
                      <a:pt x="1090" y="631"/>
                    </a:lnTo>
                    <a:lnTo>
                      <a:pt x="1090" y="375"/>
                    </a:lnTo>
                    <a:lnTo>
                      <a:pt x="1148" y="375"/>
                    </a:lnTo>
                    <a:lnTo>
                      <a:pt x="1159" y="377"/>
                    </a:lnTo>
                    <a:lnTo>
                      <a:pt x="1170" y="378"/>
                    </a:lnTo>
                    <a:lnTo>
                      <a:pt x="1180" y="380"/>
                    </a:lnTo>
                    <a:lnTo>
                      <a:pt x="1190" y="382"/>
                    </a:lnTo>
                    <a:lnTo>
                      <a:pt x="1198" y="385"/>
                    </a:lnTo>
                    <a:lnTo>
                      <a:pt x="1206" y="389"/>
                    </a:lnTo>
                    <a:lnTo>
                      <a:pt x="1213" y="394"/>
                    </a:lnTo>
                    <a:lnTo>
                      <a:pt x="1221" y="400"/>
                    </a:lnTo>
                    <a:lnTo>
                      <a:pt x="1227" y="407"/>
                    </a:lnTo>
                    <a:lnTo>
                      <a:pt x="1233" y="415"/>
                    </a:lnTo>
                    <a:lnTo>
                      <a:pt x="1238" y="424"/>
                    </a:lnTo>
                    <a:lnTo>
                      <a:pt x="1243" y="433"/>
                    </a:lnTo>
                    <a:lnTo>
                      <a:pt x="1247" y="444"/>
                    </a:lnTo>
                    <a:lnTo>
                      <a:pt x="1251" y="457"/>
                    </a:lnTo>
                    <a:lnTo>
                      <a:pt x="1255" y="470"/>
                    </a:lnTo>
                    <a:lnTo>
                      <a:pt x="1259" y="485"/>
                    </a:lnTo>
                    <a:lnTo>
                      <a:pt x="1272" y="537"/>
                    </a:lnTo>
                    <a:lnTo>
                      <a:pt x="1283" y="579"/>
                    </a:lnTo>
                    <a:lnTo>
                      <a:pt x="1288" y="597"/>
                    </a:lnTo>
                    <a:lnTo>
                      <a:pt x="1292" y="611"/>
                    </a:lnTo>
                    <a:lnTo>
                      <a:pt x="1297" y="622"/>
                    </a:lnTo>
                    <a:lnTo>
                      <a:pt x="1301" y="631"/>
                    </a:lnTo>
                    <a:lnTo>
                      <a:pt x="1417" y="631"/>
                    </a:lnTo>
                    <a:lnTo>
                      <a:pt x="1413" y="619"/>
                    </a:lnTo>
                    <a:lnTo>
                      <a:pt x="1406" y="605"/>
                    </a:lnTo>
                    <a:lnTo>
                      <a:pt x="1401" y="585"/>
                    </a:lnTo>
                    <a:lnTo>
                      <a:pt x="1395" y="565"/>
                    </a:lnTo>
                    <a:lnTo>
                      <a:pt x="1389" y="540"/>
                    </a:lnTo>
                    <a:lnTo>
                      <a:pt x="1382" y="514"/>
                    </a:lnTo>
                    <a:lnTo>
                      <a:pt x="1376" y="487"/>
                    </a:lnTo>
                    <a:lnTo>
                      <a:pt x="1368" y="458"/>
                    </a:lnTo>
                    <a:lnTo>
                      <a:pt x="1362" y="436"/>
                    </a:lnTo>
                    <a:lnTo>
                      <a:pt x="1354" y="416"/>
                    </a:lnTo>
                    <a:lnTo>
                      <a:pt x="1346" y="398"/>
                    </a:lnTo>
                    <a:lnTo>
                      <a:pt x="1336" y="382"/>
                    </a:lnTo>
                    <a:lnTo>
                      <a:pt x="1330" y="374"/>
                    </a:lnTo>
                    <a:lnTo>
                      <a:pt x="1324" y="367"/>
                    </a:lnTo>
                    <a:lnTo>
                      <a:pt x="1318" y="361"/>
                    </a:lnTo>
                    <a:lnTo>
                      <a:pt x="1312" y="355"/>
                    </a:lnTo>
                    <a:lnTo>
                      <a:pt x="1305" y="350"/>
                    </a:lnTo>
                    <a:lnTo>
                      <a:pt x="1298" y="346"/>
                    </a:lnTo>
                    <a:lnTo>
                      <a:pt x="1290" y="342"/>
                    </a:lnTo>
                    <a:lnTo>
                      <a:pt x="1282" y="337"/>
                    </a:lnTo>
                    <a:lnTo>
                      <a:pt x="1282" y="335"/>
                    </a:lnTo>
                    <a:lnTo>
                      <a:pt x="1292" y="330"/>
                    </a:lnTo>
                    <a:lnTo>
                      <a:pt x="1304" y="326"/>
                    </a:lnTo>
                    <a:lnTo>
                      <a:pt x="1314" y="320"/>
                    </a:lnTo>
                    <a:lnTo>
                      <a:pt x="1324" y="314"/>
                    </a:lnTo>
                    <a:lnTo>
                      <a:pt x="1334" y="306"/>
                    </a:lnTo>
                    <a:lnTo>
                      <a:pt x="1343" y="298"/>
                    </a:lnTo>
                    <a:lnTo>
                      <a:pt x="1352" y="289"/>
                    </a:lnTo>
                    <a:lnTo>
                      <a:pt x="1360" y="280"/>
                    </a:lnTo>
                    <a:lnTo>
                      <a:pt x="1367" y="270"/>
                    </a:lnTo>
                    <a:lnTo>
                      <a:pt x="1374" y="258"/>
                    </a:lnTo>
                    <a:lnTo>
                      <a:pt x="1380" y="247"/>
                    </a:lnTo>
                    <a:lnTo>
                      <a:pt x="1385" y="235"/>
                    </a:lnTo>
                    <a:lnTo>
                      <a:pt x="1389" y="222"/>
                    </a:lnTo>
                    <a:lnTo>
                      <a:pt x="1392" y="209"/>
                    </a:lnTo>
                    <a:lnTo>
                      <a:pt x="1394" y="194"/>
                    </a:lnTo>
                    <a:lnTo>
                      <a:pt x="1394" y="180"/>
                    </a:lnTo>
                    <a:lnTo>
                      <a:pt x="1393" y="160"/>
                    </a:lnTo>
                    <a:lnTo>
                      <a:pt x="1391" y="142"/>
                    </a:lnTo>
                    <a:lnTo>
                      <a:pt x="1386" y="124"/>
                    </a:lnTo>
                    <a:lnTo>
                      <a:pt x="1381" y="108"/>
                    </a:lnTo>
                    <a:lnTo>
                      <a:pt x="1373" y="94"/>
                    </a:lnTo>
                    <a:lnTo>
                      <a:pt x="1363" y="79"/>
                    </a:lnTo>
                    <a:lnTo>
                      <a:pt x="1353" y="67"/>
                    </a:lnTo>
                    <a:lnTo>
                      <a:pt x="1341" y="56"/>
                    </a:lnTo>
                    <a:lnTo>
                      <a:pt x="1333" y="49"/>
                    </a:lnTo>
                    <a:lnTo>
                      <a:pt x="1324" y="43"/>
                    </a:lnTo>
                    <a:lnTo>
                      <a:pt x="1315" y="38"/>
                    </a:lnTo>
                    <a:lnTo>
                      <a:pt x="1306" y="33"/>
                    </a:lnTo>
                    <a:lnTo>
                      <a:pt x="1296" y="28"/>
                    </a:lnTo>
                    <a:lnTo>
                      <a:pt x="1285" y="24"/>
                    </a:lnTo>
                    <a:lnTo>
                      <a:pt x="1275" y="21"/>
                    </a:lnTo>
                    <a:lnTo>
                      <a:pt x="1263" y="17"/>
                    </a:lnTo>
                    <a:lnTo>
                      <a:pt x="1238" y="12"/>
                    </a:lnTo>
                    <a:lnTo>
                      <a:pt x="1211" y="8"/>
                    </a:lnTo>
                    <a:lnTo>
                      <a:pt x="1181" y="6"/>
                    </a:lnTo>
                    <a:lnTo>
                      <a:pt x="1150" y="5"/>
                    </a:lnTo>
                    <a:lnTo>
                      <a:pt x="1125" y="5"/>
                    </a:lnTo>
                    <a:lnTo>
                      <a:pt x="1101" y="6"/>
                    </a:lnTo>
                    <a:lnTo>
                      <a:pt x="1078" y="7"/>
                    </a:lnTo>
                    <a:lnTo>
                      <a:pt x="1055" y="9"/>
                    </a:lnTo>
                    <a:lnTo>
                      <a:pt x="1034" y="11"/>
                    </a:lnTo>
                    <a:lnTo>
                      <a:pt x="1014" y="13"/>
                    </a:lnTo>
                    <a:lnTo>
                      <a:pt x="995" y="15"/>
                    </a:lnTo>
                    <a:lnTo>
                      <a:pt x="978" y="19"/>
                    </a:lnTo>
                    <a:lnTo>
                      <a:pt x="978" y="631"/>
                    </a:lnTo>
                    <a:close/>
                    <a:moveTo>
                      <a:pt x="852" y="263"/>
                    </a:moveTo>
                    <a:lnTo>
                      <a:pt x="617" y="263"/>
                    </a:lnTo>
                    <a:lnTo>
                      <a:pt x="617" y="104"/>
                    </a:lnTo>
                    <a:lnTo>
                      <a:pt x="865" y="104"/>
                    </a:lnTo>
                    <a:lnTo>
                      <a:pt x="865" y="10"/>
                    </a:lnTo>
                    <a:lnTo>
                      <a:pt x="504" y="10"/>
                    </a:lnTo>
                    <a:lnTo>
                      <a:pt x="504" y="631"/>
                    </a:lnTo>
                    <a:lnTo>
                      <a:pt x="879" y="631"/>
                    </a:lnTo>
                    <a:lnTo>
                      <a:pt x="879" y="537"/>
                    </a:lnTo>
                    <a:lnTo>
                      <a:pt x="617" y="537"/>
                    </a:lnTo>
                    <a:lnTo>
                      <a:pt x="617" y="355"/>
                    </a:lnTo>
                    <a:lnTo>
                      <a:pt x="852" y="355"/>
                    </a:lnTo>
                    <a:lnTo>
                      <a:pt x="852" y="263"/>
                    </a:lnTo>
                    <a:close/>
                    <a:moveTo>
                      <a:pt x="0" y="601"/>
                    </a:moveTo>
                    <a:lnTo>
                      <a:pt x="14" y="609"/>
                    </a:lnTo>
                    <a:lnTo>
                      <a:pt x="32" y="616"/>
                    </a:lnTo>
                    <a:lnTo>
                      <a:pt x="50" y="622"/>
                    </a:lnTo>
                    <a:lnTo>
                      <a:pt x="72" y="629"/>
                    </a:lnTo>
                    <a:lnTo>
                      <a:pt x="94" y="634"/>
                    </a:lnTo>
                    <a:lnTo>
                      <a:pt x="118" y="637"/>
                    </a:lnTo>
                    <a:lnTo>
                      <a:pt x="143" y="640"/>
                    </a:lnTo>
                    <a:lnTo>
                      <a:pt x="167" y="641"/>
                    </a:lnTo>
                    <a:lnTo>
                      <a:pt x="196" y="640"/>
                    </a:lnTo>
                    <a:lnTo>
                      <a:pt x="224" y="637"/>
                    </a:lnTo>
                    <a:lnTo>
                      <a:pt x="236" y="635"/>
                    </a:lnTo>
                    <a:lnTo>
                      <a:pt x="248" y="632"/>
                    </a:lnTo>
                    <a:lnTo>
                      <a:pt x="261" y="629"/>
                    </a:lnTo>
                    <a:lnTo>
                      <a:pt x="272" y="625"/>
                    </a:lnTo>
                    <a:lnTo>
                      <a:pt x="282" y="621"/>
                    </a:lnTo>
                    <a:lnTo>
                      <a:pt x="293" y="617"/>
                    </a:lnTo>
                    <a:lnTo>
                      <a:pt x="303" y="613"/>
                    </a:lnTo>
                    <a:lnTo>
                      <a:pt x="312" y="608"/>
                    </a:lnTo>
                    <a:lnTo>
                      <a:pt x="321" y="603"/>
                    </a:lnTo>
                    <a:lnTo>
                      <a:pt x="330" y="597"/>
                    </a:lnTo>
                    <a:lnTo>
                      <a:pt x="338" y="591"/>
                    </a:lnTo>
                    <a:lnTo>
                      <a:pt x="345" y="584"/>
                    </a:lnTo>
                    <a:lnTo>
                      <a:pt x="352" y="578"/>
                    </a:lnTo>
                    <a:lnTo>
                      <a:pt x="358" y="571"/>
                    </a:lnTo>
                    <a:lnTo>
                      <a:pt x="365" y="564"/>
                    </a:lnTo>
                    <a:lnTo>
                      <a:pt x="371" y="557"/>
                    </a:lnTo>
                    <a:lnTo>
                      <a:pt x="380" y="541"/>
                    </a:lnTo>
                    <a:lnTo>
                      <a:pt x="388" y="526"/>
                    </a:lnTo>
                    <a:lnTo>
                      <a:pt x="394" y="508"/>
                    </a:lnTo>
                    <a:lnTo>
                      <a:pt x="400" y="491"/>
                    </a:lnTo>
                    <a:lnTo>
                      <a:pt x="402" y="472"/>
                    </a:lnTo>
                    <a:lnTo>
                      <a:pt x="403" y="454"/>
                    </a:lnTo>
                    <a:lnTo>
                      <a:pt x="402" y="437"/>
                    </a:lnTo>
                    <a:lnTo>
                      <a:pt x="401" y="422"/>
                    </a:lnTo>
                    <a:lnTo>
                      <a:pt x="397" y="407"/>
                    </a:lnTo>
                    <a:lnTo>
                      <a:pt x="393" y="393"/>
                    </a:lnTo>
                    <a:lnTo>
                      <a:pt x="387" y="380"/>
                    </a:lnTo>
                    <a:lnTo>
                      <a:pt x="381" y="367"/>
                    </a:lnTo>
                    <a:lnTo>
                      <a:pt x="373" y="355"/>
                    </a:lnTo>
                    <a:lnTo>
                      <a:pt x="364" y="344"/>
                    </a:lnTo>
                    <a:lnTo>
                      <a:pt x="353" y="332"/>
                    </a:lnTo>
                    <a:lnTo>
                      <a:pt x="341" y="322"/>
                    </a:lnTo>
                    <a:lnTo>
                      <a:pt x="328" y="313"/>
                    </a:lnTo>
                    <a:lnTo>
                      <a:pt x="313" y="303"/>
                    </a:lnTo>
                    <a:lnTo>
                      <a:pt x="298" y="294"/>
                    </a:lnTo>
                    <a:lnTo>
                      <a:pt x="281" y="286"/>
                    </a:lnTo>
                    <a:lnTo>
                      <a:pt x="263" y="278"/>
                    </a:lnTo>
                    <a:lnTo>
                      <a:pt x="243" y="270"/>
                    </a:lnTo>
                    <a:lnTo>
                      <a:pt x="215" y="258"/>
                    </a:lnTo>
                    <a:lnTo>
                      <a:pt x="190" y="247"/>
                    </a:lnTo>
                    <a:lnTo>
                      <a:pt x="179" y="242"/>
                    </a:lnTo>
                    <a:lnTo>
                      <a:pt x="169" y="236"/>
                    </a:lnTo>
                    <a:lnTo>
                      <a:pt x="161" y="230"/>
                    </a:lnTo>
                    <a:lnTo>
                      <a:pt x="153" y="224"/>
                    </a:lnTo>
                    <a:lnTo>
                      <a:pt x="146" y="219"/>
                    </a:lnTo>
                    <a:lnTo>
                      <a:pt x="141" y="213"/>
                    </a:lnTo>
                    <a:lnTo>
                      <a:pt x="135" y="206"/>
                    </a:lnTo>
                    <a:lnTo>
                      <a:pt x="131" y="200"/>
                    </a:lnTo>
                    <a:lnTo>
                      <a:pt x="128" y="192"/>
                    </a:lnTo>
                    <a:lnTo>
                      <a:pt x="126" y="184"/>
                    </a:lnTo>
                    <a:lnTo>
                      <a:pt x="125" y="177"/>
                    </a:lnTo>
                    <a:lnTo>
                      <a:pt x="125" y="168"/>
                    </a:lnTo>
                    <a:lnTo>
                      <a:pt x="125" y="162"/>
                    </a:lnTo>
                    <a:lnTo>
                      <a:pt x="126" y="154"/>
                    </a:lnTo>
                    <a:lnTo>
                      <a:pt x="128" y="147"/>
                    </a:lnTo>
                    <a:lnTo>
                      <a:pt x="130" y="141"/>
                    </a:lnTo>
                    <a:lnTo>
                      <a:pt x="134" y="135"/>
                    </a:lnTo>
                    <a:lnTo>
                      <a:pt x="139" y="129"/>
                    </a:lnTo>
                    <a:lnTo>
                      <a:pt x="143" y="122"/>
                    </a:lnTo>
                    <a:lnTo>
                      <a:pt x="149" y="117"/>
                    </a:lnTo>
                    <a:lnTo>
                      <a:pt x="156" y="112"/>
                    </a:lnTo>
                    <a:lnTo>
                      <a:pt x="163" y="107"/>
                    </a:lnTo>
                    <a:lnTo>
                      <a:pt x="171" y="103"/>
                    </a:lnTo>
                    <a:lnTo>
                      <a:pt x="181" y="100"/>
                    </a:lnTo>
                    <a:lnTo>
                      <a:pt x="191" y="97"/>
                    </a:lnTo>
                    <a:lnTo>
                      <a:pt x="202" y="95"/>
                    </a:lnTo>
                    <a:lnTo>
                      <a:pt x="215" y="94"/>
                    </a:lnTo>
                    <a:lnTo>
                      <a:pt x="227" y="94"/>
                    </a:lnTo>
                    <a:lnTo>
                      <a:pt x="248" y="94"/>
                    </a:lnTo>
                    <a:lnTo>
                      <a:pt x="268" y="96"/>
                    </a:lnTo>
                    <a:lnTo>
                      <a:pt x="285" y="100"/>
                    </a:lnTo>
                    <a:lnTo>
                      <a:pt x="302" y="104"/>
                    </a:lnTo>
                    <a:lnTo>
                      <a:pt x="317" y="108"/>
                    </a:lnTo>
                    <a:lnTo>
                      <a:pt x="331" y="113"/>
                    </a:lnTo>
                    <a:lnTo>
                      <a:pt x="342" y="118"/>
                    </a:lnTo>
                    <a:lnTo>
                      <a:pt x="351" y="122"/>
                    </a:lnTo>
                    <a:lnTo>
                      <a:pt x="378" y="31"/>
                    </a:lnTo>
                    <a:lnTo>
                      <a:pt x="366" y="25"/>
                    </a:lnTo>
                    <a:lnTo>
                      <a:pt x="350" y="20"/>
                    </a:lnTo>
                    <a:lnTo>
                      <a:pt x="335" y="14"/>
                    </a:lnTo>
                    <a:lnTo>
                      <a:pt x="316" y="9"/>
                    </a:lnTo>
                    <a:lnTo>
                      <a:pt x="298" y="6"/>
                    </a:lnTo>
                    <a:lnTo>
                      <a:pt x="276" y="3"/>
                    </a:lnTo>
                    <a:lnTo>
                      <a:pt x="254" y="1"/>
                    </a:lnTo>
                    <a:lnTo>
                      <a:pt x="229" y="0"/>
                    </a:lnTo>
                    <a:lnTo>
                      <a:pt x="204" y="1"/>
                    </a:lnTo>
                    <a:lnTo>
                      <a:pt x="182" y="4"/>
                    </a:lnTo>
                    <a:lnTo>
                      <a:pt x="159" y="8"/>
                    </a:lnTo>
                    <a:lnTo>
                      <a:pt x="139" y="14"/>
                    </a:lnTo>
                    <a:lnTo>
                      <a:pt x="119" y="22"/>
                    </a:lnTo>
                    <a:lnTo>
                      <a:pt x="101" y="30"/>
                    </a:lnTo>
                    <a:lnTo>
                      <a:pt x="84" y="40"/>
                    </a:lnTo>
                    <a:lnTo>
                      <a:pt x="70" y="51"/>
                    </a:lnTo>
                    <a:lnTo>
                      <a:pt x="56" y="64"/>
                    </a:lnTo>
                    <a:lnTo>
                      <a:pt x="44" y="77"/>
                    </a:lnTo>
                    <a:lnTo>
                      <a:pt x="34" y="93"/>
                    </a:lnTo>
                    <a:lnTo>
                      <a:pt x="26" y="108"/>
                    </a:lnTo>
                    <a:lnTo>
                      <a:pt x="18" y="124"/>
                    </a:lnTo>
                    <a:lnTo>
                      <a:pt x="14" y="142"/>
                    </a:lnTo>
                    <a:lnTo>
                      <a:pt x="11" y="159"/>
                    </a:lnTo>
                    <a:lnTo>
                      <a:pt x="10" y="179"/>
                    </a:lnTo>
                    <a:lnTo>
                      <a:pt x="11" y="194"/>
                    </a:lnTo>
                    <a:lnTo>
                      <a:pt x="13" y="211"/>
                    </a:lnTo>
                    <a:lnTo>
                      <a:pt x="16" y="225"/>
                    </a:lnTo>
                    <a:lnTo>
                      <a:pt x="21" y="240"/>
                    </a:lnTo>
                    <a:lnTo>
                      <a:pt x="29" y="253"/>
                    </a:lnTo>
                    <a:lnTo>
                      <a:pt x="36" y="265"/>
                    </a:lnTo>
                    <a:lnTo>
                      <a:pt x="45" y="277"/>
                    </a:lnTo>
                    <a:lnTo>
                      <a:pt x="55" y="288"/>
                    </a:lnTo>
                    <a:lnTo>
                      <a:pt x="67" y="299"/>
                    </a:lnTo>
                    <a:lnTo>
                      <a:pt x="80" y="310"/>
                    </a:lnTo>
                    <a:lnTo>
                      <a:pt x="93" y="319"/>
                    </a:lnTo>
                    <a:lnTo>
                      <a:pt x="109" y="328"/>
                    </a:lnTo>
                    <a:lnTo>
                      <a:pt x="124" y="336"/>
                    </a:lnTo>
                    <a:lnTo>
                      <a:pt x="142" y="345"/>
                    </a:lnTo>
                    <a:lnTo>
                      <a:pt x="159" y="352"/>
                    </a:lnTo>
                    <a:lnTo>
                      <a:pt x="178" y="359"/>
                    </a:lnTo>
                    <a:lnTo>
                      <a:pt x="205" y="369"/>
                    </a:lnTo>
                    <a:lnTo>
                      <a:pt x="228" y="381"/>
                    </a:lnTo>
                    <a:lnTo>
                      <a:pt x="238" y="386"/>
                    </a:lnTo>
                    <a:lnTo>
                      <a:pt x="247" y="392"/>
                    </a:lnTo>
                    <a:lnTo>
                      <a:pt x="255" y="397"/>
                    </a:lnTo>
                    <a:lnTo>
                      <a:pt x="262" y="403"/>
                    </a:lnTo>
                    <a:lnTo>
                      <a:pt x="268" y="409"/>
                    </a:lnTo>
                    <a:lnTo>
                      <a:pt x="273" y="417"/>
                    </a:lnTo>
                    <a:lnTo>
                      <a:pt x="278" y="423"/>
                    </a:lnTo>
                    <a:lnTo>
                      <a:pt x="281" y="430"/>
                    </a:lnTo>
                    <a:lnTo>
                      <a:pt x="284" y="437"/>
                    </a:lnTo>
                    <a:lnTo>
                      <a:pt x="287" y="445"/>
                    </a:lnTo>
                    <a:lnTo>
                      <a:pt x="288" y="454"/>
                    </a:lnTo>
                    <a:lnTo>
                      <a:pt x="288" y="462"/>
                    </a:lnTo>
                    <a:lnTo>
                      <a:pt x="288" y="471"/>
                    </a:lnTo>
                    <a:lnTo>
                      <a:pt x="285" y="480"/>
                    </a:lnTo>
                    <a:lnTo>
                      <a:pt x="283" y="489"/>
                    </a:lnTo>
                    <a:lnTo>
                      <a:pt x="280" y="497"/>
                    </a:lnTo>
                    <a:lnTo>
                      <a:pt x="276" y="504"/>
                    </a:lnTo>
                    <a:lnTo>
                      <a:pt x="271" y="511"/>
                    </a:lnTo>
                    <a:lnTo>
                      <a:pt x="265" y="517"/>
                    </a:lnTo>
                    <a:lnTo>
                      <a:pt x="259" y="524"/>
                    </a:lnTo>
                    <a:lnTo>
                      <a:pt x="251" y="529"/>
                    </a:lnTo>
                    <a:lnTo>
                      <a:pt x="242" y="533"/>
                    </a:lnTo>
                    <a:lnTo>
                      <a:pt x="233" y="537"/>
                    </a:lnTo>
                    <a:lnTo>
                      <a:pt x="223" y="540"/>
                    </a:lnTo>
                    <a:lnTo>
                      <a:pt x="213" y="543"/>
                    </a:lnTo>
                    <a:lnTo>
                      <a:pt x="200" y="545"/>
                    </a:lnTo>
                    <a:lnTo>
                      <a:pt x="188" y="546"/>
                    </a:lnTo>
                    <a:lnTo>
                      <a:pt x="175" y="546"/>
                    </a:lnTo>
                    <a:lnTo>
                      <a:pt x="154" y="546"/>
                    </a:lnTo>
                    <a:lnTo>
                      <a:pt x="132" y="543"/>
                    </a:lnTo>
                    <a:lnTo>
                      <a:pt x="112" y="540"/>
                    </a:lnTo>
                    <a:lnTo>
                      <a:pt x="92" y="535"/>
                    </a:lnTo>
                    <a:lnTo>
                      <a:pt x="74" y="529"/>
                    </a:lnTo>
                    <a:lnTo>
                      <a:pt x="56" y="523"/>
                    </a:lnTo>
                    <a:lnTo>
                      <a:pt x="40" y="514"/>
                    </a:lnTo>
                    <a:lnTo>
                      <a:pt x="26" y="507"/>
                    </a:lnTo>
                    <a:lnTo>
                      <a:pt x="0" y="601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solidFill>
                    <a:schemeClr val="bg1"/>
                  </a:solidFill>
                  <a:latin typeface="Myriad Pro"/>
                </a:endParaRPr>
              </a:p>
            </p:txBody>
          </p:sp>
          <p:sp>
            <p:nvSpPr>
              <p:cNvPr id="178" name="Freeform 177"/>
              <p:cNvSpPr>
                <a:spLocks noEditPoints="1"/>
              </p:cNvSpPr>
              <p:nvPr userDrawn="1"/>
            </p:nvSpPr>
            <p:spPr bwMode="auto">
              <a:xfrm>
                <a:off x="1323430" y="339059"/>
                <a:ext cx="838843" cy="90467"/>
              </a:xfrm>
              <a:custGeom>
                <a:avLst/>
                <a:gdLst/>
                <a:ahLst/>
                <a:cxnLst>
                  <a:cxn ang="0">
                    <a:pos x="5506" y="10"/>
                  </a:cxn>
                  <a:cxn ang="0">
                    <a:pos x="5169" y="544"/>
                  </a:cxn>
                  <a:cxn ang="0">
                    <a:pos x="5029" y="477"/>
                  </a:cxn>
                  <a:cxn ang="0">
                    <a:pos x="4982" y="270"/>
                  </a:cxn>
                  <a:cxn ang="0">
                    <a:pos x="5063" y="133"/>
                  </a:cxn>
                  <a:cxn ang="0">
                    <a:pos x="5293" y="109"/>
                  </a:cxn>
                  <a:cxn ang="0">
                    <a:pos x="5122" y="6"/>
                  </a:cxn>
                  <a:cxn ang="0">
                    <a:pos x="4924" y="122"/>
                  </a:cxn>
                  <a:cxn ang="0">
                    <a:pos x="4861" y="362"/>
                  </a:cxn>
                  <a:cxn ang="0">
                    <a:pos x="4955" y="565"/>
                  </a:cxn>
                  <a:cxn ang="0">
                    <a:pos x="5175" y="641"/>
                  </a:cxn>
                  <a:cxn ang="0">
                    <a:pos x="4373" y="269"/>
                  </a:cxn>
                  <a:cxn ang="0">
                    <a:pos x="4761" y="631"/>
                  </a:cxn>
                  <a:cxn ang="0">
                    <a:pos x="4630" y="407"/>
                  </a:cxn>
                  <a:cxn ang="0">
                    <a:pos x="3905" y="100"/>
                  </a:cxn>
                  <a:cxn ang="0">
                    <a:pos x="3809" y="456"/>
                  </a:cxn>
                  <a:cxn ang="0">
                    <a:pos x="3020" y="10"/>
                  </a:cxn>
                  <a:cxn ang="0">
                    <a:pos x="2324" y="528"/>
                  </a:cxn>
                  <a:cxn ang="0">
                    <a:pos x="2455" y="633"/>
                  </a:cxn>
                  <a:cxn ang="0">
                    <a:pos x="2663" y="610"/>
                  </a:cxn>
                  <a:cxn ang="0">
                    <a:pos x="2767" y="461"/>
                  </a:cxn>
                  <a:cxn ang="0">
                    <a:pos x="2644" y="481"/>
                  </a:cxn>
                  <a:cxn ang="0">
                    <a:pos x="2470" y="533"/>
                  </a:cxn>
                  <a:cxn ang="0">
                    <a:pos x="1803" y="609"/>
                  </a:cxn>
                  <a:cxn ang="0">
                    <a:pos x="2082" y="617"/>
                  </a:cxn>
                  <a:cxn ang="0">
                    <a:pos x="2191" y="472"/>
                  </a:cxn>
                  <a:cxn ang="0">
                    <a:pos x="2070" y="286"/>
                  </a:cxn>
                  <a:cxn ang="0">
                    <a:pos x="1914" y="177"/>
                  </a:cxn>
                  <a:cxn ang="0">
                    <a:pos x="1991" y="95"/>
                  </a:cxn>
                  <a:cxn ang="0">
                    <a:pos x="2106" y="9"/>
                  </a:cxn>
                  <a:cxn ang="0">
                    <a:pos x="1823" y="93"/>
                  </a:cxn>
                  <a:cxn ang="0">
                    <a:pos x="1869" y="310"/>
                  </a:cxn>
                  <a:cxn ang="0">
                    <a:pos x="2067" y="423"/>
                  </a:cxn>
                  <a:cxn ang="0">
                    <a:pos x="2031" y="533"/>
                  </a:cxn>
                  <a:cxn ang="0">
                    <a:pos x="1789" y="601"/>
                  </a:cxn>
                  <a:cxn ang="0">
                    <a:pos x="1348" y="251"/>
                  </a:cxn>
                  <a:cxn ang="0">
                    <a:pos x="1587" y="422"/>
                  </a:cxn>
                  <a:cxn ang="0">
                    <a:pos x="1300" y="631"/>
                  </a:cxn>
                  <a:cxn ang="0">
                    <a:pos x="679" y="482"/>
                  </a:cxn>
                  <a:cxn ang="0">
                    <a:pos x="668" y="177"/>
                  </a:cxn>
                  <a:cxn ang="0">
                    <a:pos x="807" y="91"/>
                  </a:cxn>
                  <a:cxn ang="0">
                    <a:pos x="944" y="177"/>
                  </a:cxn>
                  <a:cxn ang="0">
                    <a:pos x="933" y="482"/>
                  </a:cxn>
                  <a:cxn ang="0">
                    <a:pos x="804" y="550"/>
                  </a:cxn>
                  <a:cxn ang="0">
                    <a:pos x="993" y="575"/>
                  </a:cxn>
                  <a:cxn ang="0">
                    <a:pos x="1094" y="370"/>
                  </a:cxn>
                  <a:cxn ang="0">
                    <a:pos x="1054" y="137"/>
                  </a:cxn>
                  <a:cxn ang="0">
                    <a:pos x="890" y="9"/>
                  </a:cxn>
                  <a:cxn ang="0">
                    <a:pos x="665" y="37"/>
                  </a:cxn>
                  <a:cxn ang="0">
                    <a:pos x="531" y="209"/>
                  </a:cxn>
                  <a:cxn ang="0">
                    <a:pos x="535" y="452"/>
                  </a:cxn>
                  <a:cxn ang="0">
                    <a:pos x="670" y="611"/>
                  </a:cxn>
                  <a:cxn ang="0">
                    <a:pos x="403" y="539"/>
                  </a:cxn>
                  <a:cxn ang="0">
                    <a:pos x="216" y="516"/>
                  </a:cxn>
                  <a:cxn ang="0">
                    <a:pos x="123" y="371"/>
                  </a:cxn>
                  <a:cxn ang="0">
                    <a:pos x="160" y="176"/>
                  </a:cxn>
                  <a:cxn ang="0">
                    <a:pos x="337" y="94"/>
                  </a:cxn>
                  <a:cxn ang="0">
                    <a:pos x="383" y="3"/>
                  </a:cxn>
                  <a:cxn ang="0">
                    <a:pos x="130" y="59"/>
                  </a:cxn>
                  <a:cxn ang="0">
                    <a:pos x="6" y="255"/>
                  </a:cxn>
                  <a:cxn ang="0">
                    <a:pos x="41" y="497"/>
                  </a:cxn>
                  <a:cxn ang="0">
                    <a:pos x="215" y="628"/>
                  </a:cxn>
                  <a:cxn ang="0">
                    <a:pos x="458" y="523"/>
                  </a:cxn>
                </a:cxnLst>
                <a:rect l="0" t="0" r="r" b="b"/>
                <a:pathLst>
                  <a:path w="5893" h="641">
                    <a:moveTo>
                      <a:pt x="5686" y="631"/>
                    </a:moveTo>
                    <a:lnTo>
                      <a:pt x="5686" y="369"/>
                    </a:lnTo>
                    <a:lnTo>
                      <a:pt x="5893" y="10"/>
                    </a:lnTo>
                    <a:lnTo>
                      <a:pt x="5764" y="10"/>
                    </a:lnTo>
                    <a:lnTo>
                      <a:pt x="5690" y="169"/>
                    </a:lnTo>
                    <a:lnTo>
                      <a:pt x="5675" y="202"/>
                    </a:lnTo>
                    <a:lnTo>
                      <a:pt x="5661" y="232"/>
                    </a:lnTo>
                    <a:lnTo>
                      <a:pt x="5648" y="262"/>
                    </a:lnTo>
                    <a:lnTo>
                      <a:pt x="5636" y="292"/>
                    </a:lnTo>
                    <a:lnTo>
                      <a:pt x="5635" y="292"/>
                    </a:lnTo>
                    <a:lnTo>
                      <a:pt x="5621" y="261"/>
                    </a:lnTo>
                    <a:lnTo>
                      <a:pt x="5609" y="232"/>
                    </a:lnTo>
                    <a:lnTo>
                      <a:pt x="5596" y="202"/>
                    </a:lnTo>
                    <a:lnTo>
                      <a:pt x="5580" y="170"/>
                    </a:lnTo>
                    <a:lnTo>
                      <a:pt x="5506" y="10"/>
                    </a:lnTo>
                    <a:lnTo>
                      <a:pt x="5377" y="10"/>
                    </a:lnTo>
                    <a:lnTo>
                      <a:pt x="5573" y="372"/>
                    </a:lnTo>
                    <a:lnTo>
                      <a:pt x="5573" y="631"/>
                    </a:lnTo>
                    <a:lnTo>
                      <a:pt x="5686" y="631"/>
                    </a:lnTo>
                    <a:close/>
                    <a:moveTo>
                      <a:pt x="5318" y="523"/>
                    </a:moveTo>
                    <a:lnTo>
                      <a:pt x="5306" y="528"/>
                    </a:lnTo>
                    <a:lnTo>
                      <a:pt x="5293" y="532"/>
                    </a:lnTo>
                    <a:lnTo>
                      <a:pt x="5277" y="536"/>
                    </a:lnTo>
                    <a:lnTo>
                      <a:pt x="5262" y="539"/>
                    </a:lnTo>
                    <a:lnTo>
                      <a:pt x="5245" y="542"/>
                    </a:lnTo>
                    <a:lnTo>
                      <a:pt x="5229" y="544"/>
                    </a:lnTo>
                    <a:lnTo>
                      <a:pt x="5211" y="545"/>
                    </a:lnTo>
                    <a:lnTo>
                      <a:pt x="5194" y="545"/>
                    </a:lnTo>
                    <a:lnTo>
                      <a:pt x="5182" y="545"/>
                    </a:lnTo>
                    <a:lnTo>
                      <a:pt x="5169" y="544"/>
                    </a:lnTo>
                    <a:lnTo>
                      <a:pt x="5157" y="543"/>
                    </a:lnTo>
                    <a:lnTo>
                      <a:pt x="5146" y="541"/>
                    </a:lnTo>
                    <a:lnTo>
                      <a:pt x="5134" y="539"/>
                    </a:lnTo>
                    <a:lnTo>
                      <a:pt x="5124" y="537"/>
                    </a:lnTo>
                    <a:lnTo>
                      <a:pt x="5113" y="534"/>
                    </a:lnTo>
                    <a:lnTo>
                      <a:pt x="5104" y="530"/>
                    </a:lnTo>
                    <a:lnTo>
                      <a:pt x="5093" y="526"/>
                    </a:lnTo>
                    <a:lnTo>
                      <a:pt x="5084" y="522"/>
                    </a:lnTo>
                    <a:lnTo>
                      <a:pt x="5075" y="516"/>
                    </a:lnTo>
                    <a:lnTo>
                      <a:pt x="5067" y="511"/>
                    </a:lnTo>
                    <a:lnTo>
                      <a:pt x="5057" y="505"/>
                    </a:lnTo>
                    <a:lnTo>
                      <a:pt x="5050" y="499"/>
                    </a:lnTo>
                    <a:lnTo>
                      <a:pt x="5042" y="492"/>
                    </a:lnTo>
                    <a:lnTo>
                      <a:pt x="5036" y="486"/>
                    </a:lnTo>
                    <a:lnTo>
                      <a:pt x="5029" y="477"/>
                    </a:lnTo>
                    <a:lnTo>
                      <a:pt x="5022" y="470"/>
                    </a:lnTo>
                    <a:lnTo>
                      <a:pt x="5016" y="462"/>
                    </a:lnTo>
                    <a:lnTo>
                      <a:pt x="5011" y="453"/>
                    </a:lnTo>
                    <a:lnTo>
                      <a:pt x="5006" y="443"/>
                    </a:lnTo>
                    <a:lnTo>
                      <a:pt x="5001" y="434"/>
                    </a:lnTo>
                    <a:lnTo>
                      <a:pt x="4997" y="425"/>
                    </a:lnTo>
                    <a:lnTo>
                      <a:pt x="4993" y="415"/>
                    </a:lnTo>
                    <a:lnTo>
                      <a:pt x="4986" y="393"/>
                    </a:lnTo>
                    <a:lnTo>
                      <a:pt x="4982" y="371"/>
                    </a:lnTo>
                    <a:lnTo>
                      <a:pt x="4979" y="347"/>
                    </a:lnTo>
                    <a:lnTo>
                      <a:pt x="4978" y="322"/>
                    </a:lnTo>
                    <a:lnTo>
                      <a:pt x="4979" y="309"/>
                    </a:lnTo>
                    <a:lnTo>
                      <a:pt x="4979" y="295"/>
                    </a:lnTo>
                    <a:lnTo>
                      <a:pt x="4981" y="282"/>
                    </a:lnTo>
                    <a:lnTo>
                      <a:pt x="4982" y="270"/>
                    </a:lnTo>
                    <a:lnTo>
                      <a:pt x="4985" y="257"/>
                    </a:lnTo>
                    <a:lnTo>
                      <a:pt x="4987" y="246"/>
                    </a:lnTo>
                    <a:lnTo>
                      <a:pt x="4991" y="235"/>
                    </a:lnTo>
                    <a:lnTo>
                      <a:pt x="4995" y="223"/>
                    </a:lnTo>
                    <a:lnTo>
                      <a:pt x="4999" y="213"/>
                    </a:lnTo>
                    <a:lnTo>
                      <a:pt x="5004" y="203"/>
                    </a:lnTo>
                    <a:lnTo>
                      <a:pt x="5008" y="193"/>
                    </a:lnTo>
                    <a:lnTo>
                      <a:pt x="5014" y="184"/>
                    </a:lnTo>
                    <a:lnTo>
                      <a:pt x="5019" y="176"/>
                    </a:lnTo>
                    <a:lnTo>
                      <a:pt x="5026" y="168"/>
                    </a:lnTo>
                    <a:lnTo>
                      <a:pt x="5033" y="159"/>
                    </a:lnTo>
                    <a:lnTo>
                      <a:pt x="5040" y="152"/>
                    </a:lnTo>
                    <a:lnTo>
                      <a:pt x="5047" y="145"/>
                    </a:lnTo>
                    <a:lnTo>
                      <a:pt x="5055" y="139"/>
                    </a:lnTo>
                    <a:lnTo>
                      <a:pt x="5063" y="133"/>
                    </a:lnTo>
                    <a:lnTo>
                      <a:pt x="5072" y="127"/>
                    </a:lnTo>
                    <a:lnTo>
                      <a:pt x="5080" y="121"/>
                    </a:lnTo>
                    <a:lnTo>
                      <a:pt x="5089" y="117"/>
                    </a:lnTo>
                    <a:lnTo>
                      <a:pt x="5098" y="112"/>
                    </a:lnTo>
                    <a:lnTo>
                      <a:pt x="5109" y="109"/>
                    </a:lnTo>
                    <a:lnTo>
                      <a:pt x="5129" y="102"/>
                    </a:lnTo>
                    <a:lnTo>
                      <a:pt x="5150" y="98"/>
                    </a:lnTo>
                    <a:lnTo>
                      <a:pt x="5172" y="95"/>
                    </a:lnTo>
                    <a:lnTo>
                      <a:pt x="5196" y="94"/>
                    </a:lnTo>
                    <a:lnTo>
                      <a:pt x="5215" y="95"/>
                    </a:lnTo>
                    <a:lnTo>
                      <a:pt x="5232" y="96"/>
                    </a:lnTo>
                    <a:lnTo>
                      <a:pt x="5248" y="98"/>
                    </a:lnTo>
                    <a:lnTo>
                      <a:pt x="5264" y="101"/>
                    </a:lnTo>
                    <a:lnTo>
                      <a:pt x="5279" y="105"/>
                    </a:lnTo>
                    <a:lnTo>
                      <a:pt x="5293" y="109"/>
                    </a:lnTo>
                    <a:lnTo>
                      <a:pt x="5305" y="113"/>
                    </a:lnTo>
                    <a:lnTo>
                      <a:pt x="5316" y="118"/>
                    </a:lnTo>
                    <a:lnTo>
                      <a:pt x="5341" y="28"/>
                    </a:lnTo>
                    <a:lnTo>
                      <a:pt x="5332" y="24"/>
                    </a:lnTo>
                    <a:lnTo>
                      <a:pt x="5318" y="19"/>
                    </a:lnTo>
                    <a:lnTo>
                      <a:pt x="5303" y="13"/>
                    </a:lnTo>
                    <a:lnTo>
                      <a:pt x="5285" y="9"/>
                    </a:lnTo>
                    <a:lnTo>
                      <a:pt x="5265" y="6"/>
                    </a:lnTo>
                    <a:lnTo>
                      <a:pt x="5242" y="3"/>
                    </a:lnTo>
                    <a:lnTo>
                      <a:pt x="5218" y="1"/>
                    </a:lnTo>
                    <a:lnTo>
                      <a:pt x="5191" y="0"/>
                    </a:lnTo>
                    <a:lnTo>
                      <a:pt x="5173" y="1"/>
                    </a:lnTo>
                    <a:lnTo>
                      <a:pt x="5156" y="2"/>
                    </a:lnTo>
                    <a:lnTo>
                      <a:pt x="5139" y="4"/>
                    </a:lnTo>
                    <a:lnTo>
                      <a:pt x="5122" y="6"/>
                    </a:lnTo>
                    <a:lnTo>
                      <a:pt x="5106" y="9"/>
                    </a:lnTo>
                    <a:lnTo>
                      <a:pt x="5090" y="13"/>
                    </a:lnTo>
                    <a:lnTo>
                      <a:pt x="5075" y="17"/>
                    </a:lnTo>
                    <a:lnTo>
                      <a:pt x="5059" y="23"/>
                    </a:lnTo>
                    <a:lnTo>
                      <a:pt x="5045" y="29"/>
                    </a:lnTo>
                    <a:lnTo>
                      <a:pt x="5031" y="35"/>
                    </a:lnTo>
                    <a:lnTo>
                      <a:pt x="5016" y="42"/>
                    </a:lnTo>
                    <a:lnTo>
                      <a:pt x="5003" y="50"/>
                    </a:lnTo>
                    <a:lnTo>
                      <a:pt x="4989" y="59"/>
                    </a:lnTo>
                    <a:lnTo>
                      <a:pt x="4977" y="68"/>
                    </a:lnTo>
                    <a:lnTo>
                      <a:pt x="4966" y="77"/>
                    </a:lnTo>
                    <a:lnTo>
                      <a:pt x="4955" y="87"/>
                    </a:lnTo>
                    <a:lnTo>
                      <a:pt x="4943" y="99"/>
                    </a:lnTo>
                    <a:lnTo>
                      <a:pt x="4933" y="110"/>
                    </a:lnTo>
                    <a:lnTo>
                      <a:pt x="4924" y="122"/>
                    </a:lnTo>
                    <a:lnTo>
                      <a:pt x="4914" y="135"/>
                    </a:lnTo>
                    <a:lnTo>
                      <a:pt x="4906" y="148"/>
                    </a:lnTo>
                    <a:lnTo>
                      <a:pt x="4898" y="162"/>
                    </a:lnTo>
                    <a:lnTo>
                      <a:pt x="4891" y="176"/>
                    </a:lnTo>
                    <a:lnTo>
                      <a:pt x="4885" y="190"/>
                    </a:lnTo>
                    <a:lnTo>
                      <a:pt x="4879" y="206"/>
                    </a:lnTo>
                    <a:lnTo>
                      <a:pt x="4873" y="222"/>
                    </a:lnTo>
                    <a:lnTo>
                      <a:pt x="4869" y="239"/>
                    </a:lnTo>
                    <a:lnTo>
                      <a:pt x="4866" y="255"/>
                    </a:lnTo>
                    <a:lnTo>
                      <a:pt x="4863" y="273"/>
                    </a:lnTo>
                    <a:lnTo>
                      <a:pt x="4861" y="290"/>
                    </a:lnTo>
                    <a:lnTo>
                      <a:pt x="4860" y="309"/>
                    </a:lnTo>
                    <a:lnTo>
                      <a:pt x="4859" y="328"/>
                    </a:lnTo>
                    <a:lnTo>
                      <a:pt x="4860" y="346"/>
                    </a:lnTo>
                    <a:lnTo>
                      <a:pt x="4861" y="362"/>
                    </a:lnTo>
                    <a:lnTo>
                      <a:pt x="4862" y="380"/>
                    </a:lnTo>
                    <a:lnTo>
                      <a:pt x="4865" y="395"/>
                    </a:lnTo>
                    <a:lnTo>
                      <a:pt x="4868" y="412"/>
                    </a:lnTo>
                    <a:lnTo>
                      <a:pt x="4871" y="427"/>
                    </a:lnTo>
                    <a:lnTo>
                      <a:pt x="4876" y="441"/>
                    </a:lnTo>
                    <a:lnTo>
                      <a:pt x="4881" y="457"/>
                    </a:lnTo>
                    <a:lnTo>
                      <a:pt x="4887" y="470"/>
                    </a:lnTo>
                    <a:lnTo>
                      <a:pt x="4893" y="484"/>
                    </a:lnTo>
                    <a:lnTo>
                      <a:pt x="4900" y="497"/>
                    </a:lnTo>
                    <a:lnTo>
                      <a:pt x="4907" y="509"/>
                    </a:lnTo>
                    <a:lnTo>
                      <a:pt x="4915" y="522"/>
                    </a:lnTo>
                    <a:lnTo>
                      <a:pt x="4925" y="534"/>
                    </a:lnTo>
                    <a:lnTo>
                      <a:pt x="4934" y="544"/>
                    </a:lnTo>
                    <a:lnTo>
                      <a:pt x="4943" y="555"/>
                    </a:lnTo>
                    <a:lnTo>
                      <a:pt x="4955" y="565"/>
                    </a:lnTo>
                    <a:lnTo>
                      <a:pt x="4965" y="574"/>
                    </a:lnTo>
                    <a:lnTo>
                      <a:pt x="4977" y="583"/>
                    </a:lnTo>
                    <a:lnTo>
                      <a:pt x="4989" y="592"/>
                    </a:lnTo>
                    <a:lnTo>
                      <a:pt x="5002" y="599"/>
                    </a:lnTo>
                    <a:lnTo>
                      <a:pt x="5015" y="606"/>
                    </a:lnTo>
                    <a:lnTo>
                      <a:pt x="5029" y="612"/>
                    </a:lnTo>
                    <a:lnTo>
                      <a:pt x="5043" y="618"/>
                    </a:lnTo>
                    <a:lnTo>
                      <a:pt x="5058" y="623"/>
                    </a:lnTo>
                    <a:lnTo>
                      <a:pt x="5074" y="628"/>
                    </a:lnTo>
                    <a:lnTo>
                      <a:pt x="5089" y="632"/>
                    </a:lnTo>
                    <a:lnTo>
                      <a:pt x="5106" y="635"/>
                    </a:lnTo>
                    <a:lnTo>
                      <a:pt x="5122" y="637"/>
                    </a:lnTo>
                    <a:lnTo>
                      <a:pt x="5139" y="639"/>
                    </a:lnTo>
                    <a:lnTo>
                      <a:pt x="5158" y="640"/>
                    </a:lnTo>
                    <a:lnTo>
                      <a:pt x="5175" y="641"/>
                    </a:lnTo>
                    <a:lnTo>
                      <a:pt x="5203" y="640"/>
                    </a:lnTo>
                    <a:lnTo>
                      <a:pt x="5229" y="638"/>
                    </a:lnTo>
                    <a:lnTo>
                      <a:pt x="5253" y="635"/>
                    </a:lnTo>
                    <a:lnTo>
                      <a:pt x="5274" y="632"/>
                    </a:lnTo>
                    <a:lnTo>
                      <a:pt x="5294" y="628"/>
                    </a:lnTo>
                    <a:lnTo>
                      <a:pt x="5310" y="622"/>
                    </a:lnTo>
                    <a:lnTo>
                      <a:pt x="5324" y="617"/>
                    </a:lnTo>
                    <a:lnTo>
                      <a:pt x="5337" y="612"/>
                    </a:lnTo>
                    <a:lnTo>
                      <a:pt x="5318" y="523"/>
                    </a:lnTo>
                    <a:close/>
                    <a:moveTo>
                      <a:pt x="4374" y="631"/>
                    </a:moveTo>
                    <a:lnTo>
                      <a:pt x="4374" y="408"/>
                    </a:lnTo>
                    <a:lnTo>
                      <a:pt x="4374" y="371"/>
                    </a:lnTo>
                    <a:lnTo>
                      <a:pt x="4374" y="335"/>
                    </a:lnTo>
                    <a:lnTo>
                      <a:pt x="4374" y="301"/>
                    </a:lnTo>
                    <a:lnTo>
                      <a:pt x="4373" y="269"/>
                    </a:lnTo>
                    <a:lnTo>
                      <a:pt x="4372" y="237"/>
                    </a:lnTo>
                    <a:lnTo>
                      <a:pt x="4371" y="205"/>
                    </a:lnTo>
                    <a:lnTo>
                      <a:pt x="4370" y="175"/>
                    </a:lnTo>
                    <a:lnTo>
                      <a:pt x="4369" y="144"/>
                    </a:lnTo>
                    <a:lnTo>
                      <a:pt x="4371" y="144"/>
                    </a:lnTo>
                    <a:lnTo>
                      <a:pt x="4383" y="170"/>
                    </a:lnTo>
                    <a:lnTo>
                      <a:pt x="4396" y="198"/>
                    </a:lnTo>
                    <a:lnTo>
                      <a:pt x="4410" y="224"/>
                    </a:lnTo>
                    <a:lnTo>
                      <a:pt x="4423" y="251"/>
                    </a:lnTo>
                    <a:lnTo>
                      <a:pt x="4438" y="279"/>
                    </a:lnTo>
                    <a:lnTo>
                      <a:pt x="4453" y="306"/>
                    </a:lnTo>
                    <a:lnTo>
                      <a:pt x="4468" y="332"/>
                    </a:lnTo>
                    <a:lnTo>
                      <a:pt x="4483" y="358"/>
                    </a:lnTo>
                    <a:lnTo>
                      <a:pt x="4644" y="631"/>
                    </a:lnTo>
                    <a:lnTo>
                      <a:pt x="4761" y="631"/>
                    </a:lnTo>
                    <a:lnTo>
                      <a:pt x="4761" y="10"/>
                    </a:lnTo>
                    <a:lnTo>
                      <a:pt x="4657" y="10"/>
                    </a:lnTo>
                    <a:lnTo>
                      <a:pt x="4657" y="226"/>
                    </a:lnTo>
                    <a:lnTo>
                      <a:pt x="4657" y="261"/>
                    </a:lnTo>
                    <a:lnTo>
                      <a:pt x="4658" y="295"/>
                    </a:lnTo>
                    <a:lnTo>
                      <a:pt x="4658" y="328"/>
                    </a:lnTo>
                    <a:lnTo>
                      <a:pt x="4659" y="360"/>
                    </a:lnTo>
                    <a:lnTo>
                      <a:pt x="4661" y="391"/>
                    </a:lnTo>
                    <a:lnTo>
                      <a:pt x="4662" y="422"/>
                    </a:lnTo>
                    <a:lnTo>
                      <a:pt x="4665" y="453"/>
                    </a:lnTo>
                    <a:lnTo>
                      <a:pt x="4667" y="484"/>
                    </a:lnTo>
                    <a:lnTo>
                      <a:pt x="4665" y="485"/>
                    </a:lnTo>
                    <a:lnTo>
                      <a:pt x="4653" y="459"/>
                    </a:lnTo>
                    <a:lnTo>
                      <a:pt x="4642" y="433"/>
                    </a:lnTo>
                    <a:lnTo>
                      <a:pt x="4630" y="407"/>
                    </a:lnTo>
                    <a:lnTo>
                      <a:pt x="4616" y="381"/>
                    </a:lnTo>
                    <a:lnTo>
                      <a:pt x="4603" y="355"/>
                    </a:lnTo>
                    <a:lnTo>
                      <a:pt x="4589" y="328"/>
                    </a:lnTo>
                    <a:lnTo>
                      <a:pt x="4574" y="302"/>
                    </a:lnTo>
                    <a:lnTo>
                      <a:pt x="4559" y="277"/>
                    </a:lnTo>
                    <a:lnTo>
                      <a:pt x="4399" y="10"/>
                    </a:lnTo>
                    <a:lnTo>
                      <a:pt x="4270" y="10"/>
                    </a:lnTo>
                    <a:lnTo>
                      <a:pt x="4270" y="631"/>
                    </a:lnTo>
                    <a:lnTo>
                      <a:pt x="4374" y="631"/>
                    </a:lnTo>
                    <a:close/>
                    <a:moveTo>
                      <a:pt x="3827" y="369"/>
                    </a:moveTo>
                    <a:lnTo>
                      <a:pt x="3876" y="216"/>
                    </a:lnTo>
                    <a:lnTo>
                      <a:pt x="3884" y="187"/>
                    </a:lnTo>
                    <a:lnTo>
                      <a:pt x="3891" y="158"/>
                    </a:lnTo>
                    <a:lnTo>
                      <a:pt x="3898" y="129"/>
                    </a:lnTo>
                    <a:lnTo>
                      <a:pt x="3905" y="100"/>
                    </a:lnTo>
                    <a:lnTo>
                      <a:pt x="3908" y="100"/>
                    </a:lnTo>
                    <a:lnTo>
                      <a:pt x="3915" y="128"/>
                    </a:lnTo>
                    <a:lnTo>
                      <a:pt x="3922" y="157"/>
                    </a:lnTo>
                    <a:lnTo>
                      <a:pt x="3930" y="187"/>
                    </a:lnTo>
                    <a:lnTo>
                      <a:pt x="3938" y="217"/>
                    </a:lnTo>
                    <a:lnTo>
                      <a:pt x="3988" y="369"/>
                    </a:lnTo>
                    <a:lnTo>
                      <a:pt x="3827" y="369"/>
                    </a:lnTo>
                    <a:close/>
                    <a:moveTo>
                      <a:pt x="4006" y="456"/>
                    </a:moveTo>
                    <a:lnTo>
                      <a:pt x="4063" y="631"/>
                    </a:lnTo>
                    <a:lnTo>
                      <a:pt x="4184" y="631"/>
                    </a:lnTo>
                    <a:lnTo>
                      <a:pt x="3983" y="10"/>
                    </a:lnTo>
                    <a:lnTo>
                      <a:pt x="3839" y="10"/>
                    </a:lnTo>
                    <a:lnTo>
                      <a:pt x="3639" y="631"/>
                    </a:lnTo>
                    <a:lnTo>
                      <a:pt x="3756" y="631"/>
                    </a:lnTo>
                    <a:lnTo>
                      <a:pt x="3809" y="456"/>
                    </a:lnTo>
                    <a:lnTo>
                      <a:pt x="4006" y="456"/>
                    </a:lnTo>
                    <a:close/>
                    <a:moveTo>
                      <a:pt x="3389" y="631"/>
                    </a:moveTo>
                    <a:lnTo>
                      <a:pt x="3502" y="631"/>
                    </a:lnTo>
                    <a:lnTo>
                      <a:pt x="3502" y="105"/>
                    </a:lnTo>
                    <a:lnTo>
                      <a:pt x="3680" y="105"/>
                    </a:lnTo>
                    <a:lnTo>
                      <a:pt x="3680" y="10"/>
                    </a:lnTo>
                    <a:lnTo>
                      <a:pt x="3211" y="10"/>
                    </a:lnTo>
                    <a:lnTo>
                      <a:pt x="3211" y="105"/>
                    </a:lnTo>
                    <a:lnTo>
                      <a:pt x="3389" y="105"/>
                    </a:lnTo>
                    <a:lnTo>
                      <a:pt x="3389" y="631"/>
                    </a:lnTo>
                    <a:close/>
                    <a:moveTo>
                      <a:pt x="2906" y="631"/>
                    </a:moveTo>
                    <a:lnTo>
                      <a:pt x="3275" y="631"/>
                    </a:lnTo>
                    <a:lnTo>
                      <a:pt x="3275" y="536"/>
                    </a:lnTo>
                    <a:lnTo>
                      <a:pt x="3020" y="536"/>
                    </a:lnTo>
                    <a:lnTo>
                      <a:pt x="3020" y="10"/>
                    </a:lnTo>
                    <a:lnTo>
                      <a:pt x="2906" y="10"/>
                    </a:lnTo>
                    <a:lnTo>
                      <a:pt x="2906" y="631"/>
                    </a:lnTo>
                    <a:close/>
                    <a:moveTo>
                      <a:pt x="2293" y="10"/>
                    </a:moveTo>
                    <a:lnTo>
                      <a:pt x="2293" y="365"/>
                    </a:lnTo>
                    <a:lnTo>
                      <a:pt x="2293" y="383"/>
                    </a:lnTo>
                    <a:lnTo>
                      <a:pt x="2294" y="400"/>
                    </a:lnTo>
                    <a:lnTo>
                      <a:pt x="2295" y="417"/>
                    </a:lnTo>
                    <a:lnTo>
                      <a:pt x="2297" y="433"/>
                    </a:lnTo>
                    <a:lnTo>
                      <a:pt x="2299" y="449"/>
                    </a:lnTo>
                    <a:lnTo>
                      <a:pt x="2303" y="463"/>
                    </a:lnTo>
                    <a:lnTo>
                      <a:pt x="2306" y="477"/>
                    </a:lnTo>
                    <a:lnTo>
                      <a:pt x="2310" y="491"/>
                    </a:lnTo>
                    <a:lnTo>
                      <a:pt x="2314" y="503"/>
                    </a:lnTo>
                    <a:lnTo>
                      <a:pt x="2319" y="515"/>
                    </a:lnTo>
                    <a:lnTo>
                      <a:pt x="2324" y="528"/>
                    </a:lnTo>
                    <a:lnTo>
                      <a:pt x="2330" y="538"/>
                    </a:lnTo>
                    <a:lnTo>
                      <a:pt x="2336" y="548"/>
                    </a:lnTo>
                    <a:lnTo>
                      <a:pt x="2343" y="559"/>
                    </a:lnTo>
                    <a:lnTo>
                      <a:pt x="2350" y="568"/>
                    </a:lnTo>
                    <a:lnTo>
                      <a:pt x="2357" y="576"/>
                    </a:lnTo>
                    <a:lnTo>
                      <a:pt x="2365" y="584"/>
                    </a:lnTo>
                    <a:lnTo>
                      <a:pt x="2373" y="592"/>
                    </a:lnTo>
                    <a:lnTo>
                      <a:pt x="2383" y="599"/>
                    </a:lnTo>
                    <a:lnTo>
                      <a:pt x="2392" y="605"/>
                    </a:lnTo>
                    <a:lnTo>
                      <a:pt x="2401" y="611"/>
                    </a:lnTo>
                    <a:lnTo>
                      <a:pt x="2411" y="616"/>
                    </a:lnTo>
                    <a:lnTo>
                      <a:pt x="2422" y="621"/>
                    </a:lnTo>
                    <a:lnTo>
                      <a:pt x="2432" y="625"/>
                    </a:lnTo>
                    <a:lnTo>
                      <a:pt x="2443" y="629"/>
                    </a:lnTo>
                    <a:lnTo>
                      <a:pt x="2455" y="633"/>
                    </a:lnTo>
                    <a:lnTo>
                      <a:pt x="2466" y="635"/>
                    </a:lnTo>
                    <a:lnTo>
                      <a:pt x="2478" y="637"/>
                    </a:lnTo>
                    <a:lnTo>
                      <a:pt x="2503" y="640"/>
                    </a:lnTo>
                    <a:lnTo>
                      <a:pt x="2530" y="641"/>
                    </a:lnTo>
                    <a:lnTo>
                      <a:pt x="2543" y="641"/>
                    </a:lnTo>
                    <a:lnTo>
                      <a:pt x="2556" y="640"/>
                    </a:lnTo>
                    <a:lnTo>
                      <a:pt x="2570" y="639"/>
                    </a:lnTo>
                    <a:lnTo>
                      <a:pt x="2583" y="637"/>
                    </a:lnTo>
                    <a:lnTo>
                      <a:pt x="2595" y="635"/>
                    </a:lnTo>
                    <a:lnTo>
                      <a:pt x="2608" y="632"/>
                    </a:lnTo>
                    <a:lnTo>
                      <a:pt x="2619" y="629"/>
                    </a:lnTo>
                    <a:lnTo>
                      <a:pt x="2631" y="624"/>
                    </a:lnTo>
                    <a:lnTo>
                      <a:pt x="2643" y="620"/>
                    </a:lnTo>
                    <a:lnTo>
                      <a:pt x="2653" y="615"/>
                    </a:lnTo>
                    <a:lnTo>
                      <a:pt x="2663" y="610"/>
                    </a:lnTo>
                    <a:lnTo>
                      <a:pt x="2673" y="604"/>
                    </a:lnTo>
                    <a:lnTo>
                      <a:pt x="2683" y="598"/>
                    </a:lnTo>
                    <a:lnTo>
                      <a:pt x="2692" y="591"/>
                    </a:lnTo>
                    <a:lnTo>
                      <a:pt x="2701" y="582"/>
                    </a:lnTo>
                    <a:lnTo>
                      <a:pt x="2709" y="574"/>
                    </a:lnTo>
                    <a:lnTo>
                      <a:pt x="2718" y="566"/>
                    </a:lnTo>
                    <a:lnTo>
                      <a:pt x="2725" y="557"/>
                    </a:lnTo>
                    <a:lnTo>
                      <a:pt x="2732" y="546"/>
                    </a:lnTo>
                    <a:lnTo>
                      <a:pt x="2738" y="536"/>
                    </a:lnTo>
                    <a:lnTo>
                      <a:pt x="2744" y="525"/>
                    </a:lnTo>
                    <a:lnTo>
                      <a:pt x="2750" y="513"/>
                    </a:lnTo>
                    <a:lnTo>
                      <a:pt x="2755" y="501"/>
                    </a:lnTo>
                    <a:lnTo>
                      <a:pt x="2760" y="489"/>
                    </a:lnTo>
                    <a:lnTo>
                      <a:pt x="2764" y="475"/>
                    </a:lnTo>
                    <a:lnTo>
                      <a:pt x="2767" y="461"/>
                    </a:lnTo>
                    <a:lnTo>
                      <a:pt x="2770" y="446"/>
                    </a:lnTo>
                    <a:lnTo>
                      <a:pt x="2772" y="431"/>
                    </a:lnTo>
                    <a:lnTo>
                      <a:pt x="2774" y="416"/>
                    </a:lnTo>
                    <a:lnTo>
                      <a:pt x="2776" y="399"/>
                    </a:lnTo>
                    <a:lnTo>
                      <a:pt x="2777" y="383"/>
                    </a:lnTo>
                    <a:lnTo>
                      <a:pt x="2777" y="364"/>
                    </a:lnTo>
                    <a:lnTo>
                      <a:pt x="2777" y="10"/>
                    </a:lnTo>
                    <a:lnTo>
                      <a:pt x="2664" y="10"/>
                    </a:lnTo>
                    <a:lnTo>
                      <a:pt x="2664" y="372"/>
                    </a:lnTo>
                    <a:lnTo>
                      <a:pt x="2663" y="394"/>
                    </a:lnTo>
                    <a:lnTo>
                      <a:pt x="2661" y="415"/>
                    </a:lnTo>
                    <a:lnTo>
                      <a:pt x="2659" y="433"/>
                    </a:lnTo>
                    <a:lnTo>
                      <a:pt x="2655" y="451"/>
                    </a:lnTo>
                    <a:lnTo>
                      <a:pt x="2650" y="467"/>
                    </a:lnTo>
                    <a:lnTo>
                      <a:pt x="2644" y="481"/>
                    </a:lnTo>
                    <a:lnTo>
                      <a:pt x="2638" y="495"/>
                    </a:lnTo>
                    <a:lnTo>
                      <a:pt x="2629" y="506"/>
                    </a:lnTo>
                    <a:lnTo>
                      <a:pt x="2620" y="516"/>
                    </a:lnTo>
                    <a:lnTo>
                      <a:pt x="2611" y="526"/>
                    </a:lnTo>
                    <a:lnTo>
                      <a:pt x="2600" y="533"/>
                    </a:lnTo>
                    <a:lnTo>
                      <a:pt x="2588" y="539"/>
                    </a:lnTo>
                    <a:lnTo>
                      <a:pt x="2576" y="544"/>
                    </a:lnTo>
                    <a:lnTo>
                      <a:pt x="2563" y="547"/>
                    </a:lnTo>
                    <a:lnTo>
                      <a:pt x="2548" y="549"/>
                    </a:lnTo>
                    <a:lnTo>
                      <a:pt x="2534" y="549"/>
                    </a:lnTo>
                    <a:lnTo>
                      <a:pt x="2519" y="549"/>
                    </a:lnTo>
                    <a:lnTo>
                      <a:pt x="2506" y="547"/>
                    </a:lnTo>
                    <a:lnTo>
                      <a:pt x="2493" y="543"/>
                    </a:lnTo>
                    <a:lnTo>
                      <a:pt x="2481" y="539"/>
                    </a:lnTo>
                    <a:lnTo>
                      <a:pt x="2470" y="533"/>
                    </a:lnTo>
                    <a:lnTo>
                      <a:pt x="2460" y="526"/>
                    </a:lnTo>
                    <a:lnTo>
                      <a:pt x="2449" y="516"/>
                    </a:lnTo>
                    <a:lnTo>
                      <a:pt x="2441" y="506"/>
                    </a:lnTo>
                    <a:lnTo>
                      <a:pt x="2433" y="495"/>
                    </a:lnTo>
                    <a:lnTo>
                      <a:pt x="2426" y="481"/>
                    </a:lnTo>
                    <a:lnTo>
                      <a:pt x="2421" y="467"/>
                    </a:lnTo>
                    <a:lnTo>
                      <a:pt x="2416" y="451"/>
                    </a:lnTo>
                    <a:lnTo>
                      <a:pt x="2411" y="433"/>
                    </a:lnTo>
                    <a:lnTo>
                      <a:pt x="2408" y="415"/>
                    </a:lnTo>
                    <a:lnTo>
                      <a:pt x="2406" y="394"/>
                    </a:lnTo>
                    <a:lnTo>
                      <a:pt x="2406" y="372"/>
                    </a:lnTo>
                    <a:lnTo>
                      <a:pt x="2406" y="10"/>
                    </a:lnTo>
                    <a:lnTo>
                      <a:pt x="2293" y="10"/>
                    </a:lnTo>
                    <a:close/>
                    <a:moveTo>
                      <a:pt x="1789" y="601"/>
                    </a:moveTo>
                    <a:lnTo>
                      <a:pt x="1803" y="609"/>
                    </a:lnTo>
                    <a:lnTo>
                      <a:pt x="1821" y="616"/>
                    </a:lnTo>
                    <a:lnTo>
                      <a:pt x="1840" y="622"/>
                    </a:lnTo>
                    <a:lnTo>
                      <a:pt x="1861" y="629"/>
                    </a:lnTo>
                    <a:lnTo>
                      <a:pt x="1883" y="634"/>
                    </a:lnTo>
                    <a:lnTo>
                      <a:pt x="1908" y="637"/>
                    </a:lnTo>
                    <a:lnTo>
                      <a:pt x="1932" y="640"/>
                    </a:lnTo>
                    <a:lnTo>
                      <a:pt x="1956" y="641"/>
                    </a:lnTo>
                    <a:lnTo>
                      <a:pt x="1986" y="640"/>
                    </a:lnTo>
                    <a:lnTo>
                      <a:pt x="2013" y="637"/>
                    </a:lnTo>
                    <a:lnTo>
                      <a:pt x="2025" y="635"/>
                    </a:lnTo>
                    <a:lnTo>
                      <a:pt x="2037" y="632"/>
                    </a:lnTo>
                    <a:lnTo>
                      <a:pt x="2050" y="629"/>
                    </a:lnTo>
                    <a:lnTo>
                      <a:pt x="2061" y="625"/>
                    </a:lnTo>
                    <a:lnTo>
                      <a:pt x="2071" y="621"/>
                    </a:lnTo>
                    <a:lnTo>
                      <a:pt x="2082" y="617"/>
                    </a:lnTo>
                    <a:lnTo>
                      <a:pt x="2092" y="613"/>
                    </a:lnTo>
                    <a:lnTo>
                      <a:pt x="2101" y="608"/>
                    </a:lnTo>
                    <a:lnTo>
                      <a:pt x="2110" y="603"/>
                    </a:lnTo>
                    <a:lnTo>
                      <a:pt x="2119" y="597"/>
                    </a:lnTo>
                    <a:lnTo>
                      <a:pt x="2127" y="591"/>
                    </a:lnTo>
                    <a:lnTo>
                      <a:pt x="2134" y="584"/>
                    </a:lnTo>
                    <a:lnTo>
                      <a:pt x="2141" y="578"/>
                    </a:lnTo>
                    <a:lnTo>
                      <a:pt x="2147" y="571"/>
                    </a:lnTo>
                    <a:lnTo>
                      <a:pt x="2154" y="564"/>
                    </a:lnTo>
                    <a:lnTo>
                      <a:pt x="2160" y="557"/>
                    </a:lnTo>
                    <a:lnTo>
                      <a:pt x="2170" y="541"/>
                    </a:lnTo>
                    <a:lnTo>
                      <a:pt x="2177" y="526"/>
                    </a:lnTo>
                    <a:lnTo>
                      <a:pt x="2183" y="508"/>
                    </a:lnTo>
                    <a:lnTo>
                      <a:pt x="2189" y="491"/>
                    </a:lnTo>
                    <a:lnTo>
                      <a:pt x="2191" y="472"/>
                    </a:lnTo>
                    <a:lnTo>
                      <a:pt x="2192" y="454"/>
                    </a:lnTo>
                    <a:lnTo>
                      <a:pt x="2192" y="437"/>
                    </a:lnTo>
                    <a:lnTo>
                      <a:pt x="2190" y="422"/>
                    </a:lnTo>
                    <a:lnTo>
                      <a:pt x="2186" y="407"/>
                    </a:lnTo>
                    <a:lnTo>
                      <a:pt x="2182" y="393"/>
                    </a:lnTo>
                    <a:lnTo>
                      <a:pt x="2176" y="380"/>
                    </a:lnTo>
                    <a:lnTo>
                      <a:pt x="2170" y="367"/>
                    </a:lnTo>
                    <a:lnTo>
                      <a:pt x="2162" y="355"/>
                    </a:lnTo>
                    <a:lnTo>
                      <a:pt x="2153" y="344"/>
                    </a:lnTo>
                    <a:lnTo>
                      <a:pt x="2142" y="332"/>
                    </a:lnTo>
                    <a:lnTo>
                      <a:pt x="2130" y="322"/>
                    </a:lnTo>
                    <a:lnTo>
                      <a:pt x="2117" y="313"/>
                    </a:lnTo>
                    <a:lnTo>
                      <a:pt x="2102" y="303"/>
                    </a:lnTo>
                    <a:lnTo>
                      <a:pt x="2087" y="294"/>
                    </a:lnTo>
                    <a:lnTo>
                      <a:pt x="2070" y="286"/>
                    </a:lnTo>
                    <a:lnTo>
                      <a:pt x="2052" y="278"/>
                    </a:lnTo>
                    <a:lnTo>
                      <a:pt x="2032" y="270"/>
                    </a:lnTo>
                    <a:lnTo>
                      <a:pt x="2004" y="258"/>
                    </a:lnTo>
                    <a:lnTo>
                      <a:pt x="1979" y="247"/>
                    </a:lnTo>
                    <a:lnTo>
                      <a:pt x="1969" y="242"/>
                    </a:lnTo>
                    <a:lnTo>
                      <a:pt x="1958" y="236"/>
                    </a:lnTo>
                    <a:lnTo>
                      <a:pt x="1950" y="230"/>
                    </a:lnTo>
                    <a:lnTo>
                      <a:pt x="1942" y="224"/>
                    </a:lnTo>
                    <a:lnTo>
                      <a:pt x="1936" y="219"/>
                    </a:lnTo>
                    <a:lnTo>
                      <a:pt x="1930" y="213"/>
                    </a:lnTo>
                    <a:lnTo>
                      <a:pt x="1924" y="206"/>
                    </a:lnTo>
                    <a:lnTo>
                      <a:pt x="1920" y="200"/>
                    </a:lnTo>
                    <a:lnTo>
                      <a:pt x="1917" y="192"/>
                    </a:lnTo>
                    <a:lnTo>
                      <a:pt x="1915" y="184"/>
                    </a:lnTo>
                    <a:lnTo>
                      <a:pt x="1914" y="177"/>
                    </a:lnTo>
                    <a:lnTo>
                      <a:pt x="1914" y="168"/>
                    </a:lnTo>
                    <a:lnTo>
                      <a:pt x="1914" y="162"/>
                    </a:lnTo>
                    <a:lnTo>
                      <a:pt x="1915" y="154"/>
                    </a:lnTo>
                    <a:lnTo>
                      <a:pt x="1917" y="147"/>
                    </a:lnTo>
                    <a:lnTo>
                      <a:pt x="1919" y="141"/>
                    </a:lnTo>
                    <a:lnTo>
                      <a:pt x="1923" y="135"/>
                    </a:lnTo>
                    <a:lnTo>
                      <a:pt x="1928" y="129"/>
                    </a:lnTo>
                    <a:lnTo>
                      <a:pt x="1933" y="122"/>
                    </a:lnTo>
                    <a:lnTo>
                      <a:pt x="1938" y="117"/>
                    </a:lnTo>
                    <a:lnTo>
                      <a:pt x="1945" y="112"/>
                    </a:lnTo>
                    <a:lnTo>
                      <a:pt x="1952" y="107"/>
                    </a:lnTo>
                    <a:lnTo>
                      <a:pt x="1960" y="103"/>
                    </a:lnTo>
                    <a:lnTo>
                      <a:pt x="1970" y="100"/>
                    </a:lnTo>
                    <a:lnTo>
                      <a:pt x="1980" y="97"/>
                    </a:lnTo>
                    <a:lnTo>
                      <a:pt x="1991" y="95"/>
                    </a:lnTo>
                    <a:lnTo>
                      <a:pt x="2004" y="94"/>
                    </a:lnTo>
                    <a:lnTo>
                      <a:pt x="2016" y="94"/>
                    </a:lnTo>
                    <a:lnTo>
                      <a:pt x="2037" y="94"/>
                    </a:lnTo>
                    <a:lnTo>
                      <a:pt x="2057" y="96"/>
                    </a:lnTo>
                    <a:lnTo>
                      <a:pt x="2075" y="100"/>
                    </a:lnTo>
                    <a:lnTo>
                      <a:pt x="2092" y="104"/>
                    </a:lnTo>
                    <a:lnTo>
                      <a:pt x="2106" y="108"/>
                    </a:lnTo>
                    <a:lnTo>
                      <a:pt x="2120" y="113"/>
                    </a:lnTo>
                    <a:lnTo>
                      <a:pt x="2131" y="118"/>
                    </a:lnTo>
                    <a:lnTo>
                      <a:pt x="2140" y="122"/>
                    </a:lnTo>
                    <a:lnTo>
                      <a:pt x="2167" y="31"/>
                    </a:lnTo>
                    <a:lnTo>
                      <a:pt x="2155" y="25"/>
                    </a:lnTo>
                    <a:lnTo>
                      <a:pt x="2139" y="20"/>
                    </a:lnTo>
                    <a:lnTo>
                      <a:pt x="2124" y="14"/>
                    </a:lnTo>
                    <a:lnTo>
                      <a:pt x="2106" y="9"/>
                    </a:lnTo>
                    <a:lnTo>
                      <a:pt x="2087" y="6"/>
                    </a:lnTo>
                    <a:lnTo>
                      <a:pt x="2065" y="3"/>
                    </a:lnTo>
                    <a:lnTo>
                      <a:pt x="2043" y="1"/>
                    </a:lnTo>
                    <a:lnTo>
                      <a:pt x="2019" y="0"/>
                    </a:lnTo>
                    <a:lnTo>
                      <a:pt x="1994" y="1"/>
                    </a:lnTo>
                    <a:lnTo>
                      <a:pt x="1971" y="4"/>
                    </a:lnTo>
                    <a:lnTo>
                      <a:pt x="1948" y="8"/>
                    </a:lnTo>
                    <a:lnTo>
                      <a:pt x="1928" y="14"/>
                    </a:lnTo>
                    <a:lnTo>
                      <a:pt x="1908" y="22"/>
                    </a:lnTo>
                    <a:lnTo>
                      <a:pt x="1890" y="30"/>
                    </a:lnTo>
                    <a:lnTo>
                      <a:pt x="1873" y="40"/>
                    </a:lnTo>
                    <a:lnTo>
                      <a:pt x="1859" y="51"/>
                    </a:lnTo>
                    <a:lnTo>
                      <a:pt x="1845" y="64"/>
                    </a:lnTo>
                    <a:lnTo>
                      <a:pt x="1833" y="77"/>
                    </a:lnTo>
                    <a:lnTo>
                      <a:pt x="1823" y="93"/>
                    </a:lnTo>
                    <a:lnTo>
                      <a:pt x="1815" y="108"/>
                    </a:lnTo>
                    <a:lnTo>
                      <a:pt x="1808" y="124"/>
                    </a:lnTo>
                    <a:lnTo>
                      <a:pt x="1803" y="142"/>
                    </a:lnTo>
                    <a:lnTo>
                      <a:pt x="1800" y="159"/>
                    </a:lnTo>
                    <a:lnTo>
                      <a:pt x="1799" y="179"/>
                    </a:lnTo>
                    <a:lnTo>
                      <a:pt x="1800" y="194"/>
                    </a:lnTo>
                    <a:lnTo>
                      <a:pt x="1802" y="211"/>
                    </a:lnTo>
                    <a:lnTo>
                      <a:pt x="1806" y="225"/>
                    </a:lnTo>
                    <a:lnTo>
                      <a:pt x="1811" y="240"/>
                    </a:lnTo>
                    <a:lnTo>
                      <a:pt x="1818" y="253"/>
                    </a:lnTo>
                    <a:lnTo>
                      <a:pt x="1825" y="265"/>
                    </a:lnTo>
                    <a:lnTo>
                      <a:pt x="1834" y="277"/>
                    </a:lnTo>
                    <a:lnTo>
                      <a:pt x="1844" y="288"/>
                    </a:lnTo>
                    <a:lnTo>
                      <a:pt x="1857" y="299"/>
                    </a:lnTo>
                    <a:lnTo>
                      <a:pt x="1869" y="310"/>
                    </a:lnTo>
                    <a:lnTo>
                      <a:pt x="1882" y="319"/>
                    </a:lnTo>
                    <a:lnTo>
                      <a:pt x="1898" y="328"/>
                    </a:lnTo>
                    <a:lnTo>
                      <a:pt x="1913" y="336"/>
                    </a:lnTo>
                    <a:lnTo>
                      <a:pt x="1931" y="345"/>
                    </a:lnTo>
                    <a:lnTo>
                      <a:pt x="1948" y="352"/>
                    </a:lnTo>
                    <a:lnTo>
                      <a:pt x="1967" y="359"/>
                    </a:lnTo>
                    <a:lnTo>
                      <a:pt x="1994" y="369"/>
                    </a:lnTo>
                    <a:lnTo>
                      <a:pt x="2017" y="381"/>
                    </a:lnTo>
                    <a:lnTo>
                      <a:pt x="2027" y="386"/>
                    </a:lnTo>
                    <a:lnTo>
                      <a:pt x="2036" y="392"/>
                    </a:lnTo>
                    <a:lnTo>
                      <a:pt x="2044" y="397"/>
                    </a:lnTo>
                    <a:lnTo>
                      <a:pt x="2051" y="403"/>
                    </a:lnTo>
                    <a:lnTo>
                      <a:pt x="2057" y="409"/>
                    </a:lnTo>
                    <a:lnTo>
                      <a:pt x="2062" y="417"/>
                    </a:lnTo>
                    <a:lnTo>
                      <a:pt x="2067" y="423"/>
                    </a:lnTo>
                    <a:lnTo>
                      <a:pt x="2070" y="430"/>
                    </a:lnTo>
                    <a:lnTo>
                      <a:pt x="2073" y="437"/>
                    </a:lnTo>
                    <a:lnTo>
                      <a:pt x="2075" y="445"/>
                    </a:lnTo>
                    <a:lnTo>
                      <a:pt x="2077" y="454"/>
                    </a:lnTo>
                    <a:lnTo>
                      <a:pt x="2077" y="462"/>
                    </a:lnTo>
                    <a:lnTo>
                      <a:pt x="2077" y="471"/>
                    </a:lnTo>
                    <a:lnTo>
                      <a:pt x="2074" y="480"/>
                    </a:lnTo>
                    <a:lnTo>
                      <a:pt x="2072" y="489"/>
                    </a:lnTo>
                    <a:lnTo>
                      <a:pt x="2069" y="497"/>
                    </a:lnTo>
                    <a:lnTo>
                      <a:pt x="2065" y="504"/>
                    </a:lnTo>
                    <a:lnTo>
                      <a:pt x="2060" y="511"/>
                    </a:lnTo>
                    <a:lnTo>
                      <a:pt x="2054" y="517"/>
                    </a:lnTo>
                    <a:lnTo>
                      <a:pt x="2048" y="524"/>
                    </a:lnTo>
                    <a:lnTo>
                      <a:pt x="2040" y="529"/>
                    </a:lnTo>
                    <a:lnTo>
                      <a:pt x="2031" y="533"/>
                    </a:lnTo>
                    <a:lnTo>
                      <a:pt x="2022" y="537"/>
                    </a:lnTo>
                    <a:lnTo>
                      <a:pt x="2012" y="540"/>
                    </a:lnTo>
                    <a:lnTo>
                      <a:pt x="2002" y="543"/>
                    </a:lnTo>
                    <a:lnTo>
                      <a:pt x="1989" y="545"/>
                    </a:lnTo>
                    <a:lnTo>
                      <a:pt x="1977" y="546"/>
                    </a:lnTo>
                    <a:lnTo>
                      <a:pt x="1965" y="546"/>
                    </a:lnTo>
                    <a:lnTo>
                      <a:pt x="1943" y="546"/>
                    </a:lnTo>
                    <a:lnTo>
                      <a:pt x="1921" y="543"/>
                    </a:lnTo>
                    <a:lnTo>
                      <a:pt x="1901" y="540"/>
                    </a:lnTo>
                    <a:lnTo>
                      <a:pt x="1881" y="535"/>
                    </a:lnTo>
                    <a:lnTo>
                      <a:pt x="1863" y="529"/>
                    </a:lnTo>
                    <a:lnTo>
                      <a:pt x="1845" y="523"/>
                    </a:lnTo>
                    <a:lnTo>
                      <a:pt x="1829" y="514"/>
                    </a:lnTo>
                    <a:lnTo>
                      <a:pt x="1815" y="507"/>
                    </a:lnTo>
                    <a:lnTo>
                      <a:pt x="1789" y="601"/>
                    </a:lnTo>
                    <a:close/>
                    <a:moveTo>
                      <a:pt x="1300" y="631"/>
                    </a:moveTo>
                    <a:lnTo>
                      <a:pt x="1300" y="408"/>
                    </a:lnTo>
                    <a:lnTo>
                      <a:pt x="1300" y="371"/>
                    </a:lnTo>
                    <a:lnTo>
                      <a:pt x="1299" y="335"/>
                    </a:lnTo>
                    <a:lnTo>
                      <a:pt x="1299" y="301"/>
                    </a:lnTo>
                    <a:lnTo>
                      <a:pt x="1298" y="269"/>
                    </a:lnTo>
                    <a:lnTo>
                      <a:pt x="1298" y="237"/>
                    </a:lnTo>
                    <a:lnTo>
                      <a:pt x="1297" y="205"/>
                    </a:lnTo>
                    <a:lnTo>
                      <a:pt x="1295" y="175"/>
                    </a:lnTo>
                    <a:lnTo>
                      <a:pt x="1294" y="144"/>
                    </a:lnTo>
                    <a:lnTo>
                      <a:pt x="1297" y="144"/>
                    </a:lnTo>
                    <a:lnTo>
                      <a:pt x="1308" y="170"/>
                    </a:lnTo>
                    <a:lnTo>
                      <a:pt x="1321" y="198"/>
                    </a:lnTo>
                    <a:lnTo>
                      <a:pt x="1335" y="224"/>
                    </a:lnTo>
                    <a:lnTo>
                      <a:pt x="1348" y="251"/>
                    </a:lnTo>
                    <a:lnTo>
                      <a:pt x="1362" y="279"/>
                    </a:lnTo>
                    <a:lnTo>
                      <a:pt x="1378" y="306"/>
                    </a:lnTo>
                    <a:lnTo>
                      <a:pt x="1392" y="332"/>
                    </a:lnTo>
                    <a:lnTo>
                      <a:pt x="1408" y="358"/>
                    </a:lnTo>
                    <a:lnTo>
                      <a:pt x="1569" y="631"/>
                    </a:lnTo>
                    <a:lnTo>
                      <a:pt x="1686" y="631"/>
                    </a:lnTo>
                    <a:lnTo>
                      <a:pt x="1686" y="10"/>
                    </a:lnTo>
                    <a:lnTo>
                      <a:pt x="1582" y="10"/>
                    </a:lnTo>
                    <a:lnTo>
                      <a:pt x="1582" y="226"/>
                    </a:lnTo>
                    <a:lnTo>
                      <a:pt x="1582" y="261"/>
                    </a:lnTo>
                    <a:lnTo>
                      <a:pt x="1582" y="295"/>
                    </a:lnTo>
                    <a:lnTo>
                      <a:pt x="1583" y="328"/>
                    </a:lnTo>
                    <a:lnTo>
                      <a:pt x="1584" y="360"/>
                    </a:lnTo>
                    <a:lnTo>
                      <a:pt x="1585" y="391"/>
                    </a:lnTo>
                    <a:lnTo>
                      <a:pt x="1587" y="422"/>
                    </a:lnTo>
                    <a:lnTo>
                      <a:pt x="1589" y="453"/>
                    </a:lnTo>
                    <a:lnTo>
                      <a:pt x="1592" y="484"/>
                    </a:lnTo>
                    <a:lnTo>
                      <a:pt x="1589" y="485"/>
                    </a:lnTo>
                    <a:lnTo>
                      <a:pt x="1578" y="459"/>
                    </a:lnTo>
                    <a:lnTo>
                      <a:pt x="1567" y="433"/>
                    </a:lnTo>
                    <a:lnTo>
                      <a:pt x="1555" y="407"/>
                    </a:lnTo>
                    <a:lnTo>
                      <a:pt x="1541" y="381"/>
                    </a:lnTo>
                    <a:lnTo>
                      <a:pt x="1528" y="355"/>
                    </a:lnTo>
                    <a:lnTo>
                      <a:pt x="1513" y="328"/>
                    </a:lnTo>
                    <a:lnTo>
                      <a:pt x="1499" y="302"/>
                    </a:lnTo>
                    <a:lnTo>
                      <a:pt x="1484" y="277"/>
                    </a:lnTo>
                    <a:lnTo>
                      <a:pt x="1324" y="10"/>
                    </a:lnTo>
                    <a:lnTo>
                      <a:pt x="1195" y="10"/>
                    </a:lnTo>
                    <a:lnTo>
                      <a:pt x="1195" y="631"/>
                    </a:lnTo>
                    <a:lnTo>
                      <a:pt x="1300" y="631"/>
                    </a:lnTo>
                    <a:close/>
                    <a:moveTo>
                      <a:pt x="804" y="550"/>
                    </a:moveTo>
                    <a:lnTo>
                      <a:pt x="795" y="549"/>
                    </a:lnTo>
                    <a:lnTo>
                      <a:pt x="785" y="549"/>
                    </a:lnTo>
                    <a:lnTo>
                      <a:pt x="776" y="547"/>
                    </a:lnTo>
                    <a:lnTo>
                      <a:pt x="766" y="545"/>
                    </a:lnTo>
                    <a:lnTo>
                      <a:pt x="757" y="543"/>
                    </a:lnTo>
                    <a:lnTo>
                      <a:pt x="749" y="540"/>
                    </a:lnTo>
                    <a:lnTo>
                      <a:pt x="741" y="536"/>
                    </a:lnTo>
                    <a:lnTo>
                      <a:pt x="733" y="532"/>
                    </a:lnTo>
                    <a:lnTo>
                      <a:pt x="724" y="527"/>
                    </a:lnTo>
                    <a:lnTo>
                      <a:pt x="717" y="523"/>
                    </a:lnTo>
                    <a:lnTo>
                      <a:pt x="710" y="516"/>
                    </a:lnTo>
                    <a:lnTo>
                      <a:pt x="703" y="510"/>
                    </a:lnTo>
                    <a:lnTo>
                      <a:pt x="690" y="497"/>
                    </a:lnTo>
                    <a:lnTo>
                      <a:pt x="679" y="482"/>
                    </a:lnTo>
                    <a:lnTo>
                      <a:pt x="668" y="466"/>
                    </a:lnTo>
                    <a:lnTo>
                      <a:pt x="660" y="449"/>
                    </a:lnTo>
                    <a:lnTo>
                      <a:pt x="651" y="430"/>
                    </a:lnTo>
                    <a:lnTo>
                      <a:pt x="645" y="410"/>
                    </a:lnTo>
                    <a:lnTo>
                      <a:pt x="640" y="389"/>
                    </a:lnTo>
                    <a:lnTo>
                      <a:pt x="637" y="367"/>
                    </a:lnTo>
                    <a:lnTo>
                      <a:pt x="634" y="346"/>
                    </a:lnTo>
                    <a:lnTo>
                      <a:pt x="634" y="322"/>
                    </a:lnTo>
                    <a:lnTo>
                      <a:pt x="634" y="299"/>
                    </a:lnTo>
                    <a:lnTo>
                      <a:pt x="636" y="277"/>
                    </a:lnTo>
                    <a:lnTo>
                      <a:pt x="640" y="255"/>
                    </a:lnTo>
                    <a:lnTo>
                      <a:pt x="645" y="235"/>
                    </a:lnTo>
                    <a:lnTo>
                      <a:pt x="651" y="214"/>
                    </a:lnTo>
                    <a:lnTo>
                      <a:pt x="659" y="194"/>
                    </a:lnTo>
                    <a:lnTo>
                      <a:pt x="668" y="177"/>
                    </a:lnTo>
                    <a:lnTo>
                      <a:pt x="677" y="160"/>
                    </a:lnTo>
                    <a:lnTo>
                      <a:pt x="689" y="145"/>
                    </a:lnTo>
                    <a:lnTo>
                      <a:pt x="702" y="132"/>
                    </a:lnTo>
                    <a:lnTo>
                      <a:pt x="709" y="126"/>
                    </a:lnTo>
                    <a:lnTo>
                      <a:pt x="716" y="119"/>
                    </a:lnTo>
                    <a:lnTo>
                      <a:pt x="723" y="114"/>
                    </a:lnTo>
                    <a:lnTo>
                      <a:pt x="732" y="109"/>
                    </a:lnTo>
                    <a:lnTo>
                      <a:pt x="740" y="105"/>
                    </a:lnTo>
                    <a:lnTo>
                      <a:pt x="748" y="102"/>
                    </a:lnTo>
                    <a:lnTo>
                      <a:pt x="757" y="99"/>
                    </a:lnTo>
                    <a:lnTo>
                      <a:pt x="766" y="96"/>
                    </a:lnTo>
                    <a:lnTo>
                      <a:pt x="776" y="94"/>
                    </a:lnTo>
                    <a:lnTo>
                      <a:pt x="786" y="92"/>
                    </a:lnTo>
                    <a:lnTo>
                      <a:pt x="795" y="91"/>
                    </a:lnTo>
                    <a:lnTo>
                      <a:pt x="807" y="91"/>
                    </a:lnTo>
                    <a:lnTo>
                      <a:pt x="817" y="91"/>
                    </a:lnTo>
                    <a:lnTo>
                      <a:pt x="827" y="92"/>
                    </a:lnTo>
                    <a:lnTo>
                      <a:pt x="836" y="94"/>
                    </a:lnTo>
                    <a:lnTo>
                      <a:pt x="846" y="96"/>
                    </a:lnTo>
                    <a:lnTo>
                      <a:pt x="855" y="99"/>
                    </a:lnTo>
                    <a:lnTo>
                      <a:pt x="864" y="102"/>
                    </a:lnTo>
                    <a:lnTo>
                      <a:pt x="872" y="106"/>
                    </a:lnTo>
                    <a:lnTo>
                      <a:pt x="881" y="110"/>
                    </a:lnTo>
                    <a:lnTo>
                      <a:pt x="889" y="114"/>
                    </a:lnTo>
                    <a:lnTo>
                      <a:pt x="896" y="120"/>
                    </a:lnTo>
                    <a:lnTo>
                      <a:pt x="903" y="126"/>
                    </a:lnTo>
                    <a:lnTo>
                      <a:pt x="910" y="132"/>
                    </a:lnTo>
                    <a:lnTo>
                      <a:pt x="923" y="145"/>
                    </a:lnTo>
                    <a:lnTo>
                      <a:pt x="934" y="160"/>
                    </a:lnTo>
                    <a:lnTo>
                      <a:pt x="944" y="177"/>
                    </a:lnTo>
                    <a:lnTo>
                      <a:pt x="952" y="194"/>
                    </a:lnTo>
                    <a:lnTo>
                      <a:pt x="961" y="214"/>
                    </a:lnTo>
                    <a:lnTo>
                      <a:pt x="967" y="234"/>
                    </a:lnTo>
                    <a:lnTo>
                      <a:pt x="971" y="254"/>
                    </a:lnTo>
                    <a:lnTo>
                      <a:pt x="974" y="275"/>
                    </a:lnTo>
                    <a:lnTo>
                      <a:pt x="976" y="296"/>
                    </a:lnTo>
                    <a:lnTo>
                      <a:pt x="977" y="318"/>
                    </a:lnTo>
                    <a:lnTo>
                      <a:pt x="976" y="343"/>
                    </a:lnTo>
                    <a:lnTo>
                      <a:pt x="974" y="365"/>
                    </a:lnTo>
                    <a:lnTo>
                      <a:pt x="971" y="388"/>
                    </a:lnTo>
                    <a:lnTo>
                      <a:pt x="966" y="409"/>
                    </a:lnTo>
                    <a:lnTo>
                      <a:pt x="960" y="430"/>
                    </a:lnTo>
                    <a:lnTo>
                      <a:pt x="951" y="449"/>
                    </a:lnTo>
                    <a:lnTo>
                      <a:pt x="943" y="467"/>
                    </a:lnTo>
                    <a:lnTo>
                      <a:pt x="933" y="482"/>
                    </a:lnTo>
                    <a:lnTo>
                      <a:pt x="921" y="498"/>
                    </a:lnTo>
                    <a:lnTo>
                      <a:pt x="908" y="511"/>
                    </a:lnTo>
                    <a:lnTo>
                      <a:pt x="901" y="517"/>
                    </a:lnTo>
                    <a:lnTo>
                      <a:pt x="894" y="523"/>
                    </a:lnTo>
                    <a:lnTo>
                      <a:pt x="887" y="528"/>
                    </a:lnTo>
                    <a:lnTo>
                      <a:pt x="878" y="532"/>
                    </a:lnTo>
                    <a:lnTo>
                      <a:pt x="870" y="536"/>
                    </a:lnTo>
                    <a:lnTo>
                      <a:pt x="862" y="540"/>
                    </a:lnTo>
                    <a:lnTo>
                      <a:pt x="854" y="543"/>
                    </a:lnTo>
                    <a:lnTo>
                      <a:pt x="845" y="545"/>
                    </a:lnTo>
                    <a:lnTo>
                      <a:pt x="835" y="547"/>
                    </a:lnTo>
                    <a:lnTo>
                      <a:pt x="826" y="549"/>
                    </a:lnTo>
                    <a:lnTo>
                      <a:pt x="816" y="549"/>
                    </a:lnTo>
                    <a:lnTo>
                      <a:pt x="805" y="550"/>
                    </a:lnTo>
                    <a:lnTo>
                      <a:pt x="804" y="550"/>
                    </a:lnTo>
                    <a:close/>
                    <a:moveTo>
                      <a:pt x="802" y="641"/>
                    </a:moveTo>
                    <a:lnTo>
                      <a:pt x="818" y="641"/>
                    </a:lnTo>
                    <a:lnTo>
                      <a:pt x="833" y="640"/>
                    </a:lnTo>
                    <a:lnTo>
                      <a:pt x="849" y="638"/>
                    </a:lnTo>
                    <a:lnTo>
                      <a:pt x="863" y="636"/>
                    </a:lnTo>
                    <a:lnTo>
                      <a:pt x="878" y="633"/>
                    </a:lnTo>
                    <a:lnTo>
                      <a:pt x="893" y="629"/>
                    </a:lnTo>
                    <a:lnTo>
                      <a:pt x="906" y="624"/>
                    </a:lnTo>
                    <a:lnTo>
                      <a:pt x="920" y="619"/>
                    </a:lnTo>
                    <a:lnTo>
                      <a:pt x="933" y="613"/>
                    </a:lnTo>
                    <a:lnTo>
                      <a:pt x="946" y="607"/>
                    </a:lnTo>
                    <a:lnTo>
                      <a:pt x="959" y="600"/>
                    </a:lnTo>
                    <a:lnTo>
                      <a:pt x="970" y="593"/>
                    </a:lnTo>
                    <a:lnTo>
                      <a:pt x="982" y="584"/>
                    </a:lnTo>
                    <a:lnTo>
                      <a:pt x="993" y="575"/>
                    </a:lnTo>
                    <a:lnTo>
                      <a:pt x="1004" y="566"/>
                    </a:lnTo>
                    <a:lnTo>
                      <a:pt x="1013" y="556"/>
                    </a:lnTo>
                    <a:lnTo>
                      <a:pt x="1023" y="545"/>
                    </a:lnTo>
                    <a:lnTo>
                      <a:pt x="1033" y="533"/>
                    </a:lnTo>
                    <a:lnTo>
                      <a:pt x="1041" y="522"/>
                    </a:lnTo>
                    <a:lnTo>
                      <a:pt x="1049" y="509"/>
                    </a:lnTo>
                    <a:lnTo>
                      <a:pt x="1056" y="496"/>
                    </a:lnTo>
                    <a:lnTo>
                      <a:pt x="1063" y="482"/>
                    </a:lnTo>
                    <a:lnTo>
                      <a:pt x="1070" y="468"/>
                    </a:lnTo>
                    <a:lnTo>
                      <a:pt x="1076" y="453"/>
                    </a:lnTo>
                    <a:lnTo>
                      <a:pt x="1081" y="437"/>
                    </a:lnTo>
                    <a:lnTo>
                      <a:pt x="1085" y="422"/>
                    </a:lnTo>
                    <a:lnTo>
                      <a:pt x="1089" y="405"/>
                    </a:lnTo>
                    <a:lnTo>
                      <a:pt x="1092" y="388"/>
                    </a:lnTo>
                    <a:lnTo>
                      <a:pt x="1094" y="370"/>
                    </a:lnTo>
                    <a:lnTo>
                      <a:pt x="1096" y="352"/>
                    </a:lnTo>
                    <a:lnTo>
                      <a:pt x="1097" y="333"/>
                    </a:lnTo>
                    <a:lnTo>
                      <a:pt x="1097" y="314"/>
                    </a:lnTo>
                    <a:lnTo>
                      <a:pt x="1097" y="297"/>
                    </a:lnTo>
                    <a:lnTo>
                      <a:pt x="1096" y="281"/>
                    </a:lnTo>
                    <a:lnTo>
                      <a:pt x="1095" y="265"/>
                    </a:lnTo>
                    <a:lnTo>
                      <a:pt x="1093" y="250"/>
                    </a:lnTo>
                    <a:lnTo>
                      <a:pt x="1090" y="235"/>
                    </a:lnTo>
                    <a:lnTo>
                      <a:pt x="1087" y="219"/>
                    </a:lnTo>
                    <a:lnTo>
                      <a:pt x="1083" y="205"/>
                    </a:lnTo>
                    <a:lnTo>
                      <a:pt x="1078" y="190"/>
                    </a:lnTo>
                    <a:lnTo>
                      <a:pt x="1073" y="176"/>
                    </a:lnTo>
                    <a:lnTo>
                      <a:pt x="1068" y="163"/>
                    </a:lnTo>
                    <a:lnTo>
                      <a:pt x="1061" y="149"/>
                    </a:lnTo>
                    <a:lnTo>
                      <a:pt x="1054" y="137"/>
                    </a:lnTo>
                    <a:lnTo>
                      <a:pt x="1047" y="124"/>
                    </a:lnTo>
                    <a:lnTo>
                      <a:pt x="1039" y="113"/>
                    </a:lnTo>
                    <a:lnTo>
                      <a:pt x="1031" y="102"/>
                    </a:lnTo>
                    <a:lnTo>
                      <a:pt x="1021" y="91"/>
                    </a:lnTo>
                    <a:lnTo>
                      <a:pt x="1012" y="80"/>
                    </a:lnTo>
                    <a:lnTo>
                      <a:pt x="1002" y="71"/>
                    </a:lnTo>
                    <a:lnTo>
                      <a:pt x="991" y="62"/>
                    </a:lnTo>
                    <a:lnTo>
                      <a:pt x="980" y="52"/>
                    </a:lnTo>
                    <a:lnTo>
                      <a:pt x="969" y="44"/>
                    </a:lnTo>
                    <a:lnTo>
                      <a:pt x="957" y="37"/>
                    </a:lnTo>
                    <a:lnTo>
                      <a:pt x="944" y="30"/>
                    </a:lnTo>
                    <a:lnTo>
                      <a:pt x="932" y="24"/>
                    </a:lnTo>
                    <a:lnTo>
                      <a:pt x="917" y="19"/>
                    </a:lnTo>
                    <a:lnTo>
                      <a:pt x="904" y="13"/>
                    </a:lnTo>
                    <a:lnTo>
                      <a:pt x="890" y="9"/>
                    </a:lnTo>
                    <a:lnTo>
                      <a:pt x="874" y="6"/>
                    </a:lnTo>
                    <a:lnTo>
                      <a:pt x="859" y="3"/>
                    </a:lnTo>
                    <a:lnTo>
                      <a:pt x="844" y="2"/>
                    </a:lnTo>
                    <a:lnTo>
                      <a:pt x="827" y="0"/>
                    </a:lnTo>
                    <a:lnTo>
                      <a:pt x="811" y="0"/>
                    </a:lnTo>
                    <a:lnTo>
                      <a:pt x="794" y="0"/>
                    </a:lnTo>
                    <a:lnTo>
                      <a:pt x="778" y="2"/>
                    </a:lnTo>
                    <a:lnTo>
                      <a:pt x="762" y="3"/>
                    </a:lnTo>
                    <a:lnTo>
                      <a:pt x="747" y="6"/>
                    </a:lnTo>
                    <a:lnTo>
                      <a:pt x="733" y="9"/>
                    </a:lnTo>
                    <a:lnTo>
                      <a:pt x="718" y="13"/>
                    </a:lnTo>
                    <a:lnTo>
                      <a:pt x="704" y="19"/>
                    </a:lnTo>
                    <a:lnTo>
                      <a:pt x="690" y="24"/>
                    </a:lnTo>
                    <a:lnTo>
                      <a:pt x="677" y="30"/>
                    </a:lnTo>
                    <a:lnTo>
                      <a:pt x="665" y="37"/>
                    </a:lnTo>
                    <a:lnTo>
                      <a:pt x="652" y="44"/>
                    </a:lnTo>
                    <a:lnTo>
                      <a:pt x="640" y="52"/>
                    </a:lnTo>
                    <a:lnTo>
                      <a:pt x="629" y="62"/>
                    </a:lnTo>
                    <a:lnTo>
                      <a:pt x="617" y="71"/>
                    </a:lnTo>
                    <a:lnTo>
                      <a:pt x="607" y="80"/>
                    </a:lnTo>
                    <a:lnTo>
                      <a:pt x="597" y="92"/>
                    </a:lnTo>
                    <a:lnTo>
                      <a:pt x="588" y="102"/>
                    </a:lnTo>
                    <a:lnTo>
                      <a:pt x="578" y="114"/>
                    </a:lnTo>
                    <a:lnTo>
                      <a:pt x="570" y="126"/>
                    </a:lnTo>
                    <a:lnTo>
                      <a:pt x="562" y="139"/>
                    </a:lnTo>
                    <a:lnTo>
                      <a:pt x="555" y="151"/>
                    </a:lnTo>
                    <a:lnTo>
                      <a:pt x="549" y="166"/>
                    </a:lnTo>
                    <a:lnTo>
                      <a:pt x="542" y="179"/>
                    </a:lnTo>
                    <a:lnTo>
                      <a:pt x="536" y="194"/>
                    </a:lnTo>
                    <a:lnTo>
                      <a:pt x="531" y="209"/>
                    </a:lnTo>
                    <a:lnTo>
                      <a:pt x="527" y="224"/>
                    </a:lnTo>
                    <a:lnTo>
                      <a:pt x="524" y="241"/>
                    </a:lnTo>
                    <a:lnTo>
                      <a:pt x="521" y="256"/>
                    </a:lnTo>
                    <a:lnTo>
                      <a:pt x="518" y="273"/>
                    </a:lnTo>
                    <a:lnTo>
                      <a:pt x="517" y="290"/>
                    </a:lnTo>
                    <a:lnTo>
                      <a:pt x="516" y="308"/>
                    </a:lnTo>
                    <a:lnTo>
                      <a:pt x="515" y="325"/>
                    </a:lnTo>
                    <a:lnTo>
                      <a:pt x="516" y="342"/>
                    </a:lnTo>
                    <a:lnTo>
                      <a:pt x="517" y="359"/>
                    </a:lnTo>
                    <a:lnTo>
                      <a:pt x="518" y="374"/>
                    </a:lnTo>
                    <a:lnTo>
                      <a:pt x="520" y="391"/>
                    </a:lnTo>
                    <a:lnTo>
                      <a:pt x="523" y="406"/>
                    </a:lnTo>
                    <a:lnTo>
                      <a:pt x="526" y="422"/>
                    </a:lnTo>
                    <a:lnTo>
                      <a:pt x="530" y="436"/>
                    </a:lnTo>
                    <a:lnTo>
                      <a:pt x="535" y="452"/>
                    </a:lnTo>
                    <a:lnTo>
                      <a:pt x="540" y="465"/>
                    </a:lnTo>
                    <a:lnTo>
                      <a:pt x="547" y="479"/>
                    </a:lnTo>
                    <a:lnTo>
                      <a:pt x="553" y="492"/>
                    </a:lnTo>
                    <a:lnTo>
                      <a:pt x="559" y="505"/>
                    </a:lnTo>
                    <a:lnTo>
                      <a:pt x="567" y="517"/>
                    </a:lnTo>
                    <a:lnTo>
                      <a:pt x="575" y="529"/>
                    </a:lnTo>
                    <a:lnTo>
                      <a:pt x="584" y="540"/>
                    </a:lnTo>
                    <a:lnTo>
                      <a:pt x="593" y="551"/>
                    </a:lnTo>
                    <a:lnTo>
                      <a:pt x="602" y="562"/>
                    </a:lnTo>
                    <a:lnTo>
                      <a:pt x="612" y="571"/>
                    </a:lnTo>
                    <a:lnTo>
                      <a:pt x="623" y="580"/>
                    </a:lnTo>
                    <a:lnTo>
                      <a:pt x="634" y="588"/>
                    </a:lnTo>
                    <a:lnTo>
                      <a:pt x="645" y="597"/>
                    </a:lnTo>
                    <a:lnTo>
                      <a:pt x="658" y="604"/>
                    </a:lnTo>
                    <a:lnTo>
                      <a:pt x="670" y="611"/>
                    </a:lnTo>
                    <a:lnTo>
                      <a:pt x="682" y="617"/>
                    </a:lnTo>
                    <a:lnTo>
                      <a:pt x="696" y="622"/>
                    </a:lnTo>
                    <a:lnTo>
                      <a:pt x="710" y="628"/>
                    </a:lnTo>
                    <a:lnTo>
                      <a:pt x="724" y="632"/>
                    </a:lnTo>
                    <a:lnTo>
                      <a:pt x="739" y="635"/>
                    </a:lnTo>
                    <a:lnTo>
                      <a:pt x="753" y="638"/>
                    </a:lnTo>
                    <a:lnTo>
                      <a:pt x="769" y="640"/>
                    </a:lnTo>
                    <a:lnTo>
                      <a:pt x="785" y="641"/>
                    </a:lnTo>
                    <a:lnTo>
                      <a:pt x="801" y="641"/>
                    </a:lnTo>
                    <a:lnTo>
                      <a:pt x="802" y="641"/>
                    </a:lnTo>
                    <a:close/>
                    <a:moveTo>
                      <a:pt x="458" y="523"/>
                    </a:moveTo>
                    <a:lnTo>
                      <a:pt x="447" y="528"/>
                    </a:lnTo>
                    <a:lnTo>
                      <a:pt x="434" y="532"/>
                    </a:lnTo>
                    <a:lnTo>
                      <a:pt x="418" y="536"/>
                    </a:lnTo>
                    <a:lnTo>
                      <a:pt x="403" y="539"/>
                    </a:lnTo>
                    <a:lnTo>
                      <a:pt x="386" y="542"/>
                    </a:lnTo>
                    <a:lnTo>
                      <a:pt x="370" y="544"/>
                    </a:lnTo>
                    <a:lnTo>
                      <a:pt x="352" y="545"/>
                    </a:lnTo>
                    <a:lnTo>
                      <a:pt x="335" y="545"/>
                    </a:lnTo>
                    <a:lnTo>
                      <a:pt x="323" y="545"/>
                    </a:lnTo>
                    <a:lnTo>
                      <a:pt x="310" y="544"/>
                    </a:lnTo>
                    <a:lnTo>
                      <a:pt x="298" y="543"/>
                    </a:lnTo>
                    <a:lnTo>
                      <a:pt x="287" y="541"/>
                    </a:lnTo>
                    <a:lnTo>
                      <a:pt x="275" y="539"/>
                    </a:lnTo>
                    <a:lnTo>
                      <a:pt x="265" y="537"/>
                    </a:lnTo>
                    <a:lnTo>
                      <a:pt x="254" y="534"/>
                    </a:lnTo>
                    <a:lnTo>
                      <a:pt x="243" y="530"/>
                    </a:lnTo>
                    <a:lnTo>
                      <a:pt x="234" y="526"/>
                    </a:lnTo>
                    <a:lnTo>
                      <a:pt x="225" y="522"/>
                    </a:lnTo>
                    <a:lnTo>
                      <a:pt x="216" y="516"/>
                    </a:lnTo>
                    <a:lnTo>
                      <a:pt x="207" y="511"/>
                    </a:lnTo>
                    <a:lnTo>
                      <a:pt x="198" y="505"/>
                    </a:lnTo>
                    <a:lnTo>
                      <a:pt x="191" y="499"/>
                    </a:lnTo>
                    <a:lnTo>
                      <a:pt x="183" y="492"/>
                    </a:lnTo>
                    <a:lnTo>
                      <a:pt x="177" y="486"/>
                    </a:lnTo>
                    <a:lnTo>
                      <a:pt x="169" y="477"/>
                    </a:lnTo>
                    <a:lnTo>
                      <a:pt x="163" y="470"/>
                    </a:lnTo>
                    <a:lnTo>
                      <a:pt x="157" y="462"/>
                    </a:lnTo>
                    <a:lnTo>
                      <a:pt x="152" y="453"/>
                    </a:lnTo>
                    <a:lnTo>
                      <a:pt x="147" y="443"/>
                    </a:lnTo>
                    <a:lnTo>
                      <a:pt x="142" y="434"/>
                    </a:lnTo>
                    <a:lnTo>
                      <a:pt x="138" y="425"/>
                    </a:lnTo>
                    <a:lnTo>
                      <a:pt x="134" y="415"/>
                    </a:lnTo>
                    <a:lnTo>
                      <a:pt x="127" y="393"/>
                    </a:lnTo>
                    <a:lnTo>
                      <a:pt x="123" y="371"/>
                    </a:lnTo>
                    <a:lnTo>
                      <a:pt x="120" y="347"/>
                    </a:lnTo>
                    <a:lnTo>
                      <a:pt x="119" y="322"/>
                    </a:lnTo>
                    <a:lnTo>
                      <a:pt x="119" y="309"/>
                    </a:lnTo>
                    <a:lnTo>
                      <a:pt x="120" y="295"/>
                    </a:lnTo>
                    <a:lnTo>
                      <a:pt x="122" y="282"/>
                    </a:lnTo>
                    <a:lnTo>
                      <a:pt x="123" y="270"/>
                    </a:lnTo>
                    <a:lnTo>
                      <a:pt x="125" y="257"/>
                    </a:lnTo>
                    <a:lnTo>
                      <a:pt x="128" y="246"/>
                    </a:lnTo>
                    <a:lnTo>
                      <a:pt x="131" y="235"/>
                    </a:lnTo>
                    <a:lnTo>
                      <a:pt x="136" y="223"/>
                    </a:lnTo>
                    <a:lnTo>
                      <a:pt x="140" y="213"/>
                    </a:lnTo>
                    <a:lnTo>
                      <a:pt x="145" y="203"/>
                    </a:lnTo>
                    <a:lnTo>
                      <a:pt x="149" y="193"/>
                    </a:lnTo>
                    <a:lnTo>
                      <a:pt x="155" y="184"/>
                    </a:lnTo>
                    <a:lnTo>
                      <a:pt x="160" y="176"/>
                    </a:lnTo>
                    <a:lnTo>
                      <a:pt x="167" y="168"/>
                    </a:lnTo>
                    <a:lnTo>
                      <a:pt x="174" y="159"/>
                    </a:lnTo>
                    <a:lnTo>
                      <a:pt x="181" y="152"/>
                    </a:lnTo>
                    <a:lnTo>
                      <a:pt x="188" y="145"/>
                    </a:lnTo>
                    <a:lnTo>
                      <a:pt x="196" y="139"/>
                    </a:lnTo>
                    <a:lnTo>
                      <a:pt x="204" y="133"/>
                    </a:lnTo>
                    <a:lnTo>
                      <a:pt x="213" y="127"/>
                    </a:lnTo>
                    <a:lnTo>
                      <a:pt x="221" y="121"/>
                    </a:lnTo>
                    <a:lnTo>
                      <a:pt x="230" y="117"/>
                    </a:lnTo>
                    <a:lnTo>
                      <a:pt x="239" y="112"/>
                    </a:lnTo>
                    <a:lnTo>
                      <a:pt x="250" y="109"/>
                    </a:lnTo>
                    <a:lnTo>
                      <a:pt x="270" y="102"/>
                    </a:lnTo>
                    <a:lnTo>
                      <a:pt x="291" y="98"/>
                    </a:lnTo>
                    <a:lnTo>
                      <a:pt x="313" y="95"/>
                    </a:lnTo>
                    <a:lnTo>
                      <a:pt x="337" y="94"/>
                    </a:lnTo>
                    <a:lnTo>
                      <a:pt x="355" y="95"/>
                    </a:lnTo>
                    <a:lnTo>
                      <a:pt x="373" y="96"/>
                    </a:lnTo>
                    <a:lnTo>
                      <a:pt x="389" y="98"/>
                    </a:lnTo>
                    <a:lnTo>
                      <a:pt x="405" y="101"/>
                    </a:lnTo>
                    <a:lnTo>
                      <a:pt x="420" y="105"/>
                    </a:lnTo>
                    <a:lnTo>
                      <a:pt x="434" y="109"/>
                    </a:lnTo>
                    <a:lnTo>
                      <a:pt x="446" y="113"/>
                    </a:lnTo>
                    <a:lnTo>
                      <a:pt x="457" y="118"/>
                    </a:lnTo>
                    <a:lnTo>
                      <a:pt x="482" y="28"/>
                    </a:lnTo>
                    <a:lnTo>
                      <a:pt x="473" y="24"/>
                    </a:lnTo>
                    <a:lnTo>
                      <a:pt x="459" y="19"/>
                    </a:lnTo>
                    <a:lnTo>
                      <a:pt x="444" y="13"/>
                    </a:lnTo>
                    <a:lnTo>
                      <a:pt x="426" y="9"/>
                    </a:lnTo>
                    <a:lnTo>
                      <a:pt x="406" y="6"/>
                    </a:lnTo>
                    <a:lnTo>
                      <a:pt x="383" y="3"/>
                    </a:lnTo>
                    <a:lnTo>
                      <a:pt x="359" y="1"/>
                    </a:lnTo>
                    <a:lnTo>
                      <a:pt x="332" y="0"/>
                    </a:lnTo>
                    <a:lnTo>
                      <a:pt x="314" y="1"/>
                    </a:lnTo>
                    <a:lnTo>
                      <a:pt x="297" y="2"/>
                    </a:lnTo>
                    <a:lnTo>
                      <a:pt x="280" y="4"/>
                    </a:lnTo>
                    <a:lnTo>
                      <a:pt x="263" y="6"/>
                    </a:lnTo>
                    <a:lnTo>
                      <a:pt x="247" y="9"/>
                    </a:lnTo>
                    <a:lnTo>
                      <a:pt x="231" y="13"/>
                    </a:lnTo>
                    <a:lnTo>
                      <a:pt x="216" y="17"/>
                    </a:lnTo>
                    <a:lnTo>
                      <a:pt x="200" y="23"/>
                    </a:lnTo>
                    <a:lnTo>
                      <a:pt x="185" y="29"/>
                    </a:lnTo>
                    <a:lnTo>
                      <a:pt x="172" y="35"/>
                    </a:lnTo>
                    <a:lnTo>
                      <a:pt x="157" y="42"/>
                    </a:lnTo>
                    <a:lnTo>
                      <a:pt x="144" y="50"/>
                    </a:lnTo>
                    <a:lnTo>
                      <a:pt x="130" y="59"/>
                    </a:lnTo>
                    <a:lnTo>
                      <a:pt x="118" y="68"/>
                    </a:lnTo>
                    <a:lnTo>
                      <a:pt x="107" y="77"/>
                    </a:lnTo>
                    <a:lnTo>
                      <a:pt x="94" y="87"/>
                    </a:lnTo>
                    <a:lnTo>
                      <a:pt x="84" y="99"/>
                    </a:lnTo>
                    <a:lnTo>
                      <a:pt x="74" y="110"/>
                    </a:lnTo>
                    <a:lnTo>
                      <a:pt x="65" y="122"/>
                    </a:lnTo>
                    <a:lnTo>
                      <a:pt x="55" y="135"/>
                    </a:lnTo>
                    <a:lnTo>
                      <a:pt x="47" y="148"/>
                    </a:lnTo>
                    <a:lnTo>
                      <a:pt x="39" y="162"/>
                    </a:lnTo>
                    <a:lnTo>
                      <a:pt x="32" y="176"/>
                    </a:lnTo>
                    <a:lnTo>
                      <a:pt x="26" y="190"/>
                    </a:lnTo>
                    <a:lnTo>
                      <a:pt x="19" y="206"/>
                    </a:lnTo>
                    <a:lnTo>
                      <a:pt x="14" y="222"/>
                    </a:lnTo>
                    <a:lnTo>
                      <a:pt x="10" y="239"/>
                    </a:lnTo>
                    <a:lnTo>
                      <a:pt x="6" y="255"/>
                    </a:lnTo>
                    <a:lnTo>
                      <a:pt x="4" y="273"/>
                    </a:lnTo>
                    <a:lnTo>
                      <a:pt x="2" y="290"/>
                    </a:lnTo>
                    <a:lnTo>
                      <a:pt x="1" y="309"/>
                    </a:lnTo>
                    <a:lnTo>
                      <a:pt x="0" y="328"/>
                    </a:lnTo>
                    <a:lnTo>
                      <a:pt x="1" y="346"/>
                    </a:lnTo>
                    <a:lnTo>
                      <a:pt x="2" y="362"/>
                    </a:lnTo>
                    <a:lnTo>
                      <a:pt x="3" y="380"/>
                    </a:lnTo>
                    <a:lnTo>
                      <a:pt x="6" y="395"/>
                    </a:lnTo>
                    <a:lnTo>
                      <a:pt x="9" y="412"/>
                    </a:lnTo>
                    <a:lnTo>
                      <a:pt x="12" y="427"/>
                    </a:lnTo>
                    <a:lnTo>
                      <a:pt x="16" y="441"/>
                    </a:lnTo>
                    <a:lnTo>
                      <a:pt x="22" y="457"/>
                    </a:lnTo>
                    <a:lnTo>
                      <a:pt x="28" y="470"/>
                    </a:lnTo>
                    <a:lnTo>
                      <a:pt x="34" y="484"/>
                    </a:lnTo>
                    <a:lnTo>
                      <a:pt x="41" y="497"/>
                    </a:lnTo>
                    <a:lnTo>
                      <a:pt x="48" y="509"/>
                    </a:lnTo>
                    <a:lnTo>
                      <a:pt x="56" y="522"/>
                    </a:lnTo>
                    <a:lnTo>
                      <a:pt x="66" y="534"/>
                    </a:lnTo>
                    <a:lnTo>
                      <a:pt x="75" y="544"/>
                    </a:lnTo>
                    <a:lnTo>
                      <a:pt x="84" y="555"/>
                    </a:lnTo>
                    <a:lnTo>
                      <a:pt x="95" y="565"/>
                    </a:lnTo>
                    <a:lnTo>
                      <a:pt x="106" y="574"/>
                    </a:lnTo>
                    <a:lnTo>
                      <a:pt x="118" y="583"/>
                    </a:lnTo>
                    <a:lnTo>
                      <a:pt x="130" y="592"/>
                    </a:lnTo>
                    <a:lnTo>
                      <a:pt x="143" y="599"/>
                    </a:lnTo>
                    <a:lnTo>
                      <a:pt x="156" y="606"/>
                    </a:lnTo>
                    <a:lnTo>
                      <a:pt x="169" y="612"/>
                    </a:lnTo>
                    <a:lnTo>
                      <a:pt x="184" y="618"/>
                    </a:lnTo>
                    <a:lnTo>
                      <a:pt x="199" y="623"/>
                    </a:lnTo>
                    <a:lnTo>
                      <a:pt x="215" y="628"/>
                    </a:lnTo>
                    <a:lnTo>
                      <a:pt x="230" y="632"/>
                    </a:lnTo>
                    <a:lnTo>
                      <a:pt x="247" y="635"/>
                    </a:lnTo>
                    <a:lnTo>
                      <a:pt x="263" y="637"/>
                    </a:lnTo>
                    <a:lnTo>
                      <a:pt x="280" y="639"/>
                    </a:lnTo>
                    <a:lnTo>
                      <a:pt x="298" y="640"/>
                    </a:lnTo>
                    <a:lnTo>
                      <a:pt x="316" y="641"/>
                    </a:lnTo>
                    <a:lnTo>
                      <a:pt x="344" y="640"/>
                    </a:lnTo>
                    <a:lnTo>
                      <a:pt x="370" y="638"/>
                    </a:lnTo>
                    <a:lnTo>
                      <a:pt x="393" y="635"/>
                    </a:lnTo>
                    <a:lnTo>
                      <a:pt x="415" y="632"/>
                    </a:lnTo>
                    <a:lnTo>
                      <a:pt x="435" y="628"/>
                    </a:lnTo>
                    <a:lnTo>
                      <a:pt x="451" y="622"/>
                    </a:lnTo>
                    <a:lnTo>
                      <a:pt x="465" y="617"/>
                    </a:lnTo>
                    <a:lnTo>
                      <a:pt x="478" y="612"/>
                    </a:lnTo>
                    <a:lnTo>
                      <a:pt x="458" y="523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solidFill>
                    <a:schemeClr val="bg1"/>
                  </a:solidFill>
                  <a:latin typeface="Myriad Pro"/>
                </a:endParaRPr>
              </a:p>
            </p:txBody>
          </p:sp>
          <p:sp>
            <p:nvSpPr>
              <p:cNvPr id="179" name="Freeform 178"/>
              <p:cNvSpPr>
                <a:spLocks noEditPoints="1"/>
              </p:cNvSpPr>
              <p:nvPr userDrawn="1"/>
            </p:nvSpPr>
            <p:spPr bwMode="auto">
              <a:xfrm>
                <a:off x="1562183" y="208452"/>
                <a:ext cx="363379" cy="90524"/>
              </a:xfrm>
              <a:custGeom>
                <a:avLst/>
                <a:gdLst/>
                <a:ahLst/>
                <a:cxnLst>
                  <a:cxn ang="0">
                    <a:pos x="598" y="179"/>
                  </a:cxn>
                  <a:cxn ang="0">
                    <a:pos x="598" y="0"/>
                  </a:cxn>
                  <a:cxn ang="0">
                    <a:pos x="524" y="0"/>
                  </a:cxn>
                  <a:cxn ang="0">
                    <a:pos x="449" y="0"/>
                  </a:cxn>
                  <a:cxn ang="0">
                    <a:pos x="374" y="0"/>
                  </a:cxn>
                  <a:cxn ang="0">
                    <a:pos x="299" y="0"/>
                  </a:cxn>
                  <a:cxn ang="0">
                    <a:pos x="224" y="0"/>
                  </a:cxn>
                  <a:cxn ang="0">
                    <a:pos x="150" y="0"/>
                  </a:cxn>
                  <a:cxn ang="0">
                    <a:pos x="75" y="0"/>
                  </a:cxn>
                  <a:cxn ang="0">
                    <a:pos x="0" y="0"/>
                  </a:cxn>
                  <a:cxn ang="0">
                    <a:pos x="0" y="179"/>
                  </a:cxn>
                  <a:cxn ang="0">
                    <a:pos x="176" y="179"/>
                  </a:cxn>
                  <a:cxn ang="0">
                    <a:pos x="176" y="621"/>
                  </a:cxn>
                  <a:cxn ang="0">
                    <a:pos x="423" y="621"/>
                  </a:cxn>
                  <a:cxn ang="0">
                    <a:pos x="423" y="179"/>
                  </a:cxn>
                  <a:cxn ang="0">
                    <a:pos x="598" y="179"/>
                  </a:cxn>
                  <a:cxn ang="0">
                    <a:pos x="907" y="250"/>
                  </a:cxn>
                  <a:cxn ang="0">
                    <a:pos x="781" y="621"/>
                  </a:cxn>
                  <a:cxn ang="0">
                    <a:pos x="539" y="621"/>
                  </a:cxn>
                  <a:cxn ang="0">
                    <a:pos x="776" y="0"/>
                  </a:cxn>
                  <a:cxn ang="0">
                    <a:pos x="809" y="0"/>
                  </a:cxn>
                  <a:cxn ang="0">
                    <a:pos x="842" y="0"/>
                  </a:cxn>
                  <a:cxn ang="0">
                    <a:pos x="874" y="0"/>
                  </a:cxn>
                  <a:cxn ang="0">
                    <a:pos x="907" y="0"/>
                  </a:cxn>
                  <a:cxn ang="0">
                    <a:pos x="939" y="0"/>
                  </a:cxn>
                  <a:cxn ang="0">
                    <a:pos x="972" y="0"/>
                  </a:cxn>
                  <a:cxn ang="0">
                    <a:pos x="1005" y="0"/>
                  </a:cxn>
                  <a:cxn ang="0">
                    <a:pos x="1038" y="0"/>
                  </a:cxn>
                  <a:cxn ang="0">
                    <a:pos x="1275" y="621"/>
                  </a:cxn>
                  <a:cxn ang="0">
                    <a:pos x="1033" y="621"/>
                  </a:cxn>
                  <a:cxn ang="0">
                    <a:pos x="907" y="250"/>
                  </a:cxn>
                  <a:cxn ang="0">
                    <a:pos x="1814" y="179"/>
                  </a:cxn>
                  <a:cxn ang="0">
                    <a:pos x="1814" y="0"/>
                  </a:cxn>
                  <a:cxn ang="0">
                    <a:pos x="1740" y="0"/>
                  </a:cxn>
                  <a:cxn ang="0">
                    <a:pos x="1665" y="0"/>
                  </a:cxn>
                  <a:cxn ang="0">
                    <a:pos x="1590" y="0"/>
                  </a:cxn>
                  <a:cxn ang="0">
                    <a:pos x="1515" y="0"/>
                  </a:cxn>
                  <a:cxn ang="0">
                    <a:pos x="1440" y="0"/>
                  </a:cxn>
                  <a:cxn ang="0">
                    <a:pos x="1366" y="0"/>
                  </a:cxn>
                  <a:cxn ang="0">
                    <a:pos x="1291" y="0"/>
                  </a:cxn>
                  <a:cxn ang="0">
                    <a:pos x="1216" y="0"/>
                  </a:cxn>
                  <a:cxn ang="0">
                    <a:pos x="1216" y="179"/>
                  </a:cxn>
                  <a:cxn ang="0">
                    <a:pos x="1391" y="179"/>
                  </a:cxn>
                  <a:cxn ang="0">
                    <a:pos x="1391" y="621"/>
                  </a:cxn>
                  <a:cxn ang="0">
                    <a:pos x="1639" y="621"/>
                  </a:cxn>
                  <a:cxn ang="0">
                    <a:pos x="1639" y="179"/>
                  </a:cxn>
                  <a:cxn ang="0">
                    <a:pos x="1814" y="179"/>
                  </a:cxn>
                  <a:cxn ang="0">
                    <a:pos x="2123" y="250"/>
                  </a:cxn>
                  <a:cxn ang="0">
                    <a:pos x="1996" y="621"/>
                  </a:cxn>
                  <a:cxn ang="0">
                    <a:pos x="1754" y="621"/>
                  </a:cxn>
                  <a:cxn ang="0">
                    <a:pos x="1991" y="0"/>
                  </a:cxn>
                  <a:cxn ang="0">
                    <a:pos x="2024" y="0"/>
                  </a:cxn>
                  <a:cxn ang="0">
                    <a:pos x="2057" y="0"/>
                  </a:cxn>
                  <a:cxn ang="0">
                    <a:pos x="2090" y="0"/>
                  </a:cxn>
                  <a:cxn ang="0">
                    <a:pos x="2123" y="0"/>
                  </a:cxn>
                  <a:cxn ang="0">
                    <a:pos x="2155" y="0"/>
                  </a:cxn>
                  <a:cxn ang="0">
                    <a:pos x="2188" y="0"/>
                  </a:cxn>
                  <a:cxn ang="0">
                    <a:pos x="2220" y="0"/>
                  </a:cxn>
                  <a:cxn ang="0">
                    <a:pos x="2253" y="0"/>
                  </a:cxn>
                  <a:cxn ang="0">
                    <a:pos x="2491" y="621"/>
                  </a:cxn>
                  <a:cxn ang="0">
                    <a:pos x="2248" y="621"/>
                  </a:cxn>
                  <a:cxn ang="0">
                    <a:pos x="2123" y="250"/>
                  </a:cxn>
                </a:cxnLst>
                <a:rect l="0" t="0" r="r" b="b"/>
                <a:pathLst>
                  <a:path w="2491" h="621">
                    <a:moveTo>
                      <a:pt x="598" y="179"/>
                    </a:moveTo>
                    <a:lnTo>
                      <a:pt x="598" y="0"/>
                    </a:lnTo>
                    <a:lnTo>
                      <a:pt x="524" y="0"/>
                    </a:lnTo>
                    <a:lnTo>
                      <a:pt x="449" y="0"/>
                    </a:lnTo>
                    <a:lnTo>
                      <a:pt x="374" y="0"/>
                    </a:lnTo>
                    <a:lnTo>
                      <a:pt x="299" y="0"/>
                    </a:lnTo>
                    <a:lnTo>
                      <a:pt x="224" y="0"/>
                    </a:lnTo>
                    <a:lnTo>
                      <a:pt x="150" y="0"/>
                    </a:lnTo>
                    <a:lnTo>
                      <a:pt x="75" y="0"/>
                    </a:lnTo>
                    <a:lnTo>
                      <a:pt x="0" y="0"/>
                    </a:lnTo>
                    <a:lnTo>
                      <a:pt x="0" y="179"/>
                    </a:lnTo>
                    <a:lnTo>
                      <a:pt x="176" y="179"/>
                    </a:lnTo>
                    <a:lnTo>
                      <a:pt x="176" y="621"/>
                    </a:lnTo>
                    <a:lnTo>
                      <a:pt x="423" y="621"/>
                    </a:lnTo>
                    <a:lnTo>
                      <a:pt x="423" y="179"/>
                    </a:lnTo>
                    <a:lnTo>
                      <a:pt x="598" y="179"/>
                    </a:lnTo>
                    <a:close/>
                    <a:moveTo>
                      <a:pt x="907" y="250"/>
                    </a:moveTo>
                    <a:lnTo>
                      <a:pt x="781" y="621"/>
                    </a:lnTo>
                    <a:lnTo>
                      <a:pt x="539" y="621"/>
                    </a:lnTo>
                    <a:lnTo>
                      <a:pt x="776" y="0"/>
                    </a:lnTo>
                    <a:lnTo>
                      <a:pt x="809" y="0"/>
                    </a:lnTo>
                    <a:lnTo>
                      <a:pt x="842" y="0"/>
                    </a:lnTo>
                    <a:lnTo>
                      <a:pt x="874" y="0"/>
                    </a:lnTo>
                    <a:lnTo>
                      <a:pt x="907" y="0"/>
                    </a:lnTo>
                    <a:lnTo>
                      <a:pt x="939" y="0"/>
                    </a:lnTo>
                    <a:lnTo>
                      <a:pt x="972" y="0"/>
                    </a:lnTo>
                    <a:lnTo>
                      <a:pt x="1005" y="0"/>
                    </a:lnTo>
                    <a:lnTo>
                      <a:pt x="1038" y="0"/>
                    </a:lnTo>
                    <a:lnTo>
                      <a:pt x="1275" y="621"/>
                    </a:lnTo>
                    <a:lnTo>
                      <a:pt x="1033" y="621"/>
                    </a:lnTo>
                    <a:lnTo>
                      <a:pt x="907" y="250"/>
                    </a:lnTo>
                    <a:close/>
                    <a:moveTo>
                      <a:pt x="1814" y="179"/>
                    </a:moveTo>
                    <a:lnTo>
                      <a:pt x="1814" y="0"/>
                    </a:lnTo>
                    <a:lnTo>
                      <a:pt x="1740" y="0"/>
                    </a:lnTo>
                    <a:lnTo>
                      <a:pt x="1665" y="0"/>
                    </a:lnTo>
                    <a:lnTo>
                      <a:pt x="1590" y="0"/>
                    </a:lnTo>
                    <a:lnTo>
                      <a:pt x="1515" y="0"/>
                    </a:lnTo>
                    <a:lnTo>
                      <a:pt x="1440" y="0"/>
                    </a:lnTo>
                    <a:lnTo>
                      <a:pt x="1366" y="0"/>
                    </a:lnTo>
                    <a:lnTo>
                      <a:pt x="1291" y="0"/>
                    </a:lnTo>
                    <a:lnTo>
                      <a:pt x="1216" y="0"/>
                    </a:lnTo>
                    <a:lnTo>
                      <a:pt x="1216" y="179"/>
                    </a:lnTo>
                    <a:lnTo>
                      <a:pt x="1391" y="179"/>
                    </a:lnTo>
                    <a:lnTo>
                      <a:pt x="1391" y="621"/>
                    </a:lnTo>
                    <a:lnTo>
                      <a:pt x="1639" y="621"/>
                    </a:lnTo>
                    <a:lnTo>
                      <a:pt x="1639" y="179"/>
                    </a:lnTo>
                    <a:lnTo>
                      <a:pt x="1814" y="179"/>
                    </a:lnTo>
                    <a:close/>
                    <a:moveTo>
                      <a:pt x="2123" y="250"/>
                    </a:moveTo>
                    <a:lnTo>
                      <a:pt x="1996" y="621"/>
                    </a:lnTo>
                    <a:lnTo>
                      <a:pt x="1754" y="621"/>
                    </a:lnTo>
                    <a:lnTo>
                      <a:pt x="1991" y="0"/>
                    </a:lnTo>
                    <a:lnTo>
                      <a:pt x="2024" y="0"/>
                    </a:lnTo>
                    <a:lnTo>
                      <a:pt x="2057" y="0"/>
                    </a:lnTo>
                    <a:lnTo>
                      <a:pt x="2090" y="0"/>
                    </a:lnTo>
                    <a:lnTo>
                      <a:pt x="2123" y="0"/>
                    </a:lnTo>
                    <a:lnTo>
                      <a:pt x="2155" y="0"/>
                    </a:lnTo>
                    <a:lnTo>
                      <a:pt x="2188" y="0"/>
                    </a:lnTo>
                    <a:lnTo>
                      <a:pt x="2220" y="0"/>
                    </a:lnTo>
                    <a:lnTo>
                      <a:pt x="2253" y="0"/>
                    </a:lnTo>
                    <a:lnTo>
                      <a:pt x="2491" y="621"/>
                    </a:lnTo>
                    <a:lnTo>
                      <a:pt x="2248" y="621"/>
                    </a:lnTo>
                    <a:lnTo>
                      <a:pt x="2123" y="250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solidFill>
                    <a:schemeClr val="bg1"/>
                  </a:solidFill>
                  <a:latin typeface="Myriad Pro"/>
                </a:endParaRPr>
              </a:p>
            </p:txBody>
          </p:sp>
        </p:grpSp>
        <p:cxnSp>
          <p:nvCxnSpPr>
            <p:cNvPr id="175" name="Straight Connector 174"/>
            <p:cNvCxnSpPr/>
            <p:nvPr/>
          </p:nvCxnSpPr>
          <p:spPr>
            <a:xfrm>
              <a:off x="922267" y="166149"/>
              <a:ext cx="0" cy="342581"/>
            </a:xfrm>
            <a:prstGeom prst="line">
              <a:avLst/>
            </a:prstGeom>
            <a:solidFill>
              <a:schemeClr val="tx1"/>
            </a:solidFill>
            <a:ln w="12700">
              <a:solidFill>
                <a:srgbClr val="007DC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76" name="Picture 175"/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3755" y="174956"/>
              <a:ext cx="531679" cy="337014"/>
            </a:xfrm>
            <a:prstGeom prst="rect">
              <a:avLst/>
            </a:prstGeom>
          </p:spPr>
        </p:pic>
      </p:grpSp>
      <p:pic>
        <p:nvPicPr>
          <p:cNvPr id="180" name="Picture 179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826180"/>
            <a:ext cx="4891635" cy="317319"/>
          </a:xfrm>
          <a:prstGeom prst="rect">
            <a:avLst/>
          </a:prstGeom>
        </p:spPr>
      </p:pic>
      <p:sp>
        <p:nvSpPr>
          <p:cNvPr id="21" name="TextBox 20"/>
          <p:cNvSpPr txBox="1"/>
          <p:nvPr userDrawn="1"/>
        </p:nvSpPr>
        <p:spPr>
          <a:xfrm>
            <a:off x="366308" y="4669962"/>
            <a:ext cx="2117887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Copyright © 2021 </a:t>
            </a:r>
            <a:r>
              <a:rPr lang="en-US" sz="7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Tata Consultancy Services Limited</a:t>
            </a:r>
          </a:p>
        </p:txBody>
      </p:sp>
      <p:pic>
        <p:nvPicPr>
          <p:cNvPr id="19" name="Picture 18" descr="Logo&#10;&#10;Description automatically generated">
            <a:extLst>
              <a:ext uri="{FF2B5EF4-FFF2-40B4-BE49-F238E27FC236}">
                <a16:creationId xmlns:a16="http://schemas.microsoft.com/office/drawing/2014/main" id="{7A3964C5-58DA-4136-AC3E-94E5C0CBE81B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1625" y="123438"/>
            <a:ext cx="1260839" cy="506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4168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416">
          <p15:clr>
            <a:srgbClr val="FBAE40"/>
          </p15:clr>
        </p15:guide>
        <p15:guide id="3" pos="288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7569" y="882041"/>
            <a:ext cx="5558210" cy="3697872"/>
          </a:xfrm>
          <a:prstGeom prst="rect">
            <a:avLst/>
          </a:prstGeom>
        </p:spPr>
      </p:pic>
      <p:sp>
        <p:nvSpPr>
          <p:cNvPr id="172" name="Rectangle 171"/>
          <p:cNvSpPr/>
          <p:nvPr userDrawn="1"/>
        </p:nvSpPr>
        <p:spPr>
          <a:xfrm>
            <a:off x="-8220" y="882041"/>
            <a:ext cx="9143999" cy="3697873"/>
          </a:xfrm>
          <a:prstGeom prst="rect">
            <a:avLst/>
          </a:prstGeom>
          <a:gradFill flip="none" rotWithShape="1">
            <a:gsLst>
              <a:gs pos="0">
                <a:srgbClr val="73459B"/>
              </a:gs>
              <a:gs pos="60000">
                <a:srgbClr val="D43A5F">
                  <a:alpha val="62000"/>
                </a:srgbClr>
              </a:gs>
              <a:gs pos="39000">
                <a:srgbClr val="BA2983"/>
              </a:gs>
              <a:gs pos="100000">
                <a:srgbClr val="F04D38">
                  <a:alpha val="3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766"/>
            <a:endParaRPr lang="en-IN" dirty="0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1003" y="2091673"/>
            <a:ext cx="5123095" cy="506724"/>
          </a:xfrm>
        </p:spPr>
        <p:txBody>
          <a:bodyPr vert="horz" wrap="square" lIns="68580" tIns="34290" rIns="68580" bIns="34290" rtlCol="0" anchor="ctr">
            <a:noAutofit/>
          </a:bodyPr>
          <a:lstStyle>
            <a:lvl1pPr>
              <a:defRPr lang="en-US" sz="240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>
              <a:lnSpc>
                <a:spcPct val="90000"/>
              </a:lnSpc>
              <a:spcBef>
                <a:spcPts val="100"/>
              </a:spcBef>
            </a:pPr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1003" y="2618201"/>
            <a:ext cx="5123095" cy="342900"/>
          </a:xfrm>
        </p:spPr>
        <p:txBody>
          <a:bodyPr vert="horz" lIns="68580" tIns="34290" rIns="68580" bIns="34290" rtlCol="0">
            <a:noAutofit/>
          </a:bodyPr>
          <a:lstStyle>
            <a:lvl1pPr marL="0" indent="0">
              <a:buNone/>
              <a:defRPr lang="en-US" sz="2000" dirty="0">
                <a:solidFill>
                  <a:schemeClr val="bg1"/>
                </a:solidFill>
              </a:defRPr>
            </a:lvl1pPr>
          </a:lstStyle>
          <a:p>
            <a:pPr marL="257175" marR="0" lvl="0" indent="-257175" fontAlgn="auto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SzTx/>
              <a:tabLst/>
            </a:pPr>
            <a:r>
              <a:rPr lang="en-US" dirty="0"/>
              <a:t>Click to edit Master subtitle style</a:t>
            </a:r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399646" y="3733898"/>
            <a:ext cx="1856666" cy="301760"/>
          </a:xfrm>
        </p:spPr>
        <p:txBody>
          <a:bodyPr vert="horz" lIns="68580" tIns="34290" rIns="68580" bIns="34290" rtlCol="0">
            <a:noAutofit/>
          </a:bodyPr>
          <a:lstStyle>
            <a:lvl1pPr marL="0" indent="0">
              <a:buNone/>
              <a:defRPr lang="en-US" sz="1400" dirty="0" smtClean="0">
                <a:solidFill>
                  <a:schemeClr val="bg1"/>
                </a:solidFill>
                <a:latin typeface="+mn-lt"/>
                <a:cs typeface="Calibri Light" panose="020F0302020204030204" pitchFamily="34" charset="0"/>
              </a:defRPr>
            </a:lvl1pPr>
          </a:lstStyle>
          <a:p>
            <a:pPr marL="257175" lvl="0" indent="-257175"/>
            <a:r>
              <a:rPr lang="en-US" dirty="0"/>
              <a:t>Insert Date</a:t>
            </a:r>
          </a:p>
        </p:txBody>
      </p:sp>
      <p:sp>
        <p:nvSpPr>
          <p:cNvPr id="171" name="Rectangle 170"/>
          <p:cNvSpPr/>
          <p:nvPr userDrawn="1"/>
        </p:nvSpPr>
        <p:spPr>
          <a:xfrm rot="5400000">
            <a:off x="-112141" y="2518005"/>
            <a:ext cx="869427" cy="4534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lvl="0" algn="ctr" defTabSz="685766"/>
            <a:endParaRPr lang="en-IN" dirty="0">
              <a:solidFill>
                <a:prstClr val="white"/>
              </a:solidFill>
            </a:endParaRPr>
          </a:p>
        </p:txBody>
      </p:sp>
      <p:grpSp>
        <p:nvGrpSpPr>
          <p:cNvPr id="173" name="Group 172"/>
          <p:cNvGrpSpPr/>
          <p:nvPr userDrawn="1"/>
        </p:nvGrpSpPr>
        <p:grpSpPr>
          <a:xfrm>
            <a:off x="283755" y="163261"/>
            <a:ext cx="2129833" cy="471311"/>
            <a:chOff x="283755" y="165687"/>
            <a:chExt cx="1564837" cy="346283"/>
          </a:xfrm>
        </p:grpSpPr>
        <p:grpSp>
          <p:nvGrpSpPr>
            <p:cNvPr id="174" name="Group 173"/>
            <p:cNvGrpSpPr/>
            <p:nvPr userDrawn="1"/>
          </p:nvGrpSpPr>
          <p:grpSpPr>
            <a:xfrm>
              <a:off x="1029100" y="165687"/>
              <a:ext cx="819492" cy="346282"/>
              <a:chOff x="1323430" y="208452"/>
              <a:chExt cx="838843" cy="354460"/>
            </a:xfrm>
            <a:solidFill>
              <a:srgbClr val="007DC5"/>
            </a:solidFill>
          </p:grpSpPr>
          <p:sp>
            <p:nvSpPr>
              <p:cNvPr id="177" name="Freeform 176"/>
              <p:cNvSpPr>
                <a:spLocks noEditPoints="1"/>
              </p:cNvSpPr>
              <p:nvPr userDrawn="1"/>
            </p:nvSpPr>
            <p:spPr bwMode="auto">
              <a:xfrm>
                <a:off x="1478162" y="472445"/>
                <a:ext cx="525842" cy="90467"/>
              </a:xfrm>
              <a:custGeom>
                <a:avLst/>
                <a:gdLst/>
                <a:ahLst/>
                <a:cxnLst>
                  <a:cxn ang="0">
                    <a:pos x="3511" y="637"/>
                  </a:cxn>
                  <a:cxn ang="0">
                    <a:pos x="3625" y="591"/>
                  </a:cxn>
                  <a:cxn ang="0">
                    <a:pos x="3691" y="454"/>
                  </a:cxn>
                  <a:cxn ang="0">
                    <a:pos x="3616" y="313"/>
                  </a:cxn>
                  <a:cxn ang="0">
                    <a:pos x="3441" y="224"/>
                  </a:cxn>
                  <a:cxn ang="0">
                    <a:pos x="3415" y="147"/>
                  </a:cxn>
                  <a:cxn ang="0">
                    <a:pos x="3489" y="95"/>
                  </a:cxn>
                  <a:cxn ang="0">
                    <a:pos x="3666" y="31"/>
                  </a:cxn>
                  <a:cxn ang="0">
                    <a:pos x="3447" y="8"/>
                  </a:cxn>
                  <a:cxn ang="0">
                    <a:pos x="3301" y="142"/>
                  </a:cxn>
                  <a:cxn ang="0">
                    <a:pos x="3355" y="299"/>
                  </a:cxn>
                  <a:cxn ang="0">
                    <a:pos x="3534" y="392"/>
                  </a:cxn>
                  <a:cxn ang="0">
                    <a:pos x="3575" y="471"/>
                  </a:cxn>
                  <a:cxn ang="0">
                    <a:pos x="3511" y="540"/>
                  </a:cxn>
                  <a:cxn ang="0">
                    <a:pos x="3327" y="514"/>
                  </a:cxn>
                  <a:cxn ang="0">
                    <a:pos x="3216" y="537"/>
                  </a:cxn>
                  <a:cxn ang="0">
                    <a:pos x="2637" y="544"/>
                  </a:cxn>
                  <a:cxn ang="0">
                    <a:pos x="2502" y="526"/>
                  </a:cxn>
                  <a:cxn ang="0">
                    <a:pos x="2420" y="453"/>
                  </a:cxn>
                  <a:cxn ang="0">
                    <a:pos x="2390" y="282"/>
                  </a:cxn>
                  <a:cxn ang="0">
                    <a:pos x="2435" y="168"/>
                  </a:cxn>
                  <a:cxn ang="0">
                    <a:pos x="2538" y="102"/>
                  </a:cxn>
                  <a:cxn ang="0">
                    <a:pos x="2726" y="118"/>
                  </a:cxn>
                  <a:cxn ang="0">
                    <a:pos x="2566" y="2"/>
                  </a:cxn>
                  <a:cxn ang="0">
                    <a:pos x="2399" y="59"/>
                  </a:cxn>
                  <a:cxn ang="0">
                    <a:pos x="2293" y="190"/>
                  </a:cxn>
                  <a:cxn ang="0">
                    <a:pos x="2272" y="380"/>
                  </a:cxn>
                  <a:cxn ang="0">
                    <a:pos x="2333" y="534"/>
                  </a:cxn>
                  <a:cxn ang="0">
                    <a:pos x="2467" y="623"/>
                  </a:cxn>
                  <a:cxn ang="0">
                    <a:pos x="2684" y="632"/>
                  </a:cxn>
                  <a:cxn ang="0">
                    <a:pos x="1776" y="631"/>
                  </a:cxn>
                  <a:cxn ang="0">
                    <a:pos x="1717" y="518"/>
                  </a:cxn>
                  <a:cxn ang="0">
                    <a:pos x="1447" y="10"/>
                  </a:cxn>
                  <a:cxn ang="0">
                    <a:pos x="1210" y="97"/>
                  </a:cxn>
                  <a:cxn ang="0">
                    <a:pos x="1281" y="178"/>
                  </a:cxn>
                  <a:cxn ang="0">
                    <a:pos x="1231" y="277"/>
                  </a:cxn>
                  <a:cxn ang="0">
                    <a:pos x="1090" y="375"/>
                  </a:cxn>
                  <a:cxn ang="0">
                    <a:pos x="1233" y="415"/>
                  </a:cxn>
                  <a:cxn ang="0">
                    <a:pos x="1297" y="622"/>
                  </a:cxn>
                  <a:cxn ang="0">
                    <a:pos x="1362" y="436"/>
                  </a:cxn>
                  <a:cxn ang="0">
                    <a:pos x="1282" y="337"/>
                  </a:cxn>
                  <a:cxn ang="0">
                    <a:pos x="1374" y="258"/>
                  </a:cxn>
                  <a:cxn ang="0">
                    <a:pos x="1373" y="94"/>
                  </a:cxn>
                  <a:cxn ang="0">
                    <a:pos x="1263" y="17"/>
                  </a:cxn>
                  <a:cxn ang="0">
                    <a:pos x="995" y="15"/>
                  </a:cxn>
                  <a:cxn ang="0">
                    <a:pos x="879" y="537"/>
                  </a:cxn>
                  <a:cxn ang="0">
                    <a:pos x="118" y="637"/>
                  </a:cxn>
                  <a:cxn ang="0">
                    <a:pos x="303" y="613"/>
                  </a:cxn>
                  <a:cxn ang="0">
                    <a:pos x="388" y="526"/>
                  </a:cxn>
                  <a:cxn ang="0">
                    <a:pos x="373" y="355"/>
                  </a:cxn>
                  <a:cxn ang="0">
                    <a:pos x="190" y="247"/>
                  </a:cxn>
                  <a:cxn ang="0">
                    <a:pos x="125" y="177"/>
                  </a:cxn>
                  <a:cxn ang="0">
                    <a:pos x="163" y="107"/>
                  </a:cxn>
                  <a:cxn ang="0">
                    <a:pos x="317" y="108"/>
                  </a:cxn>
                  <a:cxn ang="0">
                    <a:pos x="254" y="1"/>
                  </a:cxn>
                  <a:cxn ang="0">
                    <a:pos x="44" y="77"/>
                  </a:cxn>
                  <a:cxn ang="0">
                    <a:pos x="29" y="253"/>
                  </a:cxn>
                  <a:cxn ang="0">
                    <a:pos x="178" y="359"/>
                  </a:cxn>
                  <a:cxn ang="0">
                    <a:pos x="284" y="437"/>
                  </a:cxn>
                  <a:cxn ang="0">
                    <a:pos x="259" y="524"/>
                  </a:cxn>
                  <a:cxn ang="0">
                    <a:pos x="112" y="540"/>
                  </a:cxn>
                </a:cxnLst>
                <a:rect l="0" t="0" r="r" b="b"/>
                <a:pathLst>
                  <a:path w="3691" h="641">
                    <a:moveTo>
                      <a:pt x="3288" y="601"/>
                    </a:moveTo>
                    <a:lnTo>
                      <a:pt x="3302" y="609"/>
                    </a:lnTo>
                    <a:lnTo>
                      <a:pt x="3319" y="616"/>
                    </a:lnTo>
                    <a:lnTo>
                      <a:pt x="3338" y="622"/>
                    </a:lnTo>
                    <a:lnTo>
                      <a:pt x="3360" y="629"/>
                    </a:lnTo>
                    <a:lnTo>
                      <a:pt x="3382" y="634"/>
                    </a:lnTo>
                    <a:lnTo>
                      <a:pt x="3406" y="637"/>
                    </a:lnTo>
                    <a:lnTo>
                      <a:pt x="3431" y="640"/>
                    </a:lnTo>
                    <a:lnTo>
                      <a:pt x="3455" y="641"/>
                    </a:lnTo>
                    <a:lnTo>
                      <a:pt x="3484" y="640"/>
                    </a:lnTo>
                    <a:lnTo>
                      <a:pt x="3511" y="637"/>
                    </a:lnTo>
                    <a:lnTo>
                      <a:pt x="3524" y="635"/>
                    </a:lnTo>
                    <a:lnTo>
                      <a:pt x="3536" y="632"/>
                    </a:lnTo>
                    <a:lnTo>
                      <a:pt x="3548" y="629"/>
                    </a:lnTo>
                    <a:lnTo>
                      <a:pt x="3559" y="625"/>
                    </a:lnTo>
                    <a:lnTo>
                      <a:pt x="3570" y="621"/>
                    </a:lnTo>
                    <a:lnTo>
                      <a:pt x="3581" y="617"/>
                    </a:lnTo>
                    <a:lnTo>
                      <a:pt x="3590" y="613"/>
                    </a:lnTo>
                    <a:lnTo>
                      <a:pt x="3600" y="608"/>
                    </a:lnTo>
                    <a:lnTo>
                      <a:pt x="3608" y="603"/>
                    </a:lnTo>
                    <a:lnTo>
                      <a:pt x="3618" y="597"/>
                    </a:lnTo>
                    <a:lnTo>
                      <a:pt x="3625" y="591"/>
                    </a:lnTo>
                    <a:lnTo>
                      <a:pt x="3633" y="584"/>
                    </a:lnTo>
                    <a:lnTo>
                      <a:pt x="3639" y="578"/>
                    </a:lnTo>
                    <a:lnTo>
                      <a:pt x="3646" y="571"/>
                    </a:lnTo>
                    <a:lnTo>
                      <a:pt x="3653" y="564"/>
                    </a:lnTo>
                    <a:lnTo>
                      <a:pt x="3658" y="557"/>
                    </a:lnTo>
                    <a:lnTo>
                      <a:pt x="3668" y="541"/>
                    </a:lnTo>
                    <a:lnTo>
                      <a:pt x="3676" y="526"/>
                    </a:lnTo>
                    <a:lnTo>
                      <a:pt x="3682" y="508"/>
                    </a:lnTo>
                    <a:lnTo>
                      <a:pt x="3687" y="491"/>
                    </a:lnTo>
                    <a:lnTo>
                      <a:pt x="3690" y="472"/>
                    </a:lnTo>
                    <a:lnTo>
                      <a:pt x="3691" y="454"/>
                    </a:lnTo>
                    <a:lnTo>
                      <a:pt x="3690" y="437"/>
                    </a:lnTo>
                    <a:lnTo>
                      <a:pt x="3688" y="422"/>
                    </a:lnTo>
                    <a:lnTo>
                      <a:pt x="3684" y="407"/>
                    </a:lnTo>
                    <a:lnTo>
                      <a:pt x="3680" y="393"/>
                    </a:lnTo>
                    <a:lnTo>
                      <a:pt x="3675" y="380"/>
                    </a:lnTo>
                    <a:lnTo>
                      <a:pt x="3668" y="367"/>
                    </a:lnTo>
                    <a:lnTo>
                      <a:pt x="3660" y="355"/>
                    </a:lnTo>
                    <a:lnTo>
                      <a:pt x="3651" y="344"/>
                    </a:lnTo>
                    <a:lnTo>
                      <a:pt x="3640" y="332"/>
                    </a:lnTo>
                    <a:lnTo>
                      <a:pt x="3629" y="322"/>
                    </a:lnTo>
                    <a:lnTo>
                      <a:pt x="3616" y="313"/>
                    </a:lnTo>
                    <a:lnTo>
                      <a:pt x="3601" y="303"/>
                    </a:lnTo>
                    <a:lnTo>
                      <a:pt x="3586" y="294"/>
                    </a:lnTo>
                    <a:lnTo>
                      <a:pt x="3568" y="286"/>
                    </a:lnTo>
                    <a:lnTo>
                      <a:pt x="3550" y="278"/>
                    </a:lnTo>
                    <a:lnTo>
                      <a:pt x="3530" y="270"/>
                    </a:lnTo>
                    <a:lnTo>
                      <a:pt x="3502" y="258"/>
                    </a:lnTo>
                    <a:lnTo>
                      <a:pt x="3477" y="247"/>
                    </a:lnTo>
                    <a:lnTo>
                      <a:pt x="3467" y="242"/>
                    </a:lnTo>
                    <a:lnTo>
                      <a:pt x="3457" y="236"/>
                    </a:lnTo>
                    <a:lnTo>
                      <a:pt x="3448" y="230"/>
                    </a:lnTo>
                    <a:lnTo>
                      <a:pt x="3441" y="224"/>
                    </a:lnTo>
                    <a:lnTo>
                      <a:pt x="3434" y="219"/>
                    </a:lnTo>
                    <a:lnTo>
                      <a:pt x="3428" y="213"/>
                    </a:lnTo>
                    <a:lnTo>
                      <a:pt x="3423" y="206"/>
                    </a:lnTo>
                    <a:lnTo>
                      <a:pt x="3419" y="200"/>
                    </a:lnTo>
                    <a:lnTo>
                      <a:pt x="3416" y="192"/>
                    </a:lnTo>
                    <a:lnTo>
                      <a:pt x="3414" y="184"/>
                    </a:lnTo>
                    <a:lnTo>
                      <a:pt x="3412" y="177"/>
                    </a:lnTo>
                    <a:lnTo>
                      <a:pt x="3412" y="168"/>
                    </a:lnTo>
                    <a:lnTo>
                      <a:pt x="3412" y="162"/>
                    </a:lnTo>
                    <a:lnTo>
                      <a:pt x="3413" y="154"/>
                    </a:lnTo>
                    <a:lnTo>
                      <a:pt x="3415" y="147"/>
                    </a:lnTo>
                    <a:lnTo>
                      <a:pt x="3418" y="141"/>
                    </a:lnTo>
                    <a:lnTo>
                      <a:pt x="3421" y="135"/>
                    </a:lnTo>
                    <a:lnTo>
                      <a:pt x="3426" y="129"/>
                    </a:lnTo>
                    <a:lnTo>
                      <a:pt x="3431" y="122"/>
                    </a:lnTo>
                    <a:lnTo>
                      <a:pt x="3437" y="117"/>
                    </a:lnTo>
                    <a:lnTo>
                      <a:pt x="3443" y="112"/>
                    </a:lnTo>
                    <a:lnTo>
                      <a:pt x="3450" y="107"/>
                    </a:lnTo>
                    <a:lnTo>
                      <a:pt x="3459" y="103"/>
                    </a:lnTo>
                    <a:lnTo>
                      <a:pt x="3469" y="100"/>
                    </a:lnTo>
                    <a:lnTo>
                      <a:pt x="3479" y="97"/>
                    </a:lnTo>
                    <a:lnTo>
                      <a:pt x="3489" y="95"/>
                    </a:lnTo>
                    <a:lnTo>
                      <a:pt x="3502" y="94"/>
                    </a:lnTo>
                    <a:lnTo>
                      <a:pt x="3515" y="94"/>
                    </a:lnTo>
                    <a:lnTo>
                      <a:pt x="3535" y="94"/>
                    </a:lnTo>
                    <a:lnTo>
                      <a:pt x="3555" y="96"/>
                    </a:lnTo>
                    <a:lnTo>
                      <a:pt x="3573" y="100"/>
                    </a:lnTo>
                    <a:lnTo>
                      <a:pt x="3590" y="104"/>
                    </a:lnTo>
                    <a:lnTo>
                      <a:pt x="3604" y="108"/>
                    </a:lnTo>
                    <a:lnTo>
                      <a:pt x="3618" y="113"/>
                    </a:lnTo>
                    <a:lnTo>
                      <a:pt x="3629" y="118"/>
                    </a:lnTo>
                    <a:lnTo>
                      <a:pt x="3638" y="122"/>
                    </a:lnTo>
                    <a:lnTo>
                      <a:pt x="3666" y="31"/>
                    </a:lnTo>
                    <a:lnTo>
                      <a:pt x="3653" y="25"/>
                    </a:lnTo>
                    <a:lnTo>
                      <a:pt x="3638" y="20"/>
                    </a:lnTo>
                    <a:lnTo>
                      <a:pt x="3622" y="14"/>
                    </a:lnTo>
                    <a:lnTo>
                      <a:pt x="3604" y="9"/>
                    </a:lnTo>
                    <a:lnTo>
                      <a:pt x="3585" y="6"/>
                    </a:lnTo>
                    <a:lnTo>
                      <a:pt x="3564" y="3"/>
                    </a:lnTo>
                    <a:lnTo>
                      <a:pt x="3542" y="1"/>
                    </a:lnTo>
                    <a:lnTo>
                      <a:pt x="3517" y="0"/>
                    </a:lnTo>
                    <a:lnTo>
                      <a:pt x="3492" y="1"/>
                    </a:lnTo>
                    <a:lnTo>
                      <a:pt x="3469" y="4"/>
                    </a:lnTo>
                    <a:lnTo>
                      <a:pt x="3447" y="8"/>
                    </a:lnTo>
                    <a:lnTo>
                      <a:pt x="3426" y="14"/>
                    </a:lnTo>
                    <a:lnTo>
                      <a:pt x="3406" y="22"/>
                    </a:lnTo>
                    <a:lnTo>
                      <a:pt x="3389" y="30"/>
                    </a:lnTo>
                    <a:lnTo>
                      <a:pt x="3372" y="40"/>
                    </a:lnTo>
                    <a:lnTo>
                      <a:pt x="3357" y="51"/>
                    </a:lnTo>
                    <a:lnTo>
                      <a:pt x="3343" y="64"/>
                    </a:lnTo>
                    <a:lnTo>
                      <a:pt x="3331" y="77"/>
                    </a:lnTo>
                    <a:lnTo>
                      <a:pt x="3322" y="93"/>
                    </a:lnTo>
                    <a:lnTo>
                      <a:pt x="3312" y="108"/>
                    </a:lnTo>
                    <a:lnTo>
                      <a:pt x="3306" y="124"/>
                    </a:lnTo>
                    <a:lnTo>
                      <a:pt x="3301" y="142"/>
                    </a:lnTo>
                    <a:lnTo>
                      <a:pt x="3298" y="159"/>
                    </a:lnTo>
                    <a:lnTo>
                      <a:pt x="3297" y="179"/>
                    </a:lnTo>
                    <a:lnTo>
                      <a:pt x="3298" y="194"/>
                    </a:lnTo>
                    <a:lnTo>
                      <a:pt x="3300" y="211"/>
                    </a:lnTo>
                    <a:lnTo>
                      <a:pt x="3304" y="225"/>
                    </a:lnTo>
                    <a:lnTo>
                      <a:pt x="3309" y="240"/>
                    </a:lnTo>
                    <a:lnTo>
                      <a:pt x="3316" y="253"/>
                    </a:lnTo>
                    <a:lnTo>
                      <a:pt x="3324" y="265"/>
                    </a:lnTo>
                    <a:lnTo>
                      <a:pt x="3333" y="277"/>
                    </a:lnTo>
                    <a:lnTo>
                      <a:pt x="3343" y="288"/>
                    </a:lnTo>
                    <a:lnTo>
                      <a:pt x="3355" y="299"/>
                    </a:lnTo>
                    <a:lnTo>
                      <a:pt x="3367" y="310"/>
                    </a:lnTo>
                    <a:lnTo>
                      <a:pt x="3381" y="319"/>
                    </a:lnTo>
                    <a:lnTo>
                      <a:pt x="3396" y="328"/>
                    </a:lnTo>
                    <a:lnTo>
                      <a:pt x="3412" y="336"/>
                    </a:lnTo>
                    <a:lnTo>
                      <a:pt x="3429" y="345"/>
                    </a:lnTo>
                    <a:lnTo>
                      <a:pt x="3447" y="352"/>
                    </a:lnTo>
                    <a:lnTo>
                      <a:pt x="3466" y="359"/>
                    </a:lnTo>
                    <a:lnTo>
                      <a:pt x="3492" y="369"/>
                    </a:lnTo>
                    <a:lnTo>
                      <a:pt x="3516" y="381"/>
                    </a:lnTo>
                    <a:lnTo>
                      <a:pt x="3525" y="386"/>
                    </a:lnTo>
                    <a:lnTo>
                      <a:pt x="3534" y="392"/>
                    </a:lnTo>
                    <a:lnTo>
                      <a:pt x="3543" y="397"/>
                    </a:lnTo>
                    <a:lnTo>
                      <a:pt x="3550" y="403"/>
                    </a:lnTo>
                    <a:lnTo>
                      <a:pt x="3556" y="409"/>
                    </a:lnTo>
                    <a:lnTo>
                      <a:pt x="3561" y="417"/>
                    </a:lnTo>
                    <a:lnTo>
                      <a:pt x="3565" y="423"/>
                    </a:lnTo>
                    <a:lnTo>
                      <a:pt x="3569" y="430"/>
                    </a:lnTo>
                    <a:lnTo>
                      <a:pt x="3571" y="437"/>
                    </a:lnTo>
                    <a:lnTo>
                      <a:pt x="3573" y="445"/>
                    </a:lnTo>
                    <a:lnTo>
                      <a:pt x="3575" y="454"/>
                    </a:lnTo>
                    <a:lnTo>
                      <a:pt x="3576" y="462"/>
                    </a:lnTo>
                    <a:lnTo>
                      <a:pt x="3575" y="471"/>
                    </a:lnTo>
                    <a:lnTo>
                      <a:pt x="3573" y="480"/>
                    </a:lnTo>
                    <a:lnTo>
                      <a:pt x="3571" y="489"/>
                    </a:lnTo>
                    <a:lnTo>
                      <a:pt x="3567" y="497"/>
                    </a:lnTo>
                    <a:lnTo>
                      <a:pt x="3563" y="504"/>
                    </a:lnTo>
                    <a:lnTo>
                      <a:pt x="3558" y="511"/>
                    </a:lnTo>
                    <a:lnTo>
                      <a:pt x="3553" y="517"/>
                    </a:lnTo>
                    <a:lnTo>
                      <a:pt x="3546" y="524"/>
                    </a:lnTo>
                    <a:lnTo>
                      <a:pt x="3539" y="529"/>
                    </a:lnTo>
                    <a:lnTo>
                      <a:pt x="3530" y="533"/>
                    </a:lnTo>
                    <a:lnTo>
                      <a:pt x="3521" y="537"/>
                    </a:lnTo>
                    <a:lnTo>
                      <a:pt x="3511" y="540"/>
                    </a:lnTo>
                    <a:lnTo>
                      <a:pt x="3500" y="543"/>
                    </a:lnTo>
                    <a:lnTo>
                      <a:pt x="3488" y="545"/>
                    </a:lnTo>
                    <a:lnTo>
                      <a:pt x="3476" y="546"/>
                    </a:lnTo>
                    <a:lnTo>
                      <a:pt x="3463" y="546"/>
                    </a:lnTo>
                    <a:lnTo>
                      <a:pt x="3441" y="546"/>
                    </a:lnTo>
                    <a:lnTo>
                      <a:pt x="3420" y="543"/>
                    </a:lnTo>
                    <a:lnTo>
                      <a:pt x="3400" y="540"/>
                    </a:lnTo>
                    <a:lnTo>
                      <a:pt x="3379" y="535"/>
                    </a:lnTo>
                    <a:lnTo>
                      <a:pt x="3361" y="529"/>
                    </a:lnTo>
                    <a:lnTo>
                      <a:pt x="3343" y="523"/>
                    </a:lnTo>
                    <a:lnTo>
                      <a:pt x="3327" y="514"/>
                    </a:lnTo>
                    <a:lnTo>
                      <a:pt x="3312" y="507"/>
                    </a:lnTo>
                    <a:lnTo>
                      <a:pt x="3288" y="601"/>
                    </a:lnTo>
                    <a:close/>
                    <a:moveTo>
                      <a:pt x="3188" y="263"/>
                    </a:moveTo>
                    <a:lnTo>
                      <a:pt x="2955" y="263"/>
                    </a:lnTo>
                    <a:lnTo>
                      <a:pt x="2955" y="104"/>
                    </a:lnTo>
                    <a:lnTo>
                      <a:pt x="3202" y="104"/>
                    </a:lnTo>
                    <a:lnTo>
                      <a:pt x="3202" y="10"/>
                    </a:lnTo>
                    <a:lnTo>
                      <a:pt x="2841" y="10"/>
                    </a:lnTo>
                    <a:lnTo>
                      <a:pt x="2841" y="631"/>
                    </a:lnTo>
                    <a:lnTo>
                      <a:pt x="3216" y="631"/>
                    </a:lnTo>
                    <a:lnTo>
                      <a:pt x="3216" y="537"/>
                    </a:lnTo>
                    <a:lnTo>
                      <a:pt x="2955" y="537"/>
                    </a:lnTo>
                    <a:lnTo>
                      <a:pt x="2955" y="355"/>
                    </a:lnTo>
                    <a:lnTo>
                      <a:pt x="3188" y="355"/>
                    </a:lnTo>
                    <a:lnTo>
                      <a:pt x="3188" y="263"/>
                    </a:lnTo>
                    <a:close/>
                    <a:moveTo>
                      <a:pt x="2727" y="523"/>
                    </a:moveTo>
                    <a:lnTo>
                      <a:pt x="2714" y="528"/>
                    </a:lnTo>
                    <a:lnTo>
                      <a:pt x="2701" y="532"/>
                    </a:lnTo>
                    <a:lnTo>
                      <a:pt x="2687" y="536"/>
                    </a:lnTo>
                    <a:lnTo>
                      <a:pt x="2671" y="539"/>
                    </a:lnTo>
                    <a:lnTo>
                      <a:pt x="2655" y="542"/>
                    </a:lnTo>
                    <a:lnTo>
                      <a:pt x="2637" y="544"/>
                    </a:lnTo>
                    <a:lnTo>
                      <a:pt x="2621" y="545"/>
                    </a:lnTo>
                    <a:lnTo>
                      <a:pt x="2604" y="545"/>
                    </a:lnTo>
                    <a:lnTo>
                      <a:pt x="2590" y="545"/>
                    </a:lnTo>
                    <a:lnTo>
                      <a:pt x="2579" y="544"/>
                    </a:lnTo>
                    <a:lnTo>
                      <a:pt x="2567" y="543"/>
                    </a:lnTo>
                    <a:lnTo>
                      <a:pt x="2555" y="541"/>
                    </a:lnTo>
                    <a:lnTo>
                      <a:pt x="2544" y="539"/>
                    </a:lnTo>
                    <a:lnTo>
                      <a:pt x="2533" y="537"/>
                    </a:lnTo>
                    <a:lnTo>
                      <a:pt x="2522" y="534"/>
                    </a:lnTo>
                    <a:lnTo>
                      <a:pt x="2512" y="530"/>
                    </a:lnTo>
                    <a:lnTo>
                      <a:pt x="2502" y="526"/>
                    </a:lnTo>
                    <a:lnTo>
                      <a:pt x="2493" y="522"/>
                    </a:lnTo>
                    <a:lnTo>
                      <a:pt x="2483" y="516"/>
                    </a:lnTo>
                    <a:lnTo>
                      <a:pt x="2475" y="511"/>
                    </a:lnTo>
                    <a:lnTo>
                      <a:pt x="2467" y="505"/>
                    </a:lnTo>
                    <a:lnTo>
                      <a:pt x="2459" y="499"/>
                    </a:lnTo>
                    <a:lnTo>
                      <a:pt x="2451" y="492"/>
                    </a:lnTo>
                    <a:lnTo>
                      <a:pt x="2444" y="486"/>
                    </a:lnTo>
                    <a:lnTo>
                      <a:pt x="2437" y="477"/>
                    </a:lnTo>
                    <a:lnTo>
                      <a:pt x="2431" y="470"/>
                    </a:lnTo>
                    <a:lnTo>
                      <a:pt x="2426" y="462"/>
                    </a:lnTo>
                    <a:lnTo>
                      <a:pt x="2420" y="453"/>
                    </a:lnTo>
                    <a:lnTo>
                      <a:pt x="2414" y="443"/>
                    </a:lnTo>
                    <a:lnTo>
                      <a:pt x="2410" y="434"/>
                    </a:lnTo>
                    <a:lnTo>
                      <a:pt x="2406" y="425"/>
                    </a:lnTo>
                    <a:lnTo>
                      <a:pt x="2402" y="415"/>
                    </a:lnTo>
                    <a:lnTo>
                      <a:pt x="2396" y="393"/>
                    </a:lnTo>
                    <a:lnTo>
                      <a:pt x="2391" y="371"/>
                    </a:lnTo>
                    <a:lnTo>
                      <a:pt x="2389" y="347"/>
                    </a:lnTo>
                    <a:lnTo>
                      <a:pt x="2388" y="322"/>
                    </a:lnTo>
                    <a:lnTo>
                      <a:pt x="2388" y="309"/>
                    </a:lnTo>
                    <a:lnTo>
                      <a:pt x="2389" y="295"/>
                    </a:lnTo>
                    <a:lnTo>
                      <a:pt x="2390" y="282"/>
                    </a:lnTo>
                    <a:lnTo>
                      <a:pt x="2392" y="270"/>
                    </a:lnTo>
                    <a:lnTo>
                      <a:pt x="2394" y="257"/>
                    </a:lnTo>
                    <a:lnTo>
                      <a:pt x="2397" y="246"/>
                    </a:lnTo>
                    <a:lnTo>
                      <a:pt x="2400" y="235"/>
                    </a:lnTo>
                    <a:lnTo>
                      <a:pt x="2403" y="223"/>
                    </a:lnTo>
                    <a:lnTo>
                      <a:pt x="2408" y="213"/>
                    </a:lnTo>
                    <a:lnTo>
                      <a:pt x="2412" y="203"/>
                    </a:lnTo>
                    <a:lnTo>
                      <a:pt x="2418" y="193"/>
                    </a:lnTo>
                    <a:lnTo>
                      <a:pt x="2423" y="184"/>
                    </a:lnTo>
                    <a:lnTo>
                      <a:pt x="2429" y="176"/>
                    </a:lnTo>
                    <a:lnTo>
                      <a:pt x="2435" y="168"/>
                    </a:lnTo>
                    <a:lnTo>
                      <a:pt x="2441" y="159"/>
                    </a:lnTo>
                    <a:lnTo>
                      <a:pt x="2448" y="152"/>
                    </a:lnTo>
                    <a:lnTo>
                      <a:pt x="2457" y="145"/>
                    </a:lnTo>
                    <a:lnTo>
                      <a:pt x="2464" y="139"/>
                    </a:lnTo>
                    <a:lnTo>
                      <a:pt x="2472" y="133"/>
                    </a:lnTo>
                    <a:lnTo>
                      <a:pt x="2480" y="127"/>
                    </a:lnTo>
                    <a:lnTo>
                      <a:pt x="2489" y="121"/>
                    </a:lnTo>
                    <a:lnTo>
                      <a:pt x="2499" y="117"/>
                    </a:lnTo>
                    <a:lnTo>
                      <a:pt x="2508" y="112"/>
                    </a:lnTo>
                    <a:lnTo>
                      <a:pt x="2517" y="109"/>
                    </a:lnTo>
                    <a:lnTo>
                      <a:pt x="2538" y="102"/>
                    </a:lnTo>
                    <a:lnTo>
                      <a:pt x="2559" y="98"/>
                    </a:lnTo>
                    <a:lnTo>
                      <a:pt x="2582" y="95"/>
                    </a:lnTo>
                    <a:lnTo>
                      <a:pt x="2605" y="94"/>
                    </a:lnTo>
                    <a:lnTo>
                      <a:pt x="2623" y="95"/>
                    </a:lnTo>
                    <a:lnTo>
                      <a:pt x="2641" y="96"/>
                    </a:lnTo>
                    <a:lnTo>
                      <a:pt x="2658" y="98"/>
                    </a:lnTo>
                    <a:lnTo>
                      <a:pt x="2673" y="101"/>
                    </a:lnTo>
                    <a:lnTo>
                      <a:pt x="2688" y="105"/>
                    </a:lnTo>
                    <a:lnTo>
                      <a:pt x="2701" y="109"/>
                    </a:lnTo>
                    <a:lnTo>
                      <a:pt x="2714" y="113"/>
                    </a:lnTo>
                    <a:lnTo>
                      <a:pt x="2726" y="118"/>
                    </a:lnTo>
                    <a:lnTo>
                      <a:pt x="2750" y="28"/>
                    </a:lnTo>
                    <a:lnTo>
                      <a:pt x="2740" y="24"/>
                    </a:lnTo>
                    <a:lnTo>
                      <a:pt x="2728" y="19"/>
                    </a:lnTo>
                    <a:lnTo>
                      <a:pt x="2712" y="13"/>
                    </a:lnTo>
                    <a:lnTo>
                      <a:pt x="2695" y="9"/>
                    </a:lnTo>
                    <a:lnTo>
                      <a:pt x="2674" y="6"/>
                    </a:lnTo>
                    <a:lnTo>
                      <a:pt x="2652" y="3"/>
                    </a:lnTo>
                    <a:lnTo>
                      <a:pt x="2627" y="1"/>
                    </a:lnTo>
                    <a:lnTo>
                      <a:pt x="2600" y="0"/>
                    </a:lnTo>
                    <a:lnTo>
                      <a:pt x="2583" y="1"/>
                    </a:lnTo>
                    <a:lnTo>
                      <a:pt x="2566" y="2"/>
                    </a:lnTo>
                    <a:lnTo>
                      <a:pt x="2548" y="4"/>
                    </a:lnTo>
                    <a:lnTo>
                      <a:pt x="2532" y="6"/>
                    </a:lnTo>
                    <a:lnTo>
                      <a:pt x="2515" y="9"/>
                    </a:lnTo>
                    <a:lnTo>
                      <a:pt x="2499" y="13"/>
                    </a:lnTo>
                    <a:lnTo>
                      <a:pt x="2483" y="17"/>
                    </a:lnTo>
                    <a:lnTo>
                      <a:pt x="2468" y="23"/>
                    </a:lnTo>
                    <a:lnTo>
                      <a:pt x="2454" y="29"/>
                    </a:lnTo>
                    <a:lnTo>
                      <a:pt x="2439" y="35"/>
                    </a:lnTo>
                    <a:lnTo>
                      <a:pt x="2426" y="42"/>
                    </a:lnTo>
                    <a:lnTo>
                      <a:pt x="2411" y="50"/>
                    </a:lnTo>
                    <a:lnTo>
                      <a:pt x="2399" y="59"/>
                    </a:lnTo>
                    <a:lnTo>
                      <a:pt x="2387" y="68"/>
                    </a:lnTo>
                    <a:lnTo>
                      <a:pt x="2374" y="77"/>
                    </a:lnTo>
                    <a:lnTo>
                      <a:pt x="2363" y="87"/>
                    </a:lnTo>
                    <a:lnTo>
                      <a:pt x="2352" y="99"/>
                    </a:lnTo>
                    <a:lnTo>
                      <a:pt x="2342" y="110"/>
                    </a:lnTo>
                    <a:lnTo>
                      <a:pt x="2332" y="122"/>
                    </a:lnTo>
                    <a:lnTo>
                      <a:pt x="2323" y="135"/>
                    </a:lnTo>
                    <a:lnTo>
                      <a:pt x="2315" y="148"/>
                    </a:lnTo>
                    <a:lnTo>
                      <a:pt x="2307" y="162"/>
                    </a:lnTo>
                    <a:lnTo>
                      <a:pt x="2300" y="176"/>
                    </a:lnTo>
                    <a:lnTo>
                      <a:pt x="2293" y="190"/>
                    </a:lnTo>
                    <a:lnTo>
                      <a:pt x="2288" y="206"/>
                    </a:lnTo>
                    <a:lnTo>
                      <a:pt x="2283" y="222"/>
                    </a:lnTo>
                    <a:lnTo>
                      <a:pt x="2278" y="239"/>
                    </a:lnTo>
                    <a:lnTo>
                      <a:pt x="2275" y="255"/>
                    </a:lnTo>
                    <a:lnTo>
                      <a:pt x="2272" y="273"/>
                    </a:lnTo>
                    <a:lnTo>
                      <a:pt x="2270" y="290"/>
                    </a:lnTo>
                    <a:lnTo>
                      <a:pt x="2269" y="309"/>
                    </a:lnTo>
                    <a:lnTo>
                      <a:pt x="2269" y="328"/>
                    </a:lnTo>
                    <a:lnTo>
                      <a:pt x="2269" y="346"/>
                    </a:lnTo>
                    <a:lnTo>
                      <a:pt x="2270" y="362"/>
                    </a:lnTo>
                    <a:lnTo>
                      <a:pt x="2272" y="380"/>
                    </a:lnTo>
                    <a:lnTo>
                      <a:pt x="2274" y="395"/>
                    </a:lnTo>
                    <a:lnTo>
                      <a:pt x="2277" y="412"/>
                    </a:lnTo>
                    <a:lnTo>
                      <a:pt x="2281" y="427"/>
                    </a:lnTo>
                    <a:lnTo>
                      <a:pt x="2285" y="441"/>
                    </a:lnTo>
                    <a:lnTo>
                      <a:pt x="2290" y="457"/>
                    </a:lnTo>
                    <a:lnTo>
                      <a:pt x="2295" y="470"/>
                    </a:lnTo>
                    <a:lnTo>
                      <a:pt x="2302" y="484"/>
                    </a:lnTo>
                    <a:lnTo>
                      <a:pt x="2309" y="497"/>
                    </a:lnTo>
                    <a:lnTo>
                      <a:pt x="2317" y="509"/>
                    </a:lnTo>
                    <a:lnTo>
                      <a:pt x="2325" y="522"/>
                    </a:lnTo>
                    <a:lnTo>
                      <a:pt x="2333" y="534"/>
                    </a:lnTo>
                    <a:lnTo>
                      <a:pt x="2343" y="544"/>
                    </a:lnTo>
                    <a:lnTo>
                      <a:pt x="2353" y="555"/>
                    </a:lnTo>
                    <a:lnTo>
                      <a:pt x="2363" y="565"/>
                    </a:lnTo>
                    <a:lnTo>
                      <a:pt x="2374" y="574"/>
                    </a:lnTo>
                    <a:lnTo>
                      <a:pt x="2386" y="583"/>
                    </a:lnTo>
                    <a:lnTo>
                      <a:pt x="2398" y="592"/>
                    </a:lnTo>
                    <a:lnTo>
                      <a:pt x="2411" y="599"/>
                    </a:lnTo>
                    <a:lnTo>
                      <a:pt x="2424" y="606"/>
                    </a:lnTo>
                    <a:lnTo>
                      <a:pt x="2438" y="612"/>
                    </a:lnTo>
                    <a:lnTo>
                      <a:pt x="2452" y="618"/>
                    </a:lnTo>
                    <a:lnTo>
                      <a:pt x="2467" y="623"/>
                    </a:lnTo>
                    <a:lnTo>
                      <a:pt x="2482" y="628"/>
                    </a:lnTo>
                    <a:lnTo>
                      <a:pt x="2499" y="632"/>
                    </a:lnTo>
                    <a:lnTo>
                      <a:pt x="2515" y="635"/>
                    </a:lnTo>
                    <a:lnTo>
                      <a:pt x="2532" y="637"/>
                    </a:lnTo>
                    <a:lnTo>
                      <a:pt x="2549" y="639"/>
                    </a:lnTo>
                    <a:lnTo>
                      <a:pt x="2567" y="640"/>
                    </a:lnTo>
                    <a:lnTo>
                      <a:pt x="2585" y="641"/>
                    </a:lnTo>
                    <a:lnTo>
                      <a:pt x="2612" y="640"/>
                    </a:lnTo>
                    <a:lnTo>
                      <a:pt x="2637" y="638"/>
                    </a:lnTo>
                    <a:lnTo>
                      <a:pt x="2661" y="635"/>
                    </a:lnTo>
                    <a:lnTo>
                      <a:pt x="2684" y="632"/>
                    </a:lnTo>
                    <a:lnTo>
                      <a:pt x="2702" y="628"/>
                    </a:lnTo>
                    <a:lnTo>
                      <a:pt x="2720" y="622"/>
                    </a:lnTo>
                    <a:lnTo>
                      <a:pt x="2734" y="617"/>
                    </a:lnTo>
                    <a:lnTo>
                      <a:pt x="2745" y="612"/>
                    </a:lnTo>
                    <a:lnTo>
                      <a:pt x="2727" y="523"/>
                    </a:lnTo>
                    <a:close/>
                    <a:moveTo>
                      <a:pt x="2058" y="10"/>
                    </a:moveTo>
                    <a:lnTo>
                      <a:pt x="2058" y="631"/>
                    </a:lnTo>
                    <a:lnTo>
                      <a:pt x="2171" y="631"/>
                    </a:lnTo>
                    <a:lnTo>
                      <a:pt x="2171" y="10"/>
                    </a:lnTo>
                    <a:lnTo>
                      <a:pt x="2058" y="10"/>
                    </a:lnTo>
                    <a:close/>
                    <a:moveTo>
                      <a:pt x="1776" y="631"/>
                    </a:moveTo>
                    <a:lnTo>
                      <a:pt x="1991" y="10"/>
                    </a:lnTo>
                    <a:lnTo>
                      <a:pt x="1871" y="10"/>
                    </a:lnTo>
                    <a:lnTo>
                      <a:pt x="1780" y="294"/>
                    </a:lnTo>
                    <a:lnTo>
                      <a:pt x="1771" y="322"/>
                    </a:lnTo>
                    <a:lnTo>
                      <a:pt x="1762" y="351"/>
                    </a:lnTo>
                    <a:lnTo>
                      <a:pt x="1754" y="379"/>
                    </a:lnTo>
                    <a:lnTo>
                      <a:pt x="1746" y="407"/>
                    </a:lnTo>
                    <a:lnTo>
                      <a:pt x="1738" y="435"/>
                    </a:lnTo>
                    <a:lnTo>
                      <a:pt x="1730" y="463"/>
                    </a:lnTo>
                    <a:lnTo>
                      <a:pt x="1724" y="491"/>
                    </a:lnTo>
                    <a:lnTo>
                      <a:pt x="1717" y="518"/>
                    </a:lnTo>
                    <a:lnTo>
                      <a:pt x="1715" y="518"/>
                    </a:lnTo>
                    <a:lnTo>
                      <a:pt x="1709" y="491"/>
                    </a:lnTo>
                    <a:lnTo>
                      <a:pt x="1702" y="462"/>
                    </a:lnTo>
                    <a:lnTo>
                      <a:pt x="1695" y="434"/>
                    </a:lnTo>
                    <a:lnTo>
                      <a:pt x="1688" y="406"/>
                    </a:lnTo>
                    <a:lnTo>
                      <a:pt x="1680" y="379"/>
                    </a:lnTo>
                    <a:lnTo>
                      <a:pt x="1672" y="350"/>
                    </a:lnTo>
                    <a:lnTo>
                      <a:pt x="1663" y="321"/>
                    </a:lnTo>
                    <a:lnTo>
                      <a:pt x="1654" y="292"/>
                    </a:lnTo>
                    <a:lnTo>
                      <a:pt x="1570" y="10"/>
                    </a:lnTo>
                    <a:lnTo>
                      <a:pt x="1447" y="10"/>
                    </a:lnTo>
                    <a:lnTo>
                      <a:pt x="1647" y="631"/>
                    </a:lnTo>
                    <a:lnTo>
                      <a:pt x="1776" y="631"/>
                    </a:lnTo>
                    <a:close/>
                    <a:moveTo>
                      <a:pt x="1090" y="97"/>
                    </a:moveTo>
                    <a:lnTo>
                      <a:pt x="1101" y="95"/>
                    </a:lnTo>
                    <a:lnTo>
                      <a:pt x="1117" y="93"/>
                    </a:lnTo>
                    <a:lnTo>
                      <a:pt x="1136" y="92"/>
                    </a:lnTo>
                    <a:lnTo>
                      <a:pt x="1161" y="91"/>
                    </a:lnTo>
                    <a:lnTo>
                      <a:pt x="1174" y="92"/>
                    </a:lnTo>
                    <a:lnTo>
                      <a:pt x="1187" y="93"/>
                    </a:lnTo>
                    <a:lnTo>
                      <a:pt x="1199" y="95"/>
                    </a:lnTo>
                    <a:lnTo>
                      <a:pt x="1210" y="97"/>
                    </a:lnTo>
                    <a:lnTo>
                      <a:pt x="1222" y="100"/>
                    </a:lnTo>
                    <a:lnTo>
                      <a:pt x="1231" y="105"/>
                    </a:lnTo>
                    <a:lnTo>
                      <a:pt x="1240" y="109"/>
                    </a:lnTo>
                    <a:lnTo>
                      <a:pt x="1248" y="115"/>
                    </a:lnTo>
                    <a:lnTo>
                      <a:pt x="1256" y="121"/>
                    </a:lnTo>
                    <a:lnTo>
                      <a:pt x="1263" y="130"/>
                    </a:lnTo>
                    <a:lnTo>
                      <a:pt x="1268" y="137"/>
                    </a:lnTo>
                    <a:lnTo>
                      <a:pt x="1273" y="146"/>
                    </a:lnTo>
                    <a:lnTo>
                      <a:pt x="1277" y="156"/>
                    </a:lnTo>
                    <a:lnTo>
                      <a:pt x="1279" y="167"/>
                    </a:lnTo>
                    <a:lnTo>
                      <a:pt x="1281" y="178"/>
                    </a:lnTo>
                    <a:lnTo>
                      <a:pt x="1281" y="190"/>
                    </a:lnTo>
                    <a:lnTo>
                      <a:pt x="1281" y="202"/>
                    </a:lnTo>
                    <a:lnTo>
                      <a:pt x="1279" y="212"/>
                    </a:lnTo>
                    <a:lnTo>
                      <a:pt x="1277" y="222"/>
                    </a:lnTo>
                    <a:lnTo>
                      <a:pt x="1273" y="232"/>
                    </a:lnTo>
                    <a:lnTo>
                      <a:pt x="1268" y="242"/>
                    </a:lnTo>
                    <a:lnTo>
                      <a:pt x="1263" y="250"/>
                    </a:lnTo>
                    <a:lnTo>
                      <a:pt x="1255" y="257"/>
                    </a:lnTo>
                    <a:lnTo>
                      <a:pt x="1248" y="264"/>
                    </a:lnTo>
                    <a:lnTo>
                      <a:pt x="1240" y="271"/>
                    </a:lnTo>
                    <a:lnTo>
                      <a:pt x="1231" y="277"/>
                    </a:lnTo>
                    <a:lnTo>
                      <a:pt x="1221" y="281"/>
                    </a:lnTo>
                    <a:lnTo>
                      <a:pt x="1209" y="285"/>
                    </a:lnTo>
                    <a:lnTo>
                      <a:pt x="1197" y="288"/>
                    </a:lnTo>
                    <a:lnTo>
                      <a:pt x="1185" y="291"/>
                    </a:lnTo>
                    <a:lnTo>
                      <a:pt x="1171" y="292"/>
                    </a:lnTo>
                    <a:lnTo>
                      <a:pt x="1158" y="292"/>
                    </a:lnTo>
                    <a:lnTo>
                      <a:pt x="1090" y="292"/>
                    </a:lnTo>
                    <a:lnTo>
                      <a:pt x="1090" y="97"/>
                    </a:lnTo>
                    <a:close/>
                    <a:moveTo>
                      <a:pt x="978" y="631"/>
                    </a:moveTo>
                    <a:lnTo>
                      <a:pt x="1090" y="631"/>
                    </a:lnTo>
                    <a:lnTo>
                      <a:pt x="1090" y="375"/>
                    </a:lnTo>
                    <a:lnTo>
                      <a:pt x="1148" y="375"/>
                    </a:lnTo>
                    <a:lnTo>
                      <a:pt x="1159" y="377"/>
                    </a:lnTo>
                    <a:lnTo>
                      <a:pt x="1170" y="378"/>
                    </a:lnTo>
                    <a:lnTo>
                      <a:pt x="1180" y="380"/>
                    </a:lnTo>
                    <a:lnTo>
                      <a:pt x="1190" y="382"/>
                    </a:lnTo>
                    <a:lnTo>
                      <a:pt x="1198" y="385"/>
                    </a:lnTo>
                    <a:lnTo>
                      <a:pt x="1206" y="389"/>
                    </a:lnTo>
                    <a:lnTo>
                      <a:pt x="1213" y="394"/>
                    </a:lnTo>
                    <a:lnTo>
                      <a:pt x="1221" y="400"/>
                    </a:lnTo>
                    <a:lnTo>
                      <a:pt x="1227" y="407"/>
                    </a:lnTo>
                    <a:lnTo>
                      <a:pt x="1233" y="415"/>
                    </a:lnTo>
                    <a:lnTo>
                      <a:pt x="1238" y="424"/>
                    </a:lnTo>
                    <a:lnTo>
                      <a:pt x="1243" y="433"/>
                    </a:lnTo>
                    <a:lnTo>
                      <a:pt x="1247" y="444"/>
                    </a:lnTo>
                    <a:lnTo>
                      <a:pt x="1251" y="457"/>
                    </a:lnTo>
                    <a:lnTo>
                      <a:pt x="1255" y="470"/>
                    </a:lnTo>
                    <a:lnTo>
                      <a:pt x="1259" y="485"/>
                    </a:lnTo>
                    <a:lnTo>
                      <a:pt x="1272" y="537"/>
                    </a:lnTo>
                    <a:lnTo>
                      <a:pt x="1283" y="579"/>
                    </a:lnTo>
                    <a:lnTo>
                      <a:pt x="1288" y="597"/>
                    </a:lnTo>
                    <a:lnTo>
                      <a:pt x="1292" y="611"/>
                    </a:lnTo>
                    <a:lnTo>
                      <a:pt x="1297" y="622"/>
                    </a:lnTo>
                    <a:lnTo>
                      <a:pt x="1301" y="631"/>
                    </a:lnTo>
                    <a:lnTo>
                      <a:pt x="1417" y="631"/>
                    </a:lnTo>
                    <a:lnTo>
                      <a:pt x="1413" y="619"/>
                    </a:lnTo>
                    <a:lnTo>
                      <a:pt x="1406" y="605"/>
                    </a:lnTo>
                    <a:lnTo>
                      <a:pt x="1401" y="585"/>
                    </a:lnTo>
                    <a:lnTo>
                      <a:pt x="1395" y="565"/>
                    </a:lnTo>
                    <a:lnTo>
                      <a:pt x="1389" y="540"/>
                    </a:lnTo>
                    <a:lnTo>
                      <a:pt x="1382" y="514"/>
                    </a:lnTo>
                    <a:lnTo>
                      <a:pt x="1376" y="487"/>
                    </a:lnTo>
                    <a:lnTo>
                      <a:pt x="1368" y="458"/>
                    </a:lnTo>
                    <a:lnTo>
                      <a:pt x="1362" y="436"/>
                    </a:lnTo>
                    <a:lnTo>
                      <a:pt x="1354" y="416"/>
                    </a:lnTo>
                    <a:lnTo>
                      <a:pt x="1346" y="398"/>
                    </a:lnTo>
                    <a:lnTo>
                      <a:pt x="1336" y="382"/>
                    </a:lnTo>
                    <a:lnTo>
                      <a:pt x="1330" y="374"/>
                    </a:lnTo>
                    <a:lnTo>
                      <a:pt x="1324" y="367"/>
                    </a:lnTo>
                    <a:lnTo>
                      <a:pt x="1318" y="361"/>
                    </a:lnTo>
                    <a:lnTo>
                      <a:pt x="1312" y="355"/>
                    </a:lnTo>
                    <a:lnTo>
                      <a:pt x="1305" y="350"/>
                    </a:lnTo>
                    <a:lnTo>
                      <a:pt x="1298" y="346"/>
                    </a:lnTo>
                    <a:lnTo>
                      <a:pt x="1290" y="342"/>
                    </a:lnTo>
                    <a:lnTo>
                      <a:pt x="1282" y="337"/>
                    </a:lnTo>
                    <a:lnTo>
                      <a:pt x="1282" y="335"/>
                    </a:lnTo>
                    <a:lnTo>
                      <a:pt x="1292" y="330"/>
                    </a:lnTo>
                    <a:lnTo>
                      <a:pt x="1304" y="326"/>
                    </a:lnTo>
                    <a:lnTo>
                      <a:pt x="1314" y="320"/>
                    </a:lnTo>
                    <a:lnTo>
                      <a:pt x="1324" y="314"/>
                    </a:lnTo>
                    <a:lnTo>
                      <a:pt x="1334" y="306"/>
                    </a:lnTo>
                    <a:lnTo>
                      <a:pt x="1343" y="298"/>
                    </a:lnTo>
                    <a:lnTo>
                      <a:pt x="1352" y="289"/>
                    </a:lnTo>
                    <a:lnTo>
                      <a:pt x="1360" y="280"/>
                    </a:lnTo>
                    <a:lnTo>
                      <a:pt x="1367" y="270"/>
                    </a:lnTo>
                    <a:lnTo>
                      <a:pt x="1374" y="258"/>
                    </a:lnTo>
                    <a:lnTo>
                      <a:pt x="1380" y="247"/>
                    </a:lnTo>
                    <a:lnTo>
                      <a:pt x="1385" y="235"/>
                    </a:lnTo>
                    <a:lnTo>
                      <a:pt x="1389" y="222"/>
                    </a:lnTo>
                    <a:lnTo>
                      <a:pt x="1392" y="209"/>
                    </a:lnTo>
                    <a:lnTo>
                      <a:pt x="1394" y="194"/>
                    </a:lnTo>
                    <a:lnTo>
                      <a:pt x="1394" y="180"/>
                    </a:lnTo>
                    <a:lnTo>
                      <a:pt x="1393" y="160"/>
                    </a:lnTo>
                    <a:lnTo>
                      <a:pt x="1391" y="142"/>
                    </a:lnTo>
                    <a:lnTo>
                      <a:pt x="1386" y="124"/>
                    </a:lnTo>
                    <a:lnTo>
                      <a:pt x="1381" y="108"/>
                    </a:lnTo>
                    <a:lnTo>
                      <a:pt x="1373" y="94"/>
                    </a:lnTo>
                    <a:lnTo>
                      <a:pt x="1363" y="79"/>
                    </a:lnTo>
                    <a:lnTo>
                      <a:pt x="1353" y="67"/>
                    </a:lnTo>
                    <a:lnTo>
                      <a:pt x="1341" y="56"/>
                    </a:lnTo>
                    <a:lnTo>
                      <a:pt x="1333" y="49"/>
                    </a:lnTo>
                    <a:lnTo>
                      <a:pt x="1324" y="43"/>
                    </a:lnTo>
                    <a:lnTo>
                      <a:pt x="1315" y="38"/>
                    </a:lnTo>
                    <a:lnTo>
                      <a:pt x="1306" y="33"/>
                    </a:lnTo>
                    <a:lnTo>
                      <a:pt x="1296" y="28"/>
                    </a:lnTo>
                    <a:lnTo>
                      <a:pt x="1285" y="24"/>
                    </a:lnTo>
                    <a:lnTo>
                      <a:pt x="1275" y="21"/>
                    </a:lnTo>
                    <a:lnTo>
                      <a:pt x="1263" y="17"/>
                    </a:lnTo>
                    <a:lnTo>
                      <a:pt x="1238" y="12"/>
                    </a:lnTo>
                    <a:lnTo>
                      <a:pt x="1211" y="8"/>
                    </a:lnTo>
                    <a:lnTo>
                      <a:pt x="1181" y="6"/>
                    </a:lnTo>
                    <a:lnTo>
                      <a:pt x="1150" y="5"/>
                    </a:lnTo>
                    <a:lnTo>
                      <a:pt x="1125" y="5"/>
                    </a:lnTo>
                    <a:lnTo>
                      <a:pt x="1101" y="6"/>
                    </a:lnTo>
                    <a:lnTo>
                      <a:pt x="1078" y="7"/>
                    </a:lnTo>
                    <a:lnTo>
                      <a:pt x="1055" y="9"/>
                    </a:lnTo>
                    <a:lnTo>
                      <a:pt x="1034" y="11"/>
                    </a:lnTo>
                    <a:lnTo>
                      <a:pt x="1014" y="13"/>
                    </a:lnTo>
                    <a:lnTo>
                      <a:pt x="995" y="15"/>
                    </a:lnTo>
                    <a:lnTo>
                      <a:pt x="978" y="19"/>
                    </a:lnTo>
                    <a:lnTo>
                      <a:pt x="978" y="631"/>
                    </a:lnTo>
                    <a:close/>
                    <a:moveTo>
                      <a:pt x="852" y="263"/>
                    </a:moveTo>
                    <a:lnTo>
                      <a:pt x="617" y="263"/>
                    </a:lnTo>
                    <a:lnTo>
                      <a:pt x="617" y="104"/>
                    </a:lnTo>
                    <a:lnTo>
                      <a:pt x="865" y="104"/>
                    </a:lnTo>
                    <a:lnTo>
                      <a:pt x="865" y="10"/>
                    </a:lnTo>
                    <a:lnTo>
                      <a:pt x="504" y="10"/>
                    </a:lnTo>
                    <a:lnTo>
                      <a:pt x="504" y="631"/>
                    </a:lnTo>
                    <a:lnTo>
                      <a:pt x="879" y="631"/>
                    </a:lnTo>
                    <a:lnTo>
                      <a:pt x="879" y="537"/>
                    </a:lnTo>
                    <a:lnTo>
                      <a:pt x="617" y="537"/>
                    </a:lnTo>
                    <a:lnTo>
                      <a:pt x="617" y="355"/>
                    </a:lnTo>
                    <a:lnTo>
                      <a:pt x="852" y="355"/>
                    </a:lnTo>
                    <a:lnTo>
                      <a:pt x="852" y="263"/>
                    </a:lnTo>
                    <a:close/>
                    <a:moveTo>
                      <a:pt x="0" y="601"/>
                    </a:moveTo>
                    <a:lnTo>
                      <a:pt x="14" y="609"/>
                    </a:lnTo>
                    <a:lnTo>
                      <a:pt x="32" y="616"/>
                    </a:lnTo>
                    <a:lnTo>
                      <a:pt x="50" y="622"/>
                    </a:lnTo>
                    <a:lnTo>
                      <a:pt x="72" y="629"/>
                    </a:lnTo>
                    <a:lnTo>
                      <a:pt x="94" y="634"/>
                    </a:lnTo>
                    <a:lnTo>
                      <a:pt x="118" y="637"/>
                    </a:lnTo>
                    <a:lnTo>
                      <a:pt x="143" y="640"/>
                    </a:lnTo>
                    <a:lnTo>
                      <a:pt x="167" y="641"/>
                    </a:lnTo>
                    <a:lnTo>
                      <a:pt x="196" y="640"/>
                    </a:lnTo>
                    <a:lnTo>
                      <a:pt x="224" y="637"/>
                    </a:lnTo>
                    <a:lnTo>
                      <a:pt x="236" y="635"/>
                    </a:lnTo>
                    <a:lnTo>
                      <a:pt x="248" y="632"/>
                    </a:lnTo>
                    <a:lnTo>
                      <a:pt x="261" y="629"/>
                    </a:lnTo>
                    <a:lnTo>
                      <a:pt x="272" y="625"/>
                    </a:lnTo>
                    <a:lnTo>
                      <a:pt x="282" y="621"/>
                    </a:lnTo>
                    <a:lnTo>
                      <a:pt x="293" y="617"/>
                    </a:lnTo>
                    <a:lnTo>
                      <a:pt x="303" y="613"/>
                    </a:lnTo>
                    <a:lnTo>
                      <a:pt x="312" y="608"/>
                    </a:lnTo>
                    <a:lnTo>
                      <a:pt x="321" y="603"/>
                    </a:lnTo>
                    <a:lnTo>
                      <a:pt x="330" y="597"/>
                    </a:lnTo>
                    <a:lnTo>
                      <a:pt x="338" y="591"/>
                    </a:lnTo>
                    <a:lnTo>
                      <a:pt x="345" y="584"/>
                    </a:lnTo>
                    <a:lnTo>
                      <a:pt x="352" y="578"/>
                    </a:lnTo>
                    <a:lnTo>
                      <a:pt x="358" y="571"/>
                    </a:lnTo>
                    <a:lnTo>
                      <a:pt x="365" y="564"/>
                    </a:lnTo>
                    <a:lnTo>
                      <a:pt x="371" y="557"/>
                    </a:lnTo>
                    <a:lnTo>
                      <a:pt x="380" y="541"/>
                    </a:lnTo>
                    <a:lnTo>
                      <a:pt x="388" y="526"/>
                    </a:lnTo>
                    <a:lnTo>
                      <a:pt x="394" y="508"/>
                    </a:lnTo>
                    <a:lnTo>
                      <a:pt x="400" y="491"/>
                    </a:lnTo>
                    <a:lnTo>
                      <a:pt x="402" y="472"/>
                    </a:lnTo>
                    <a:lnTo>
                      <a:pt x="403" y="454"/>
                    </a:lnTo>
                    <a:lnTo>
                      <a:pt x="402" y="437"/>
                    </a:lnTo>
                    <a:lnTo>
                      <a:pt x="401" y="422"/>
                    </a:lnTo>
                    <a:lnTo>
                      <a:pt x="397" y="407"/>
                    </a:lnTo>
                    <a:lnTo>
                      <a:pt x="393" y="393"/>
                    </a:lnTo>
                    <a:lnTo>
                      <a:pt x="387" y="380"/>
                    </a:lnTo>
                    <a:lnTo>
                      <a:pt x="381" y="367"/>
                    </a:lnTo>
                    <a:lnTo>
                      <a:pt x="373" y="355"/>
                    </a:lnTo>
                    <a:lnTo>
                      <a:pt x="364" y="344"/>
                    </a:lnTo>
                    <a:lnTo>
                      <a:pt x="353" y="332"/>
                    </a:lnTo>
                    <a:lnTo>
                      <a:pt x="341" y="322"/>
                    </a:lnTo>
                    <a:lnTo>
                      <a:pt x="328" y="313"/>
                    </a:lnTo>
                    <a:lnTo>
                      <a:pt x="313" y="303"/>
                    </a:lnTo>
                    <a:lnTo>
                      <a:pt x="298" y="294"/>
                    </a:lnTo>
                    <a:lnTo>
                      <a:pt x="281" y="286"/>
                    </a:lnTo>
                    <a:lnTo>
                      <a:pt x="263" y="278"/>
                    </a:lnTo>
                    <a:lnTo>
                      <a:pt x="243" y="270"/>
                    </a:lnTo>
                    <a:lnTo>
                      <a:pt x="215" y="258"/>
                    </a:lnTo>
                    <a:lnTo>
                      <a:pt x="190" y="247"/>
                    </a:lnTo>
                    <a:lnTo>
                      <a:pt x="179" y="242"/>
                    </a:lnTo>
                    <a:lnTo>
                      <a:pt x="169" y="236"/>
                    </a:lnTo>
                    <a:lnTo>
                      <a:pt x="161" y="230"/>
                    </a:lnTo>
                    <a:lnTo>
                      <a:pt x="153" y="224"/>
                    </a:lnTo>
                    <a:lnTo>
                      <a:pt x="146" y="219"/>
                    </a:lnTo>
                    <a:lnTo>
                      <a:pt x="141" y="213"/>
                    </a:lnTo>
                    <a:lnTo>
                      <a:pt x="135" y="206"/>
                    </a:lnTo>
                    <a:lnTo>
                      <a:pt x="131" y="200"/>
                    </a:lnTo>
                    <a:lnTo>
                      <a:pt x="128" y="192"/>
                    </a:lnTo>
                    <a:lnTo>
                      <a:pt x="126" y="184"/>
                    </a:lnTo>
                    <a:lnTo>
                      <a:pt x="125" y="177"/>
                    </a:lnTo>
                    <a:lnTo>
                      <a:pt x="125" y="168"/>
                    </a:lnTo>
                    <a:lnTo>
                      <a:pt x="125" y="162"/>
                    </a:lnTo>
                    <a:lnTo>
                      <a:pt x="126" y="154"/>
                    </a:lnTo>
                    <a:lnTo>
                      <a:pt x="128" y="147"/>
                    </a:lnTo>
                    <a:lnTo>
                      <a:pt x="130" y="141"/>
                    </a:lnTo>
                    <a:lnTo>
                      <a:pt x="134" y="135"/>
                    </a:lnTo>
                    <a:lnTo>
                      <a:pt x="139" y="129"/>
                    </a:lnTo>
                    <a:lnTo>
                      <a:pt x="143" y="122"/>
                    </a:lnTo>
                    <a:lnTo>
                      <a:pt x="149" y="117"/>
                    </a:lnTo>
                    <a:lnTo>
                      <a:pt x="156" y="112"/>
                    </a:lnTo>
                    <a:lnTo>
                      <a:pt x="163" y="107"/>
                    </a:lnTo>
                    <a:lnTo>
                      <a:pt x="171" y="103"/>
                    </a:lnTo>
                    <a:lnTo>
                      <a:pt x="181" y="100"/>
                    </a:lnTo>
                    <a:lnTo>
                      <a:pt x="191" y="97"/>
                    </a:lnTo>
                    <a:lnTo>
                      <a:pt x="202" y="95"/>
                    </a:lnTo>
                    <a:lnTo>
                      <a:pt x="215" y="94"/>
                    </a:lnTo>
                    <a:lnTo>
                      <a:pt x="227" y="94"/>
                    </a:lnTo>
                    <a:lnTo>
                      <a:pt x="248" y="94"/>
                    </a:lnTo>
                    <a:lnTo>
                      <a:pt x="268" y="96"/>
                    </a:lnTo>
                    <a:lnTo>
                      <a:pt x="285" y="100"/>
                    </a:lnTo>
                    <a:lnTo>
                      <a:pt x="302" y="104"/>
                    </a:lnTo>
                    <a:lnTo>
                      <a:pt x="317" y="108"/>
                    </a:lnTo>
                    <a:lnTo>
                      <a:pt x="331" y="113"/>
                    </a:lnTo>
                    <a:lnTo>
                      <a:pt x="342" y="118"/>
                    </a:lnTo>
                    <a:lnTo>
                      <a:pt x="351" y="122"/>
                    </a:lnTo>
                    <a:lnTo>
                      <a:pt x="378" y="31"/>
                    </a:lnTo>
                    <a:lnTo>
                      <a:pt x="366" y="25"/>
                    </a:lnTo>
                    <a:lnTo>
                      <a:pt x="350" y="20"/>
                    </a:lnTo>
                    <a:lnTo>
                      <a:pt x="335" y="14"/>
                    </a:lnTo>
                    <a:lnTo>
                      <a:pt x="316" y="9"/>
                    </a:lnTo>
                    <a:lnTo>
                      <a:pt x="298" y="6"/>
                    </a:lnTo>
                    <a:lnTo>
                      <a:pt x="276" y="3"/>
                    </a:lnTo>
                    <a:lnTo>
                      <a:pt x="254" y="1"/>
                    </a:lnTo>
                    <a:lnTo>
                      <a:pt x="229" y="0"/>
                    </a:lnTo>
                    <a:lnTo>
                      <a:pt x="204" y="1"/>
                    </a:lnTo>
                    <a:lnTo>
                      <a:pt x="182" y="4"/>
                    </a:lnTo>
                    <a:lnTo>
                      <a:pt x="159" y="8"/>
                    </a:lnTo>
                    <a:lnTo>
                      <a:pt x="139" y="14"/>
                    </a:lnTo>
                    <a:lnTo>
                      <a:pt x="119" y="22"/>
                    </a:lnTo>
                    <a:lnTo>
                      <a:pt x="101" y="30"/>
                    </a:lnTo>
                    <a:lnTo>
                      <a:pt x="84" y="40"/>
                    </a:lnTo>
                    <a:lnTo>
                      <a:pt x="70" y="51"/>
                    </a:lnTo>
                    <a:lnTo>
                      <a:pt x="56" y="64"/>
                    </a:lnTo>
                    <a:lnTo>
                      <a:pt x="44" y="77"/>
                    </a:lnTo>
                    <a:lnTo>
                      <a:pt x="34" y="93"/>
                    </a:lnTo>
                    <a:lnTo>
                      <a:pt x="26" y="108"/>
                    </a:lnTo>
                    <a:lnTo>
                      <a:pt x="18" y="124"/>
                    </a:lnTo>
                    <a:lnTo>
                      <a:pt x="14" y="142"/>
                    </a:lnTo>
                    <a:lnTo>
                      <a:pt x="11" y="159"/>
                    </a:lnTo>
                    <a:lnTo>
                      <a:pt x="10" y="179"/>
                    </a:lnTo>
                    <a:lnTo>
                      <a:pt x="11" y="194"/>
                    </a:lnTo>
                    <a:lnTo>
                      <a:pt x="13" y="211"/>
                    </a:lnTo>
                    <a:lnTo>
                      <a:pt x="16" y="225"/>
                    </a:lnTo>
                    <a:lnTo>
                      <a:pt x="21" y="240"/>
                    </a:lnTo>
                    <a:lnTo>
                      <a:pt x="29" y="253"/>
                    </a:lnTo>
                    <a:lnTo>
                      <a:pt x="36" y="265"/>
                    </a:lnTo>
                    <a:lnTo>
                      <a:pt x="45" y="277"/>
                    </a:lnTo>
                    <a:lnTo>
                      <a:pt x="55" y="288"/>
                    </a:lnTo>
                    <a:lnTo>
                      <a:pt x="67" y="299"/>
                    </a:lnTo>
                    <a:lnTo>
                      <a:pt x="80" y="310"/>
                    </a:lnTo>
                    <a:lnTo>
                      <a:pt x="93" y="319"/>
                    </a:lnTo>
                    <a:lnTo>
                      <a:pt x="109" y="328"/>
                    </a:lnTo>
                    <a:lnTo>
                      <a:pt x="124" y="336"/>
                    </a:lnTo>
                    <a:lnTo>
                      <a:pt x="142" y="345"/>
                    </a:lnTo>
                    <a:lnTo>
                      <a:pt x="159" y="352"/>
                    </a:lnTo>
                    <a:lnTo>
                      <a:pt x="178" y="359"/>
                    </a:lnTo>
                    <a:lnTo>
                      <a:pt x="205" y="369"/>
                    </a:lnTo>
                    <a:lnTo>
                      <a:pt x="228" y="381"/>
                    </a:lnTo>
                    <a:lnTo>
                      <a:pt x="238" y="386"/>
                    </a:lnTo>
                    <a:lnTo>
                      <a:pt x="247" y="392"/>
                    </a:lnTo>
                    <a:lnTo>
                      <a:pt x="255" y="397"/>
                    </a:lnTo>
                    <a:lnTo>
                      <a:pt x="262" y="403"/>
                    </a:lnTo>
                    <a:lnTo>
                      <a:pt x="268" y="409"/>
                    </a:lnTo>
                    <a:lnTo>
                      <a:pt x="273" y="417"/>
                    </a:lnTo>
                    <a:lnTo>
                      <a:pt x="278" y="423"/>
                    </a:lnTo>
                    <a:lnTo>
                      <a:pt x="281" y="430"/>
                    </a:lnTo>
                    <a:lnTo>
                      <a:pt x="284" y="437"/>
                    </a:lnTo>
                    <a:lnTo>
                      <a:pt x="287" y="445"/>
                    </a:lnTo>
                    <a:lnTo>
                      <a:pt x="288" y="454"/>
                    </a:lnTo>
                    <a:lnTo>
                      <a:pt x="288" y="462"/>
                    </a:lnTo>
                    <a:lnTo>
                      <a:pt x="288" y="471"/>
                    </a:lnTo>
                    <a:lnTo>
                      <a:pt x="285" y="480"/>
                    </a:lnTo>
                    <a:lnTo>
                      <a:pt x="283" y="489"/>
                    </a:lnTo>
                    <a:lnTo>
                      <a:pt x="280" y="497"/>
                    </a:lnTo>
                    <a:lnTo>
                      <a:pt x="276" y="504"/>
                    </a:lnTo>
                    <a:lnTo>
                      <a:pt x="271" y="511"/>
                    </a:lnTo>
                    <a:lnTo>
                      <a:pt x="265" y="517"/>
                    </a:lnTo>
                    <a:lnTo>
                      <a:pt x="259" y="524"/>
                    </a:lnTo>
                    <a:lnTo>
                      <a:pt x="251" y="529"/>
                    </a:lnTo>
                    <a:lnTo>
                      <a:pt x="242" y="533"/>
                    </a:lnTo>
                    <a:lnTo>
                      <a:pt x="233" y="537"/>
                    </a:lnTo>
                    <a:lnTo>
                      <a:pt x="223" y="540"/>
                    </a:lnTo>
                    <a:lnTo>
                      <a:pt x="213" y="543"/>
                    </a:lnTo>
                    <a:lnTo>
                      <a:pt x="200" y="545"/>
                    </a:lnTo>
                    <a:lnTo>
                      <a:pt x="188" y="546"/>
                    </a:lnTo>
                    <a:lnTo>
                      <a:pt x="175" y="546"/>
                    </a:lnTo>
                    <a:lnTo>
                      <a:pt x="154" y="546"/>
                    </a:lnTo>
                    <a:lnTo>
                      <a:pt x="132" y="543"/>
                    </a:lnTo>
                    <a:lnTo>
                      <a:pt x="112" y="540"/>
                    </a:lnTo>
                    <a:lnTo>
                      <a:pt x="92" y="535"/>
                    </a:lnTo>
                    <a:lnTo>
                      <a:pt x="74" y="529"/>
                    </a:lnTo>
                    <a:lnTo>
                      <a:pt x="56" y="523"/>
                    </a:lnTo>
                    <a:lnTo>
                      <a:pt x="40" y="514"/>
                    </a:lnTo>
                    <a:lnTo>
                      <a:pt x="26" y="507"/>
                    </a:lnTo>
                    <a:lnTo>
                      <a:pt x="0" y="601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solidFill>
                    <a:schemeClr val="bg1"/>
                  </a:solidFill>
                  <a:latin typeface="Myriad Pro"/>
                </a:endParaRPr>
              </a:p>
            </p:txBody>
          </p:sp>
          <p:sp>
            <p:nvSpPr>
              <p:cNvPr id="178" name="Freeform 177"/>
              <p:cNvSpPr>
                <a:spLocks noEditPoints="1"/>
              </p:cNvSpPr>
              <p:nvPr userDrawn="1"/>
            </p:nvSpPr>
            <p:spPr bwMode="auto">
              <a:xfrm>
                <a:off x="1323430" y="339059"/>
                <a:ext cx="838843" cy="90467"/>
              </a:xfrm>
              <a:custGeom>
                <a:avLst/>
                <a:gdLst/>
                <a:ahLst/>
                <a:cxnLst>
                  <a:cxn ang="0">
                    <a:pos x="5506" y="10"/>
                  </a:cxn>
                  <a:cxn ang="0">
                    <a:pos x="5169" y="544"/>
                  </a:cxn>
                  <a:cxn ang="0">
                    <a:pos x="5029" y="477"/>
                  </a:cxn>
                  <a:cxn ang="0">
                    <a:pos x="4982" y="270"/>
                  </a:cxn>
                  <a:cxn ang="0">
                    <a:pos x="5063" y="133"/>
                  </a:cxn>
                  <a:cxn ang="0">
                    <a:pos x="5293" y="109"/>
                  </a:cxn>
                  <a:cxn ang="0">
                    <a:pos x="5122" y="6"/>
                  </a:cxn>
                  <a:cxn ang="0">
                    <a:pos x="4924" y="122"/>
                  </a:cxn>
                  <a:cxn ang="0">
                    <a:pos x="4861" y="362"/>
                  </a:cxn>
                  <a:cxn ang="0">
                    <a:pos x="4955" y="565"/>
                  </a:cxn>
                  <a:cxn ang="0">
                    <a:pos x="5175" y="641"/>
                  </a:cxn>
                  <a:cxn ang="0">
                    <a:pos x="4373" y="269"/>
                  </a:cxn>
                  <a:cxn ang="0">
                    <a:pos x="4761" y="631"/>
                  </a:cxn>
                  <a:cxn ang="0">
                    <a:pos x="4630" y="407"/>
                  </a:cxn>
                  <a:cxn ang="0">
                    <a:pos x="3905" y="100"/>
                  </a:cxn>
                  <a:cxn ang="0">
                    <a:pos x="3809" y="456"/>
                  </a:cxn>
                  <a:cxn ang="0">
                    <a:pos x="3020" y="10"/>
                  </a:cxn>
                  <a:cxn ang="0">
                    <a:pos x="2324" y="528"/>
                  </a:cxn>
                  <a:cxn ang="0">
                    <a:pos x="2455" y="633"/>
                  </a:cxn>
                  <a:cxn ang="0">
                    <a:pos x="2663" y="610"/>
                  </a:cxn>
                  <a:cxn ang="0">
                    <a:pos x="2767" y="461"/>
                  </a:cxn>
                  <a:cxn ang="0">
                    <a:pos x="2644" y="481"/>
                  </a:cxn>
                  <a:cxn ang="0">
                    <a:pos x="2470" y="533"/>
                  </a:cxn>
                  <a:cxn ang="0">
                    <a:pos x="1803" y="609"/>
                  </a:cxn>
                  <a:cxn ang="0">
                    <a:pos x="2082" y="617"/>
                  </a:cxn>
                  <a:cxn ang="0">
                    <a:pos x="2191" y="472"/>
                  </a:cxn>
                  <a:cxn ang="0">
                    <a:pos x="2070" y="286"/>
                  </a:cxn>
                  <a:cxn ang="0">
                    <a:pos x="1914" y="177"/>
                  </a:cxn>
                  <a:cxn ang="0">
                    <a:pos x="1991" y="95"/>
                  </a:cxn>
                  <a:cxn ang="0">
                    <a:pos x="2106" y="9"/>
                  </a:cxn>
                  <a:cxn ang="0">
                    <a:pos x="1823" y="93"/>
                  </a:cxn>
                  <a:cxn ang="0">
                    <a:pos x="1869" y="310"/>
                  </a:cxn>
                  <a:cxn ang="0">
                    <a:pos x="2067" y="423"/>
                  </a:cxn>
                  <a:cxn ang="0">
                    <a:pos x="2031" y="533"/>
                  </a:cxn>
                  <a:cxn ang="0">
                    <a:pos x="1789" y="601"/>
                  </a:cxn>
                  <a:cxn ang="0">
                    <a:pos x="1348" y="251"/>
                  </a:cxn>
                  <a:cxn ang="0">
                    <a:pos x="1587" y="422"/>
                  </a:cxn>
                  <a:cxn ang="0">
                    <a:pos x="1300" y="631"/>
                  </a:cxn>
                  <a:cxn ang="0">
                    <a:pos x="679" y="482"/>
                  </a:cxn>
                  <a:cxn ang="0">
                    <a:pos x="668" y="177"/>
                  </a:cxn>
                  <a:cxn ang="0">
                    <a:pos x="807" y="91"/>
                  </a:cxn>
                  <a:cxn ang="0">
                    <a:pos x="944" y="177"/>
                  </a:cxn>
                  <a:cxn ang="0">
                    <a:pos x="933" y="482"/>
                  </a:cxn>
                  <a:cxn ang="0">
                    <a:pos x="804" y="550"/>
                  </a:cxn>
                  <a:cxn ang="0">
                    <a:pos x="993" y="575"/>
                  </a:cxn>
                  <a:cxn ang="0">
                    <a:pos x="1094" y="370"/>
                  </a:cxn>
                  <a:cxn ang="0">
                    <a:pos x="1054" y="137"/>
                  </a:cxn>
                  <a:cxn ang="0">
                    <a:pos x="890" y="9"/>
                  </a:cxn>
                  <a:cxn ang="0">
                    <a:pos x="665" y="37"/>
                  </a:cxn>
                  <a:cxn ang="0">
                    <a:pos x="531" y="209"/>
                  </a:cxn>
                  <a:cxn ang="0">
                    <a:pos x="535" y="452"/>
                  </a:cxn>
                  <a:cxn ang="0">
                    <a:pos x="670" y="611"/>
                  </a:cxn>
                  <a:cxn ang="0">
                    <a:pos x="403" y="539"/>
                  </a:cxn>
                  <a:cxn ang="0">
                    <a:pos x="216" y="516"/>
                  </a:cxn>
                  <a:cxn ang="0">
                    <a:pos x="123" y="371"/>
                  </a:cxn>
                  <a:cxn ang="0">
                    <a:pos x="160" y="176"/>
                  </a:cxn>
                  <a:cxn ang="0">
                    <a:pos x="337" y="94"/>
                  </a:cxn>
                  <a:cxn ang="0">
                    <a:pos x="383" y="3"/>
                  </a:cxn>
                  <a:cxn ang="0">
                    <a:pos x="130" y="59"/>
                  </a:cxn>
                  <a:cxn ang="0">
                    <a:pos x="6" y="255"/>
                  </a:cxn>
                  <a:cxn ang="0">
                    <a:pos x="41" y="497"/>
                  </a:cxn>
                  <a:cxn ang="0">
                    <a:pos x="215" y="628"/>
                  </a:cxn>
                  <a:cxn ang="0">
                    <a:pos x="458" y="523"/>
                  </a:cxn>
                </a:cxnLst>
                <a:rect l="0" t="0" r="r" b="b"/>
                <a:pathLst>
                  <a:path w="5893" h="641">
                    <a:moveTo>
                      <a:pt x="5686" y="631"/>
                    </a:moveTo>
                    <a:lnTo>
                      <a:pt x="5686" y="369"/>
                    </a:lnTo>
                    <a:lnTo>
                      <a:pt x="5893" y="10"/>
                    </a:lnTo>
                    <a:lnTo>
                      <a:pt x="5764" y="10"/>
                    </a:lnTo>
                    <a:lnTo>
                      <a:pt x="5690" y="169"/>
                    </a:lnTo>
                    <a:lnTo>
                      <a:pt x="5675" y="202"/>
                    </a:lnTo>
                    <a:lnTo>
                      <a:pt x="5661" y="232"/>
                    </a:lnTo>
                    <a:lnTo>
                      <a:pt x="5648" y="262"/>
                    </a:lnTo>
                    <a:lnTo>
                      <a:pt x="5636" y="292"/>
                    </a:lnTo>
                    <a:lnTo>
                      <a:pt x="5635" y="292"/>
                    </a:lnTo>
                    <a:lnTo>
                      <a:pt x="5621" y="261"/>
                    </a:lnTo>
                    <a:lnTo>
                      <a:pt x="5609" y="232"/>
                    </a:lnTo>
                    <a:lnTo>
                      <a:pt x="5596" y="202"/>
                    </a:lnTo>
                    <a:lnTo>
                      <a:pt x="5580" y="170"/>
                    </a:lnTo>
                    <a:lnTo>
                      <a:pt x="5506" y="10"/>
                    </a:lnTo>
                    <a:lnTo>
                      <a:pt x="5377" y="10"/>
                    </a:lnTo>
                    <a:lnTo>
                      <a:pt x="5573" y="372"/>
                    </a:lnTo>
                    <a:lnTo>
                      <a:pt x="5573" y="631"/>
                    </a:lnTo>
                    <a:lnTo>
                      <a:pt x="5686" y="631"/>
                    </a:lnTo>
                    <a:close/>
                    <a:moveTo>
                      <a:pt x="5318" y="523"/>
                    </a:moveTo>
                    <a:lnTo>
                      <a:pt x="5306" y="528"/>
                    </a:lnTo>
                    <a:lnTo>
                      <a:pt x="5293" y="532"/>
                    </a:lnTo>
                    <a:lnTo>
                      <a:pt x="5277" y="536"/>
                    </a:lnTo>
                    <a:lnTo>
                      <a:pt x="5262" y="539"/>
                    </a:lnTo>
                    <a:lnTo>
                      <a:pt x="5245" y="542"/>
                    </a:lnTo>
                    <a:lnTo>
                      <a:pt x="5229" y="544"/>
                    </a:lnTo>
                    <a:lnTo>
                      <a:pt x="5211" y="545"/>
                    </a:lnTo>
                    <a:lnTo>
                      <a:pt x="5194" y="545"/>
                    </a:lnTo>
                    <a:lnTo>
                      <a:pt x="5182" y="545"/>
                    </a:lnTo>
                    <a:lnTo>
                      <a:pt x="5169" y="544"/>
                    </a:lnTo>
                    <a:lnTo>
                      <a:pt x="5157" y="543"/>
                    </a:lnTo>
                    <a:lnTo>
                      <a:pt x="5146" y="541"/>
                    </a:lnTo>
                    <a:lnTo>
                      <a:pt x="5134" y="539"/>
                    </a:lnTo>
                    <a:lnTo>
                      <a:pt x="5124" y="537"/>
                    </a:lnTo>
                    <a:lnTo>
                      <a:pt x="5113" y="534"/>
                    </a:lnTo>
                    <a:lnTo>
                      <a:pt x="5104" y="530"/>
                    </a:lnTo>
                    <a:lnTo>
                      <a:pt x="5093" y="526"/>
                    </a:lnTo>
                    <a:lnTo>
                      <a:pt x="5084" y="522"/>
                    </a:lnTo>
                    <a:lnTo>
                      <a:pt x="5075" y="516"/>
                    </a:lnTo>
                    <a:lnTo>
                      <a:pt x="5067" y="511"/>
                    </a:lnTo>
                    <a:lnTo>
                      <a:pt x="5057" y="505"/>
                    </a:lnTo>
                    <a:lnTo>
                      <a:pt x="5050" y="499"/>
                    </a:lnTo>
                    <a:lnTo>
                      <a:pt x="5042" y="492"/>
                    </a:lnTo>
                    <a:lnTo>
                      <a:pt x="5036" y="486"/>
                    </a:lnTo>
                    <a:lnTo>
                      <a:pt x="5029" y="477"/>
                    </a:lnTo>
                    <a:lnTo>
                      <a:pt x="5022" y="470"/>
                    </a:lnTo>
                    <a:lnTo>
                      <a:pt x="5016" y="462"/>
                    </a:lnTo>
                    <a:lnTo>
                      <a:pt x="5011" y="453"/>
                    </a:lnTo>
                    <a:lnTo>
                      <a:pt x="5006" y="443"/>
                    </a:lnTo>
                    <a:lnTo>
                      <a:pt x="5001" y="434"/>
                    </a:lnTo>
                    <a:lnTo>
                      <a:pt x="4997" y="425"/>
                    </a:lnTo>
                    <a:lnTo>
                      <a:pt x="4993" y="415"/>
                    </a:lnTo>
                    <a:lnTo>
                      <a:pt x="4986" y="393"/>
                    </a:lnTo>
                    <a:lnTo>
                      <a:pt x="4982" y="371"/>
                    </a:lnTo>
                    <a:lnTo>
                      <a:pt x="4979" y="347"/>
                    </a:lnTo>
                    <a:lnTo>
                      <a:pt x="4978" y="322"/>
                    </a:lnTo>
                    <a:lnTo>
                      <a:pt x="4979" y="309"/>
                    </a:lnTo>
                    <a:lnTo>
                      <a:pt x="4979" y="295"/>
                    </a:lnTo>
                    <a:lnTo>
                      <a:pt x="4981" y="282"/>
                    </a:lnTo>
                    <a:lnTo>
                      <a:pt x="4982" y="270"/>
                    </a:lnTo>
                    <a:lnTo>
                      <a:pt x="4985" y="257"/>
                    </a:lnTo>
                    <a:lnTo>
                      <a:pt x="4987" y="246"/>
                    </a:lnTo>
                    <a:lnTo>
                      <a:pt x="4991" y="235"/>
                    </a:lnTo>
                    <a:lnTo>
                      <a:pt x="4995" y="223"/>
                    </a:lnTo>
                    <a:lnTo>
                      <a:pt x="4999" y="213"/>
                    </a:lnTo>
                    <a:lnTo>
                      <a:pt x="5004" y="203"/>
                    </a:lnTo>
                    <a:lnTo>
                      <a:pt x="5008" y="193"/>
                    </a:lnTo>
                    <a:lnTo>
                      <a:pt x="5014" y="184"/>
                    </a:lnTo>
                    <a:lnTo>
                      <a:pt x="5019" y="176"/>
                    </a:lnTo>
                    <a:lnTo>
                      <a:pt x="5026" y="168"/>
                    </a:lnTo>
                    <a:lnTo>
                      <a:pt x="5033" y="159"/>
                    </a:lnTo>
                    <a:lnTo>
                      <a:pt x="5040" y="152"/>
                    </a:lnTo>
                    <a:lnTo>
                      <a:pt x="5047" y="145"/>
                    </a:lnTo>
                    <a:lnTo>
                      <a:pt x="5055" y="139"/>
                    </a:lnTo>
                    <a:lnTo>
                      <a:pt x="5063" y="133"/>
                    </a:lnTo>
                    <a:lnTo>
                      <a:pt x="5072" y="127"/>
                    </a:lnTo>
                    <a:lnTo>
                      <a:pt x="5080" y="121"/>
                    </a:lnTo>
                    <a:lnTo>
                      <a:pt x="5089" y="117"/>
                    </a:lnTo>
                    <a:lnTo>
                      <a:pt x="5098" y="112"/>
                    </a:lnTo>
                    <a:lnTo>
                      <a:pt x="5109" y="109"/>
                    </a:lnTo>
                    <a:lnTo>
                      <a:pt x="5129" y="102"/>
                    </a:lnTo>
                    <a:lnTo>
                      <a:pt x="5150" y="98"/>
                    </a:lnTo>
                    <a:lnTo>
                      <a:pt x="5172" y="95"/>
                    </a:lnTo>
                    <a:lnTo>
                      <a:pt x="5196" y="94"/>
                    </a:lnTo>
                    <a:lnTo>
                      <a:pt x="5215" y="95"/>
                    </a:lnTo>
                    <a:lnTo>
                      <a:pt x="5232" y="96"/>
                    </a:lnTo>
                    <a:lnTo>
                      <a:pt x="5248" y="98"/>
                    </a:lnTo>
                    <a:lnTo>
                      <a:pt x="5264" y="101"/>
                    </a:lnTo>
                    <a:lnTo>
                      <a:pt x="5279" y="105"/>
                    </a:lnTo>
                    <a:lnTo>
                      <a:pt x="5293" y="109"/>
                    </a:lnTo>
                    <a:lnTo>
                      <a:pt x="5305" y="113"/>
                    </a:lnTo>
                    <a:lnTo>
                      <a:pt x="5316" y="118"/>
                    </a:lnTo>
                    <a:lnTo>
                      <a:pt x="5341" y="28"/>
                    </a:lnTo>
                    <a:lnTo>
                      <a:pt x="5332" y="24"/>
                    </a:lnTo>
                    <a:lnTo>
                      <a:pt x="5318" y="19"/>
                    </a:lnTo>
                    <a:lnTo>
                      <a:pt x="5303" y="13"/>
                    </a:lnTo>
                    <a:lnTo>
                      <a:pt x="5285" y="9"/>
                    </a:lnTo>
                    <a:lnTo>
                      <a:pt x="5265" y="6"/>
                    </a:lnTo>
                    <a:lnTo>
                      <a:pt x="5242" y="3"/>
                    </a:lnTo>
                    <a:lnTo>
                      <a:pt x="5218" y="1"/>
                    </a:lnTo>
                    <a:lnTo>
                      <a:pt x="5191" y="0"/>
                    </a:lnTo>
                    <a:lnTo>
                      <a:pt x="5173" y="1"/>
                    </a:lnTo>
                    <a:lnTo>
                      <a:pt x="5156" y="2"/>
                    </a:lnTo>
                    <a:lnTo>
                      <a:pt x="5139" y="4"/>
                    </a:lnTo>
                    <a:lnTo>
                      <a:pt x="5122" y="6"/>
                    </a:lnTo>
                    <a:lnTo>
                      <a:pt x="5106" y="9"/>
                    </a:lnTo>
                    <a:lnTo>
                      <a:pt x="5090" y="13"/>
                    </a:lnTo>
                    <a:lnTo>
                      <a:pt x="5075" y="17"/>
                    </a:lnTo>
                    <a:lnTo>
                      <a:pt x="5059" y="23"/>
                    </a:lnTo>
                    <a:lnTo>
                      <a:pt x="5045" y="29"/>
                    </a:lnTo>
                    <a:lnTo>
                      <a:pt x="5031" y="35"/>
                    </a:lnTo>
                    <a:lnTo>
                      <a:pt x="5016" y="42"/>
                    </a:lnTo>
                    <a:lnTo>
                      <a:pt x="5003" y="50"/>
                    </a:lnTo>
                    <a:lnTo>
                      <a:pt x="4989" y="59"/>
                    </a:lnTo>
                    <a:lnTo>
                      <a:pt x="4977" y="68"/>
                    </a:lnTo>
                    <a:lnTo>
                      <a:pt x="4966" y="77"/>
                    </a:lnTo>
                    <a:lnTo>
                      <a:pt x="4955" y="87"/>
                    </a:lnTo>
                    <a:lnTo>
                      <a:pt x="4943" y="99"/>
                    </a:lnTo>
                    <a:lnTo>
                      <a:pt x="4933" y="110"/>
                    </a:lnTo>
                    <a:lnTo>
                      <a:pt x="4924" y="122"/>
                    </a:lnTo>
                    <a:lnTo>
                      <a:pt x="4914" y="135"/>
                    </a:lnTo>
                    <a:lnTo>
                      <a:pt x="4906" y="148"/>
                    </a:lnTo>
                    <a:lnTo>
                      <a:pt x="4898" y="162"/>
                    </a:lnTo>
                    <a:lnTo>
                      <a:pt x="4891" y="176"/>
                    </a:lnTo>
                    <a:lnTo>
                      <a:pt x="4885" y="190"/>
                    </a:lnTo>
                    <a:lnTo>
                      <a:pt x="4879" y="206"/>
                    </a:lnTo>
                    <a:lnTo>
                      <a:pt x="4873" y="222"/>
                    </a:lnTo>
                    <a:lnTo>
                      <a:pt x="4869" y="239"/>
                    </a:lnTo>
                    <a:lnTo>
                      <a:pt x="4866" y="255"/>
                    </a:lnTo>
                    <a:lnTo>
                      <a:pt x="4863" y="273"/>
                    </a:lnTo>
                    <a:lnTo>
                      <a:pt x="4861" y="290"/>
                    </a:lnTo>
                    <a:lnTo>
                      <a:pt x="4860" y="309"/>
                    </a:lnTo>
                    <a:lnTo>
                      <a:pt x="4859" y="328"/>
                    </a:lnTo>
                    <a:lnTo>
                      <a:pt x="4860" y="346"/>
                    </a:lnTo>
                    <a:lnTo>
                      <a:pt x="4861" y="362"/>
                    </a:lnTo>
                    <a:lnTo>
                      <a:pt x="4862" y="380"/>
                    </a:lnTo>
                    <a:lnTo>
                      <a:pt x="4865" y="395"/>
                    </a:lnTo>
                    <a:lnTo>
                      <a:pt x="4868" y="412"/>
                    </a:lnTo>
                    <a:lnTo>
                      <a:pt x="4871" y="427"/>
                    </a:lnTo>
                    <a:lnTo>
                      <a:pt x="4876" y="441"/>
                    </a:lnTo>
                    <a:lnTo>
                      <a:pt x="4881" y="457"/>
                    </a:lnTo>
                    <a:lnTo>
                      <a:pt x="4887" y="470"/>
                    </a:lnTo>
                    <a:lnTo>
                      <a:pt x="4893" y="484"/>
                    </a:lnTo>
                    <a:lnTo>
                      <a:pt x="4900" y="497"/>
                    </a:lnTo>
                    <a:lnTo>
                      <a:pt x="4907" y="509"/>
                    </a:lnTo>
                    <a:lnTo>
                      <a:pt x="4915" y="522"/>
                    </a:lnTo>
                    <a:lnTo>
                      <a:pt x="4925" y="534"/>
                    </a:lnTo>
                    <a:lnTo>
                      <a:pt x="4934" y="544"/>
                    </a:lnTo>
                    <a:lnTo>
                      <a:pt x="4943" y="555"/>
                    </a:lnTo>
                    <a:lnTo>
                      <a:pt x="4955" y="565"/>
                    </a:lnTo>
                    <a:lnTo>
                      <a:pt x="4965" y="574"/>
                    </a:lnTo>
                    <a:lnTo>
                      <a:pt x="4977" y="583"/>
                    </a:lnTo>
                    <a:lnTo>
                      <a:pt x="4989" y="592"/>
                    </a:lnTo>
                    <a:lnTo>
                      <a:pt x="5002" y="599"/>
                    </a:lnTo>
                    <a:lnTo>
                      <a:pt x="5015" y="606"/>
                    </a:lnTo>
                    <a:lnTo>
                      <a:pt x="5029" y="612"/>
                    </a:lnTo>
                    <a:lnTo>
                      <a:pt x="5043" y="618"/>
                    </a:lnTo>
                    <a:lnTo>
                      <a:pt x="5058" y="623"/>
                    </a:lnTo>
                    <a:lnTo>
                      <a:pt x="5074" y="628"/>
                    </a:lnTo>
                    <a:lnTo>
                      <a:pt x="5089" y="632"/>
                    </a:lnTo>
                    <a:lnTo>
                      <a:pt x="5106" y="635"/>
                    </a:lnTo>
                    <a:lnTo>
                      <a:pt x="5122" y="637"/>
                    </a:lnTo>
                    <a:lnTo>
                      <a:pt x="5139" y="639"/>
                    </a:lnTo>
                    <a:lnTo>
                      <a:pt x="5158" y="640"/>
                    </a:lnTo>
                    <a:lnTo>
                      <a:pt x="5175" y="641"/>
                    </a:lnTo>
                    <a:lnTo>
                      <a:pt x="5203" y="640"/>
                    </a:lnTo>
                    <a:lnTo>
                      <a:pt x="5229" y="638"/>
                    </a:lnTo>
                    <a:lnTo>
                      <a:pt x="5253" y="635"/>
                    </a:lnTo>
                    <a:lnTo>
                      <a:pt x="5274" y="632"/>
                    </a:lnTo>
                    <a:lnTo>
                      <a:pt x="5294" y="628"/>
                    </a:lnTo>
                    <a:lnTo>
                      <a:pt x="5310" y="622"/>
                    </a:lnTo>
                    <a:lnTo>
                      <a:pt x="5324" y="617"/>
                    </a:lnTo>
                    <a:lnTo>
                      <a:pt x="5337" y="612"/>
                    </a:lnTo>
                    <a:lnTo>
                      <a:pt x="5318" y="523"/>
                    </a:lnTo>
                    <a:close/>
                    <a:moveTo>
                      <a:pt x="4374" y="631"/>
                    </a:moveTo>
                    <a:lnTo>
                      <a:pt x="4374" y="408"/>
                    </a:lnTo>
                    <a:lnTo>
                      <a:pt x="4374" y="371"/>
                    </a:lnTo>
                    <a:lnTo>
                      <a:pt x="4374" y="335"/>
                    </a:lnTo>
                    <a:lnTo>
                      <a:pt x="4374" y="301"/>
                    </a:lnTo>
                    <a:lnTo>
                      <a:pt x="4373" y="269"/>
                    </a:lnTo>
                    <a:lnTo>
                      <a:pt x="4372" y="237"/>
                    </a:lnTo>
                    <a:lnTo>
                      <a:pt x="4371" y="205"/>
                    </a:lnTo>
                    <a:lnTo>
                      <a:pt x="4370" y="175"/>
                    </a:lnTo>
                    <a:lnTo>
                      <a:pt x="4369" y="144"/>
                    </a:lnTo>
                    <a:lnTo>
                      <a:pt x="4371" y="144"/>
                    </a:lnTo>
                    <a:lnTo>
                      <a:pt x="4383" y="170"/>
                    </a:lnTo>
                    <a:lnTo>
                      <a:pt x="4396" y="198"/>
                    </a:lnTo>
                    <a:lnTo>
                      <a:pt x="4410" y="224"/>
                    </a:lnTo>
                    <a:lnTo>
                      <a:pt x="4423" y="251"/>
                    </a:lnTo>
                    <a:lnTo>
                      <a:pt x="4438" y="279"/>
                    </a:lnTo>
                    <a:lnTo>
                      <a:pt x="4453" y="306"/>
                    </a:lnTo>
                    <a:lnTo>
                      <a:pt x="4468" y="332"/>
                    </a:lnTo>
                    <a:lnTo>
                      <a:pt x="4483" y="358"/>
                    </a:lnTo>
                    <a:lnTo>
                      <a:pt x="4644" y="631"/>
                    </a:lnTo>
                    <a:lnTo>
                      <a:pt x="4761" y="631"/>
                    </a:lnTo>
                    <a:lnTo>
                      <a:pt x="4761" y="10"/>
                    </a:lnTo>
                    <a:lnTo>
                      <a:pt x="4657" y="10"/>
                    </a:lnTo>
                    <a:lnTo>
                      <a:pt x="4657" y="226"/>
                    </a:lnTo>
                    <a:lnTo>
                      <a:pt x="4657" y="261"/>
                    </a:lnTo>
                    <a:lnTo>
                      <a:pt x="4658" y="295"/>
                    </a:lnTo>
                    <a:lnTo>
                      <a:pt x="4658" y="328"/>
                    </a:lnTo>
                    <a:lnTo>
                      <a:pt x="4659" y="360"/>
                    </a:lnTo>
                    <a:lnTo>
                      <a:pt x="4661" y="391"/>
                    </a:lnTo>
                    <a:lnTo>
                      <a:pt x="4662" y="422"/>
                    </a:lnTo>
                    <a:lnTo>
                      <a:pt x="4665" y="453"/>
                    </a:lnTo>
                    <a:lnTo>
                      <a:pt x="4667" y="484"/>
                    </a:lnTo>
                    <a:lnTo>
                      <a:pt x="4665" y="485"/>
                    </a:lnTo>
                    <a:lnTo>
                      <a:pt x="4653" y="459"/>
                    </a:lnTo>
                    <a:lnTo>
                      <a:pt x="4642" y="433"/>
                    </a:lnTo>
                    <a:lnTo>
                      <a:pt x="4630" y="407"/>
                    </a:lnTo>
                    <a:lnTo>
                      <a:pt x="4616" y="381"/>
                    </a:lnTo>
                    <a:lnTo>
                      <a:pt x="4603" y="355"/>
                    </a:lnTo>
                    <a:lnTo>
                      <a:pt x="4589" y="328"/>
                    </a:lnTo>
                    <a:lnTo>
                      <a:pt x="4574" y="302"/>
                    </a:lnTo>
                    <a:lnTo>
                      <a:pt x="4559" y="277"/>
                    </a:lnTo>
                    <a:lnTo>
                      <a:pt x="4399" y="10"/>
                    </a:lnTo>
                    <a:lnTo>
                      <a:pt x="4270" y="10"/>
                    </a:lnTo>
                    <a:lnTo>
                      <a:pt x="4270" y="631"/>
                    </a:lnTo>
                    <a:lnTo>
                      <a:pt x="4374" y="631"/>
                    </a:lnTo>
                    <a:close/>
                    <a:moveTo>
                      <a:pt x="3827" y="369"/>
                    </a:moveTo>
                    <a:lnTo>
                      <a:pt x="3876" y="216"/>
                    </a:lnTo>
                    <a:lnTo>
                      <a:pt x="3884" y="187"/>
                    </a:lnTo>
                    <a:lnTo>
                      <a:pt x="3891" y="158"/>
                    </a:lnTo>
                    <a:lnTo>
                      <a:pt x="3898" y="129"/>
                    </a:lnTo>
                    <a:lnTo>
                      <a:pt x="3905" y="100"/>
                    </a:lnTo>
                    <a:lnTo>
                      <a:pt x="3908" y="100"/>
                    </a:lnTo>
                    <a:lnTo>
                      <a:pt x="3915" y="128"/>
                    </a:lnTo>
                    <a:lnTo>
                      <a:pt x="3922" y="157"/>
                    </a:lnTo>
                    <a:lnTo>
                      <a:pt x="3930" y="187"/>
                    </a:lnTo>
                    <a:lnTo>
                      <a:pt x="3938" y="217"/>
                    </a:lnTo>
                    <a:lnTo>
                      <a:pt x="3988" y="369"/>
                    </a:lnTo>
                    <a:lnTo>
                      <a:pt x="3827" y="369"/>
                    </a:lnTo>
                    <a:close/>
                    <a:moveTo>
                      <a:pt x="4006" y="456"/>
                    </a:moveTo>
                    <a:lnTo>
                      <a:pt x="4063" y="631"/>
                    </a:lnTo>
                    <a:lnTo>
                      <a:pt x="4184" y="631"/>
                    </a:lnTo>
                    <a:lnTo>
                      <a:pt x="3983" y="10"/>
                    </a:lnTo>
                    <a:lnTo>
                      <a:pt x="3839" y="10"/>
                    </a:lnTo>
                    <a:lnTo>
                      <a:pt x="3639" y="631"/>
                    </a:lnTo>
                    <a:lnTo>
                      <a:pt x="3756" y="631"/>
                    </a:lnTo>
                    <a:lnTo>
                      <a:pt x="3809" y="456"/>
                    </a:lnTo>
                    <a:lnTo>
                      <a:pt x="4006" y="456"/>
                    </a:lnTo>
                    <a:close/>
                    <a:moveTo>
                      <a:pt x="3389" y="631"/>
                    </a:moveTo>
                    <a:lnTo>
                      <a:pt x="3502" y="631"/>
                    </a:lnTo>
                    <a:lnTo>
                      <a:pt x="3502" y="105"/>
                    </a:lnTo>
                    <a:lnTo>
                      <a:pt x="3680" y="105"/>
                    </a:lnTo>
                    <a:lnTo>
                      <a:pt x="3680" y="10"/>
                    </a:lnTo>
                    <a:lnTo>
                      <a:pt x="3211" y="10"/>
                    </a:lnTo>
                    <a:lnTo>
                      <a:pt x="3211" y="105"/>
                    </a:lnTo>
                    <a:lnTo>
                      <a:pt x="3389" y="105"/>
                    </a:lnTo>
                    <a:lnTo>
                      <a:pt x="3389" y="631"/>
                    </a:lnTo>
                    <a:close/>
                    <a:moveTo>
                      <a:pt x="2906" y="631"/>
                    </a:moveTo>
                    <a:lnTo>
                      <a:pt x="3275" y="631"/>
                    </a:lnTo>
                    <a:lnTo>
                      <a:pt x="3275" y="536"/>
                    </a:lnTo>
                    <a:lnTo>
                      <a:pt x="3020" y="536"/>
                    </a:lnTo>
                    <a:lnTo>
                      <a:pt x="3020" y="10"/>
                    </a:lnTo>
                    <a:lnTo>
                      <a:pt x="2906" y="10"/>
                    </a:lnTo>
                    <a:lnTo>
                      <a:pt x="2906" y="631"/>
                    </a:lnTo>
                    <a:close/>
                    <a:moveTo>
                      <a:pt x="2293" y="10"/>
                    </a:moveTo>
                    <a:lnTo>
                      <a:pt x="2293" y="365"/>
                    </a:lnTo>
                    <a:lnTo>
                      <a:pt x="2293" y="383"/>
                    </a:lnTo>
                    <a:lnTo>
                      <a:pt x="2294" y="400"/>
                    </a:lnTo>
                    <a:lnTo>
                      <a:pt x="2295" y="417"/>
                    </a:lnTo>
                    <a:lnTo>
                      <a:pt x="2297" y="433"/>
                    </a:lnTo>
                    <a:lnTo>
                      <a:pt x="2299" y="449"/>
                    </a:lnTo>
                    <a:lnTo>
                      <a:pt x="2303" y="463"/>
                    </a:lnTo>
                    <a:lnTo>
                      <a:pt x="2306" y="477"/>
                    </a:lnTo>
                    <a:lnTo>
                      <a:pt x="2310" y="491"/>
                    </a:lnTo>
                    <a:lnTo>
                      <a:pt x="2314" y="503"/>
                    </a:lnTo>
                    <a:lnTo>
                      <a:pt x="2319" y="515"/>
                    </a:lnTo>
                    <a:lnTo>
                      <a:pt x="2324" y="528"/>
                    </a:lnTo>
                    <a:lnTo>
                      <a:pt x="2330" y="538"/>
                    </a:lnTo>
                    <a:lnTo>
                      <a:pt x="2336" y="548"/>
                    </a:lnTo>
                    <a:lnTo>
                      <a:pt x="2343" y="559"/>
                    </a:lnTo>
                    <a:lnTo>
                      <a:pt x="2350" y="568"/>
                    </a:lnTo>
                    <a:lnTo>
                      <a:pt x="2357" y="576"/>
                    </a:lnTo>
                    <a:lnTo>
                      <a:pt x="2365" y="584"/>
                    </a:lnTo>
                    <a:lnTo>
                      <a:pt x="2373" y="592"/>
                    </a:lnTo>
                    <a:lnTo>
                      <a:pt x="2383" y="599"/>
                    </a:lnTo>
                    <a:lnTo>
                      <a:pt x="2392" y="605"/>
                    </a:lnTo>
                    <a:lnTo>
                      <a:pt x="2401" y="611"/>
                    </a:lnTo>
                    <a:lnTo>
                      <a:pt x="2411" y="616"/>
                    </a:lnTo>
                    <a:lnTo>
                      <a:pt x="2422" y="621"/>
                    </a:lnTo>
                    <a:lnTo>
                      <a:pt x="2432" y="625"/>
                    </a:lnTo>
                    <a:lnTo>
                      <a:pt x="2443" y="629"/>
                    </a:lnTo>
                    <a:lnTo>
                      <a:pt x="2455" y="633"/>
                    </a:lnTo>
                    <a:lnTo>
                      <a:pt x="2466" y="635"/>
                    </a:lnTo>
                    <a:lnTo>
                      <a:pt x="2478" y="637"/>
                    </a:lnTo>
                    <a:lnTo>
                      <a:pt x="2503" y="640"/>
                    </a:lnTo>
                    <a:lnTo>
                      <a:pt x="2530" y="641"/>
                    </a:lnTo>
                    <a:lnTo>
                      <a:pt x="2543" y="641"/>
                    </a:lnTo>
                    <a:lnTo>
                      <a:pt x="2556" y="640"/>
                    </a:lnTo>
                    <a:lnTo>
                      <a:pt x="2570" y="639"/>
                    </a:lnTo>
                    <a:lnTo>
                      <a:pt x="2583" y="637"/>
                    </a:lnTo>
                    <a:lnTo>
                      <a:pt x="2595" y="635"/>
                    </a:lnTo>
                    <a:lnTo>
                      <a:pt x="2608" y="632"/>
                    </a:lnTo>
                    <a:lnTo>
                      <a:pt x="2619" y="629"/>
                    </a:lnTo>
                    <a:lnTo>
                      <a:pt x="2631" y="624"/>
                    </a:lnTo>
                    <a:lnTo>
                      <a:pt x="2643" y="620"/>
                    </a:lnTo>
                    <a:lnTo>
                      <a:pt x="2653" y="615"/>
                    </a:lnTo>
                    <a:lnTo>
                      <a:pt x="2663" y="610"/>
                    </a:lnTo>
                    <a:lnTo>
                      <a:pt x="2673" y="604"/>
                    </a:lnTo>
                    <a:lnTo>
                      <a:pt x="2683" y="598"/>
                    </a:lnTo>
                    <a:lnTo>
                      <a:pt x="2692" y="591"/>
                    </a:lnTo>
                    <a:lnTo>
                      <a:pt x="2701" y="582"/>
                    </a:lnTo>
                    <a:lnTo>
                      <a:pt x="2709" y="574"/>
                    </a:lnTo>
                    <a:lnTo>
                      <a:pt x="2718" y="566"/>
                    </a:lnTo>
                    <a:lnTo>
                      <a:pt x="2725" y="557"/>
                    </a:lnTo>
                    <a:lnTo>
                      <a:pt x="2732" y="546"/>
                    </a:lnTo>
                    <a:lnTo>
                      <a:pt x="2738" y="536"/>
                    </a:lnTo>
                    <a:lnTo>
                      <a:pt x="2744" y="525"/>
                    </a:lnTo>
                    <a:lnTo>
                      <a:pt x="2750" y="513"/>
                    </a:lnTo>
                    <a:lnTo>
                      <a:pt x="2755" y="501"/>
                    </a:lnTo>
                    <a:lnTo>
                      <a:pt x="2760" y="489"/>
                    </a:lnTo>
                    <a:lnTo>
                      <a:pt x="2764" y="475"/>
                    </a:lnTo>
                    <a:lnTo>
                      <a:pt x="2767" y="461"/>
                    </a:lnTo>
                    <a:lnTo>
                      <a:pt x="2770" y="446"/>
                    </a:lnTo>
                    <a:lnTo>
                      <a:pt x="2772" y="431"/>
                    </a:lnTo>
                    <a:lnTo>
                      <a:pt x="2774" y="416"/>
                    </a:lnTo>
                    <a:lnTo>
                      <a:pt x="2776" y="399"/>
                    </a:lnTo>
                    <a:lnTo>
                      <a:pt x="2777" y="383"/>
                    </a:lnTo>
                    <a:lnTo>
                      <a:pt x="2777" y="364"/>
                    </a:lnTo>
                    <a:lnTo>
                      <a:pt x="2777" y="10"/>
                    </a:lnTo>
                    <a:lnTo>
                      <a:pt x="2664" y="10"/>
                    </a:lnTo>
                    <a:lnTo>
                      <a:pt x="2664" y="372"/>
                    </a:lnTo>
                    <a:lnTo>
                      <a:pt x="2663" y="394"/>
                    </a:lnTo>
                    <a:lnTo>
                      <a:pt x="2661" y="415"/>
                    </a:lnTo>
                    <a:lnTo>
                      <a:pt x="2659" y="433"/>
                    </a:lnTo>
                    <a:lnTo>
                      <a:pt x="2655" y="451"/>
                    </a:lnTo>
                    <a:lnTo>
                      <a:pt x="2650" y="467"/>
                    </a:lnTo>
                    <a:lnTo>
                      <a:pt x="2644" y="481"/>
                    </a:lnTo>
                    <a:lnTo>
                      <a:pt x="2638" y="495"/>
                    </a:lnTo>
                    <a:lnTo>
                      <a:pt x="2629" y="506"/>
                    </a:lnTo>
                    <a:lnTo>
                      <a:pt x="2620" y="516"/>
                    </a:lnTo>
                    <a:lnTo>
                      <a:pt x="2611" y="526"/>
                    </a:lnTo>
                    <a:lnTo>
                      <a:pt x="2600" y="533"/>
                    </a:lnTo>
                    <a:lnTo>
                      <a:pt x="2588" y="539"/>
                    </a:lnTo>
                    <a:lnTo>
                      <a:pt x="2576" y="544"/>
                    </a:lnTo>
                    <a:lnTo>
                      <a:pt x="2563" y="547"/>
                    </a:lnTo>
                    <a:lnTo>
                      <a:pt x="2548" y="549"/>
                    </a:lnTo>
                    <a:lnTo>
                      <a:pt x="2534" y="549"/>
                    </a:lnTo>
                    <a:lnTo>
                      <a:pt x="2519" y="549"/>
                    </a:lnTo>
                    <a:lnTo>
                      <a:pt x="2506" y="547"/>
                    </a:lnTo>
                    <a:lnTo>
                      <a:pt x="2493" y="543"/>
                    </a:lnTo>
                    <a:lnTo>
                      <a:pt x="2481" y="539"/>
                    </a:lnTo>
                    <a:lnTo>
                      <a:pt x="2470" y="533"/>
                    </a:lnTo>
                    <a:lnTo>
                      <a:pt x="2460" y="526"/>
                    </a:lnTo>
                    <a:lnTo>
                      <a:pt x="2449" y="516"/>
                    </a:lnTo>
                    <a:lnTo>
                      <a:pt x="2441" y="506"/>
                    </a:lnTo>
                    <a:lnTo>
                      <a:pt x="2433" y="495"/>
                    </a:lnTo>
                    <a:lnTo>
                      <a:pt x="2426" y="481"/>
                    </a:lnTo>
                    <a:lnTo>
                      <a:pt x="2421" y="467"/>
                    </a:lnTo>
                    <a:lnTo>
                      <a:pt x="2416" y="451"/>
                    </a:lnTo>
                    <a:lnTo>
                      <a:pt x="2411" y="433"/>
                    </a:lnTo>
                    <a:lnTo>
                      <a:pt x="2408" y="415"/>
                    </a:lnTo>
                    <a:lnTo>
                      <a:pt x="2406" y="394"/>
                    </a:lnTo>
                    <a:lnTo>
                      <a:pt x="2406" y="372"/>
                    </a:lnTo>
                    <a:lnTo>
                      <a:pt x="2406" y="10"/>
                    </a:lnTo>
                    <a:lnTo>
                      <a:pt x="2293" y="10"/>
                    </a:lnTo>
                    <a:close/>
                    <a:moveTo>
                      <a:pt x="1789" y="601"/>
                    </a:moveTo>
                    <a:lnTo>
                      <a:pt x="1803" y="609"/>
                    </a:lnTo>
                    <a:lnTo>
                      <a:pt x="1821" y="616"/>
                    </a:lnTo>
                    <a:lnTo>
                      <a:pt x="1840" y="622"/>
                    </a:lnTo>
                    <a:lnTo>
                      <a:pt x="1861" y="629"/>
                    </a:lnTo>
                    <a:lnTo>
                      <a:pt x="1883" y="634"/>
                    </a:lnTo>
                    <a:lnTo>
                      <a:pt x="1908" y="637"/>
                    </a:lnTo>
                    <a:lnTo>
                      <a:pt x="1932" y="640"/>
                    </a:lnTo>
                    <a:lnTo>
                      <a:pt x="1956" y="641"/>
                    </a:lnTo>
                    <a:lnTo>
                      <a:pt x="1986" y="640"/>
                    </a:lnTo>
                    <a:lnTo>
                      <a:pt x="2013" y="637"/>
                    </a:lnTo>
                    <a:lnTo>
                      <a:pt x="2025" y="635"/>
                    </a:lnTo>
                    <a:lnTo>
                      <a:pt x="2037" y="632"/>
                    </a:lnTo>
                    <a:lnTo>
                      <a:pt x="2050" y="629"/>
                    </a:lnTo>
                    <a:lnTo>
                      <a:pt x="2061" y="625"/>
                    </a:lnTo>
                    <a:lnTo>
                      <a:pt x="2071" y="621"/>
                    </a:lnTo>
                    <a:lnTo>
                      <a:pt x="2082" y="617"/>
                    </a:lnTo>
                    <a:lnTo>
                      <a:pt x="2092" y="613"/>
                    </a:lnTo>
                    <a:lnTo>
                      <a:pt x="2101" y="608"/>
                    </a:lnTo>
                    <a:lnTo>
                      <a:pt x="2110" y="603"/>
                    </a:lnTo>
                    <a:lnTo>
                      <a:pt x="2119" y="597"/>
                    </a:lnTo>
                    <a:lnTo>
                      <a:pt x="2127" y="591"/>
                    </a:lnTo>
                    <a:lnTo>
                      <a:pt x="2134" y="584"/>
                    </a:lnTo>
                    <a:lnTo>
                      <a:pt x="2141" y="578"/>
                    </a:lnTo>
                    <a:lnTo>
                      <a:pt x="2147" y="571"/>
                    </a:lnTo>
                    <a:lnTo>
                      <a:pt x="2154" y="564"/>
                    </a:lnTo>
                    <a:lnTo>
                      <a:pt x="2160" y="557"/>
                    </a:lnTo>
                    <a:lnTo>
                      <a:pt x="2170" y="541"/>
                    </a:lnTo>
                    <a:lnTo>
                      <a:pt x="2177" y="526"/>
                    </a:lnTo>
                    <a:lnTo>
                      <a:pt x="2183" y="508"/>
                    </a:lnTo>
                    <a:lnTo>
                      <a:pt x="2189" y="491"/>
                    </a:lnTo>
                    <a:lnTo>
                      <a:pt x="2191" y="472"/>
                    </a:lnTo>
                    <a:lnTo>
                      <a:pt x="2192" y="454"/>
                    </a:lnTo>
                    <a:lnTo>
                      <a:pt x="2192" y="437"/>
                    </a:lnTo>
                    <a:lnTo>
                      <a:pt x="2190" y="422"/>
                    </a:lnTo>
                    <a:lnTo>
                      <a:pt x="2186" y="407"/>
                    </a:lnTo>
                    <a:lnTo>
                      <a:pt x="2182" y="393"/>
                    </a:lnTo>
                    <a:lnTo>
                      <a:pt x="2176" y="380"/>
                    </a:lnTo>
                    <a:lnTo>
                      <a:pt x="2170" y="367"/>
                    </a:lnTo>
                    <a:lnTo>
                      <a:pt x="2162" y="355"/>
                    </a:lnTo>
                    <a:lnTo>
                      <a:pt x="2153" y="344"/>
                    </a:lnTo>
                    <a:lnTo>
                      <a:pt x="2142" y="332"/>
                    </a:lnTo>
                    <a:lnTo>
                      <a:pt x="2130" y="322"/>
                    </a:lnTo>
                    <a:lnTo>
                      <a:pt x="2117" y="313"/>
                    </a:lnTo>
                    <a:lnTo>
                      <a:pt x="2102" y="303"/>
                    </a:lnTo>
                    <a:lnTo>
                      <a:pt x="2087" y="294"/>
                    </a:lnTo>
                    <a:lnTo>
                      <a:pt x="2070" y="286"/>
                    </a:lnTo>
                    <a:lnTo>
                      <a:pt x="2052" y="278"/>
                    </a:lnTo>
                    <a:lnTo>
                      <a:pt x="2032" y="270"/>
                    </a:lnTo>
                    <a:lnTo>
                      <a:pt x="2004" y="258"/>
                    </a:lnTo>
                    <a:lnTo>
                      <a:pt x="1979" y="247"/>
                    </a:lnTo>
                    <a:lnTo>
                      <a:pt x="1969" y="242"/>
                    </a:lnTo>
                    <a:lnTo>
                      <a:pt x="1958" y="236"/>
                    </a:lnTo>
                    <a:lnTo>
                      <a:pt x="1950" y="230"/>
                    </a:lnTo>
                    <a:lnTo>
                      <a:pt x="1942" y="224"/>
                    </a:lnTo>
                    <a:lnTo>
                      <a:pt x="1936" y="219"/>
                    </a:lnTo>
                    <a:lnTo>
                      <a:pt x="1930" y="213"/>
                    </a:lnTo>
                    <a:lnTo>
                      <a:pt x="1924" y="206"/>
                    </a:lnTo>
                    <a:lnTo>
                      <a:pt x="1920" y="200"/>
                    </a:lnTo>
                    <a:lnTo>
                      <a:pt x="1917" y="192"/>
                    </a:lnTo>
                    <a:lnTo>
                      <a:pt x="1915" y="184"/>
                    </a:lnTo>
                    <a:lnTo>
                      <a:pt x="1914" y="177"/>
                    </a:lnTo>
                    <a:lnTo>
                      <a:pt x="1914" y="168"/>
                    </a:lnTo>
                    <a:lnTo>
                      <a:pt x="1914" y="162"/>
                    </a:lnTo>
                    <a:lnTo>
                      <a:pt x="1915" y="154"/>
                    </a:lnTo>
                    <a:lnTo>
                      <a:pt x="1917" y="147"/>
                    </a:lnTo>
                    <a:lnTo>
                      <a:pt x="1919" y="141"/>
                    </a:lnTo>
                    <a:lnTo>
                      <a:pt x="1923" y="135"/>
                    </a:lnTo>
                    <a:lnTo>
                      <a:pt x="1928" y="129"/>
                    </a:lnTo>
                    <a:lnTo>
                      <a:pt x="1933" y="122"/>
                    </a:lnTo>
                    <a:lnTo>
                      <a:pt x="1938" y="117"/>
                    </a:lnTo>
                    <a:lnTo>
                      <a:pt x="1945" y="112"/>
                    </a:lnTo>
                    <a:lnTo>
                      <a:pt x="1952" y="107"/>
                    </a:lnTo>
                    <a:lnTo>
                      <a:pt x="1960" y="103"/>
                    </a:lnTo>
                    <a:lnTo>
                      <a:pt x="1970" y="100"/>
                    </a:lnTo>
                    <a:lnTo>
                      <a:pt x="1980" y="97"/>
                    </a:lnTo>
                    <a:lnTo>
                      <a:pt x="1991" y="95"/>
                    </a:lnTo>
                    <a:lnTo>
                      <a:pt x="2004" y="94"/>
                    </a:lnTo>
                    <a:lnTo>
                      <a:pt x="2016" y="94"/>
                    </a:lnTo>
                    <a:lnTo>
                      <a:pt x="2037" y="94"/>
                    </a:lnTo>
                    <a:lnTo>
                      <a:pt x="2057" y="96"/>
                    </a:lnTo>
                    <a:lnTo>
                      <a:pt x="2075" y="100"/>
                    </a:lnTo>
                    <a:lnTo>
                      <a:pt x="2092" y="104"/>
                    </a:lnTo>
                    <a:lnTo>
                      <a:pt x="2106" y="108"/>
                    </a:lnTo>
                    <a:lnTo>
                      <a:pt x="2120" y="113"/>
                    </a:lnTo>
                    <a:lnTo>
                      <a:pt x="2131" y="118"/>
                    </a:lnTo>
                    <a:lnTo>
                      <a:pt x="2140" y="122"/>
                    </a:lnTo>
                    <a:lnTo>
                      <a:pt x="2167" y="31"/>
                    </a:lnTo>
                    <a:lnTo>
                      <a:pt x="2155" y="25"/>
                    </a:lnTo>
                    <a:lnTo>
                      <a:pt x="2139" y="20"/>
                    </a:lnTo>
                    <a:lnTo>
                      <a:pt x="2124" y="14"/>
                    </a:lnTo>
                    <a:lnTo>
                      <a:pt x="2106" y="9"/>
                    </a:lnTo>
                    <a:lnTo>
                      <a:pt x="2087" y="6"/>
                    </a:lnTo>
                    <a:lnTo>
                      <a:pt x="2065" y="3"/>
                    </a:lnTo>
                    <a:lnTo>
                      <a:pt x="2043" y="1"/>
                    </a:lnTo>
                    <a:lnTo>
                      <a:pt x="2019" y="0"/>
                    </a:lnTo>
                    <a:lnTo>
                      <a:pt x="1994" y="1"/>
                    </a:lnTo>
                    <a:lnTo>
                      <a:pt x="1971" y="4"/>
                    </a:lnTo>
                    <a:lnTo>
                      <a:pt x="1948" y="8"/>
                    </a:lnTo>
                    <a:lnTo>
                      <a:pt x="1928" y="14"/>
                    </a:lnTo>
                    <a:lnTo>
                      <a:pt x="1908" y="22"/>
                    </a:lnTo>
                    <a:lnTo>
                      <a:pt x="1890" y="30"/>
                    </a:lnTo>
                    <a:lnTo>
                      <a:pt x="1873" y="40"/>
                    </a:lnTo>
                    <a:lnTo>
                      <a:pt x="1859" y="51"/>
                    </a:lnTo>
                    <a:lnTo>
                      <a:pt x="1845" y="64"/>
                    </a:lnTo>
                    <a:lnTo>
                      <a:pt x="1833" y="77"/>
                    </a:lnTo>
                    <a:lnTo>
                      <a:pt x="1823" y="93"/>
                    </a:lnTo>
                    <a:lnTo>
                      <a:pt x="1815" y="108"/>
                    </a:lnTo>
                    <a:lnTo>
                      <a:pt x="1808" y="124"/>
                    </a:lnTo>
                    <a:lnTo>
                      <a:pt x="1803" y="142"/>
                    </a:lnTo>
                    <a:lnTo>
                      <a:pt x="1800" y="159"/>
                    </a:lnTo>
                    <a:lnTo>
                      <a:pt x="1799" y="179"/>
                    </a:lnTo>
                    <a:lnTo>
                      <a:pt x="1800" y="194"/>
                    </a:lnTo>
                    <a:lnTo>
                      <a:pt x="1802" y="211"/>
                    </a:lnTo>
                    <a:lnTo>
                      <a:pt x="1806" y="225"/>
                    </a:lnTo>
                    <a:lnTo>
                      <a:pt x="1811" y="240"/>
                    </a:lnTo>
                    <a:lnTo>
                      <a:pt x="1818" y="253"/>
                    </a:lnTo>
                    <a:lnTo>
                      <a:pt x="1825" y="265"/>
                    </a:lnTo>
                    <a:lnTo>
                      <a:pt x="1834" y="277"/>
                    </a:lnTo>
                    <a:lnTo>
                      <a:pt x="1844" y="288"/>
                    </a:lnTo>
                    <a:lnTo>
                      <a:pt x="1857" y="299"/>
                    </a:lnTo>
                    <a:lnTo>
                      <a:pt x="1869" y="310"/>
                    </a:lnTo>
                    <a:lnTo>
                      <a:pt x="1882" y="319"/>
                    </a:lnTo>
                    <a:lnTo>
                      <a:pt x="1898" y="328"/>
                    </a:lnTo>
                    <a:lnTo>
                      <a:pt x="1913" y="336"/>
                    </a:lnTo>
                    <a:lnTo>
                      <a:pt x="1931" y="345"/>
                    </a:lnTo>
                    <a:lnTo>
                      <a:pt x="1948" y="352"/>
                    </a:lnTo>
                    <a:lnTo>
                      <a:pt x="1967" y="359"/>
                    </a:lnTo>
                    <a:lnTo>
                      <a:pt x="1994" y="369"/>
                    </a:lnTo>
                    <a:lnTo>
                      <a:pt x="2017" y="381"/>
                    </a:lnTo>
                    <a:lnTo>
                      <a:pt x="2027" y="386"/>
                    </a:lnTo>
                    <a:lnTo>
                      <a:pt x="2036" y="392"/>
                    </a:lnTo>
                    <a:lnTo>
                      <a:pt x="2044" y="397"/>
                    </a:lnTo>
                    <a:lnTo>
                      <a:pt x="2051" y="403"/>
                    </a:lnTo>
                    <a:lnTo>
                      <a:pt x="2057" y="409"/>
                    </a:lnTo>
                    <a:lnTo>
                      <a:pt x="2062" y="417"/>
                    </a:lnTo>
                    <a:lnTo>
                      <a:pt x="2067" y="423"/>
                    </a:lnTo>
                    <a:lnTo>
                      <a:pt x="2070" y="430"/>
                    </a:lnTo>
                    <a:lnTo>
                      <a:pt x="2073" y="437"/>
                    </a:lnTo>
                    <a:lnTo>
                      <a:pt x="2075" y="445"/>
                    </a:lnTo>
                    <a:lnTo>
                      <a:pt x="2077" y="454"/>
                    </a:lnTo>
                    <a:lnTo>
                      <a:pt x="2077" y="462"/>
                    </a:lnTo>
                    <a:lnTo>
                      <a:pt x="2077" y="471"/>
                    </a:lnTo>
                    <a:lnTo>
                      <a:pt x="2074" y="480"/>
                    </a:lnTo>
                    <a:lnTo>
                      <a:pt x="2072" y="489"/>
                    </a:lnTo>
                    <a:lnTo>
                      <a:pt x="2069" y="497"/>
                    </a:lnTo>
                    <a:lnTo>
                      <a:pt x="2065" y="504"/>
                    </a:lnTo>
                    <a:lnTo>
                      <a:pt x="2060" y="511"/>
                    </a:lnTo>
                    <a:lnTo>
                      <a:pt x="2054" y="517"/>
                    </a:lnTo>
                    <a:lnTo>
                      <a:pt x="2048" y="524"/>
                    </a:lnTo>
                    <a:lnTo>
                      <a:pt x="2040" y="529"/>
                    </a:lnTo>
                    <a:lnTo>
                      <a:pt x="2031" y="533"/>
                    </a:lnTo>
                    <a:lnTo>
                      <a:pt x="2022" y="537"/>
                    </a:lnTo>
                    <a:lnTo>
                      <a:pt x="2012" y="540"/>
                    </a:lnTo>
                    <a:lnTo>
                      <a:pt x="2002" y="543"/>
                    </a:lnTo>
                    <a:lnTo>
                      <a:pt x="1989" y="545"/>
                    </a:lnTo>
                    <a:lnTo>
                      <a:pt x="1977" y="546"/>
                    </a:lnTo>
                    <a:lnTo>
                      <a:pt x="1965" y="546"/>
                    </a:lnTo>
                    <a:lnTo>
                      <a:pt x="1943" y="546"/>
                    </a:lnTo>
                    <a:lnTo>
                      <a:pt x="1921" y="543"/>
                    </a:lnTo>
                    <a:lnTo>
                      <a:pt x="1901" y="540"/>
                    </a:lnTo>
                    <a:lnTo>
                      <a:pt x="1881" y="535"/>
                    </a:lnTo>
                    <a:lnTo>
                      <a:pt x="1863" y="529"/>
                    </a:lnTo>
                    <a:lnTo>
                      <a:pt x="1845" y="523"/>
                    </a:lnTo>
                    <a:lnTo>
                      <a:pt x="1829" y="514"/>
                    </a:lnTo>
                    <a:lnTo>
                      <a:pt x="1815" y="507"/>
                    </a:lnTo>
                    <a:lnTo>
                      <a:pt x="1789" y="601"/>
                    </a:lnTo>
                    <a:close/>
                    <a:moveTo>
                      <a:pt x="1300" y="631"/>
                    </a:moveTo>
                    <a:lnTo>
                      <a:pt x="1300" y="408"/>
                    </a:lnTo>
                    <a:lnTo>
                      <a:pt x="1300" y="371"/>
                    </a:lnTo>
                    <a:lnTo>
                      <a:pt x="1299" y="335"/>
                    </a:lnTo>
                    <a:lnTo>
                      <a:pt x="1299" y="301"/>
                    </a:lnTo>
                    <a:lnTo>
                      <a:pt x="1298" y="269"/>
                    </a:lnTo>
                    <a:lnTo>
                      <a:pt x="1298" y="237"/>
                    </a:lnTo>
                    <a:lnTo>
                      <a:pt x="1297" y="205"/>
                    </a:lnTo>
                    <a:lnTo>
                      <a:pt x="1295" y="175"/>
                    </a:lnTo>
                    <a:lnTo>
                      <a:pt x="1294" y="144"/>
                    </a:lnTo>
                    <a:lnTo>
                      <a:pt x="1297" y="144"/>
                    </a:lnTo>
                    <a:lnTo>
                      <a:pt x="1308" y="170"/>
                    </a:lnTo>
                    <a:lnTo>
                      <a:pt x="1321" y="198"/>
                    </a:lnTo>
                    <a:lnTo>
                      <a:pt x="1335" y="224"/>
                    </a:lnTo>
                    <a:lnTo>
                      <a:pt x="1348" y="251"/>
                    </a:lnTo>
                    <a:lnTo>
                      <a:pt x="1362" y="279"/>
                    </a:lnTo>
                    <a:lnTo>
                      <a:pt x="1378" y="306"/>
                    </a:lnTo>
                    <a:lnTo>
                      <a:pt x="1392" y="332"/>
                    </a:lnTo>
                    <a:lnTo>
                      <a:pt x="1408" y="358"/>
                    </a:lnTo>
                    <a:lnTo>
                      <a:pt x="1569" y="631"/>
                    </a:lnTo>
                    <a:lnTo>
                      <a:pt x="1686" y="631"/>
                    </a:lnTo>
                    <a:lnTo>
                      <a:pt x="1686" y="10"/>
                    </a:lnTo>
                    <a:lnTo>
                      <a:pt x="1582" y="10"/>
                    </a:lnTo>
                    <a:lnTo>
                      <a:pt x="1582" y="226"/>
                    </a:lnTo>
                    <a:lnTo>
                      <a:pt x="1582" y="261"/>
                    </a:lnTo>
                    <a:lnTo>
                      <a:pt x="1582" y="295"/>
                    </a:lnTo>
                    <a:lnTo>
                      <a:pt x="1583" y="328"/>
                    </a:lnTo>
                    <a:lnTo>
                      <a:pt x="1584" y="360"/>
                    </a:lnTo>
                    <a:lnTo>
                      <a:pt x="1585" y="391"/>
                    </a:lnTo>
                    <a:lnTo>
                      <a:pt x="1587" y="422"/>
                    </a:lnTo>
                    <a:lnTo>
                      <a:pt x="1589" y="453"/>
                    </a:lnTo>
                    <a:lnTo>
                      <a:pt x="1592" y="484"/>
                    </a:lnTo>
                    <a:lnTo>
                      <a:pt x="1589" y="485"/>
                    </a:lnTo>
                    <a:lnTo>
                      <a:pt x="1578" y="459"/>
                    </a:lnTo>
                    <a:lnTo>
                      <a:pt x="1567" y="433"/>
                    </a:lnTo>
                    <a:lnTo>
                      <a:pt x="1555" y="407"/>
                    </a:lnTo>
                    <a:lnTo>
                      <a:pt x="1541" y="381"/>
                    </a:lnTo>
                    <a:lnTo>
                      <a:pt x="1528" y="355"/>
                    </a:lnTo>
                    <a:lnTo>
                      <a:pt x="1513" y="328"/>
                    </a:lnTo>
                    <a:lnTo>
                      <a:pt x="1499" y="302"/>
                    </a:lnTo>
                    <a:lnTo>
                      <a:pt x="1484" y="277"/>
                    </a:lnTo>
                    <a:lnTo>
                      <a:pt x="1324" y="10"/>
                    </a:lnTo>
                    <a:lnTo>
                      <a:pt x="1195" y="10"/>
                    </a:lnTo>
                    <a:lnTo>
                      <a:pt x="1195" y="631"/>
                    </a:lnTo>
                    <a:lnTo>
                      <a:pt x="1300" y="631"/>
                    </a:lnTo>
                    <a:close/>
                    <a:moveTo>
                      <a:pt x="804" y="550"/>
                    </a:moveTo>
                    <a:lnTo>
                      <a:pt x="795" y="549"/>
                    </a:lnTo>
                    <a:lnTo>
                      <a:pt x="785" y="549"/>
                    </a:lnTo>
                    <a:lnTo>
                      <a:pt x="776" y="547"/>
                    </a:lnTo>
                    <a:lnTo>
                      <a:pt x="766" y="545"/>
                    </a:lnTo>
                    <a:lnTo>
                      <a:pt x="757" y="543"/>
                    </a:lnTo>
                    <a:lnTo>
                      <a:pt x="749" y="540"/>
                    </a:lnTo>
                    <a:lnTo>
                      <a:pt x="741" y="536"/>
                    </a:lnTo>
                    <a:lnTo>
                      <a:pt x="733" y="532"/>
                    </a:lnTo>
                    <a:lnTo>
                      <a:pt x="724" y="527"/>
                    </a:lnTo>
                    <a:lnTo>
                      <a:pt x="717" y="523"/>
                    </a:lnTo>
                    <a:lnTo>
                      <a:pt x="710" y="516"/>
                    </a:lnTo>
                    <a:lnTo>
                      <a:pt x="703" y="510"/>
                    </a:lnTo>
                    <a:lnTo>
                      <a:pt x="690" y="497"/>
                    </a:lnTo>
                    <a:lnTo>
                      <a:pt x="679" y="482"/>
                    </a:lnTo>
                    <a:lnTo>
                      <a:pt x="668" y="466"/>
                    </a:lnTo>
                    <a:lnTo>
                      <a:pt x="660" y="449"/>
                    </a:lnTo>
                    <a:lnTo>
                      <a:pt x="651" y="430"/>
                    </a:lnTo>
                    <a:lnTo>
                      <a:pt x="645" y="410"/>
                    </a:lnTo>
                    <a:lnTo>
                      <a:pt x="640" y="389"/>
                    </a:lnTo>
                    <a:lnTo>
                      <a:pt x="637" y="367"/>
                    </a:lnTo>
                    <a:lnTo>
                      <a:pt x="634" y="346"/>
                    </a:lnTo>
                    <a:lnTo>
                      <a:pt x="634" y="322"/>
                    </a:lnTo>
                    <a:lnTo>
                      <a:pt x="634" y="299"/>
                    </a:lnTo>
                    <a:lnTo>
                      <a:pt x="636" y="277"/>
                    </a:lnTo>
                    <a:lnTo>
                      <a:pt x="640" y="255"/>
                    </a:lnTo>
                    <a:lnTo>
                      <a:pt x="645" y="235"/>
                    </a:lnTo>
                    <a:lnTo>
                      <a:pt x="651" y="214"/>
                    </a:lnTo>
                    <a:lnTo>
                      <a:pt x="659" y="194"/>
                    </a:lnTo>
                    <a:lnTo>
                      <a:pt x="668" y="177"/>
                    </a:lnTo>
                    <a:lnTo>
                      <a:pt x="677" y="160"/>
                    </a:lnTo>
                    <a:lnTo>
                      <a:pt x="689" y="145"/>
                    </a:lnTo>
                    <a:lnTo>
                      <a:pt x="702" y="132"/>
                    </a:lnTo>
                    <a:lnTo>
                      <a:pt x="709" y="126"/>
                    </a:lnTo>
                    <a:lnTo>
                      <a:pt x="716" y="119"/>
                    </a:lnTo>
                    <a:lnTo>
                      <a:pt x="723" y="114"/>
                    </a:lnTo>
                    <a:lnTo>
                      <a:pt x="732" y="109"/>
                    </a:lnTo>
                    <a:lnTo>
                      <a:pt x="740" y="105"/>
                    </a:lnTo>
                    <a:lnTo>
                      <a:pt x="748" y="102"/>
                    </a:lnTo>
                    <a:lnTo>
                      <a:pt x="757" y="99"/>
                    </a:lnTo>
                    <a:lnTo>
                      <a:pt x="766" y="96"/>
                    </a:lnTo>
                    <a:lnTo>
                      <a:pt x="776" y="94"/>
                    </a:lnTo>
                    <a:lnTo>
                      <a:pt x="786" y="92"/>
                    </a:lnTo>
                    <a:lnTo>
                      <a:pt x="795" y="91"/>
                    </a:lnTo>
                    <a:lnTo>
                      <a:pt x="807" y="91"/>
                    </a:lnTo>
                    <a:lnTo>
                      <a:pt x="817" y="91"/>
                    </a:lnTo>
                    <a:lnTo>
                      <a:pt x="827" y="92"/>
                    </a:lnTo>
                    <a:lnTo>
                      <a:pt x="836" y="94"/>
                    </a:lnTo>
                    <a:lnTo>
                      <a:pt x="846" y="96"/>
                    </a:lnTo>
                    <a:lnTo>
                      <a:pt x="855" y="99"/>
                    </a:lnTo>
                    <a:lnTo>
                      <a:pt x="864" y="102"/>
                    </a:lnTo>
                    <a:lnTo>
                      <a:pt x="872" y="106"/>
                    </a:lnTo>
                    <a:lnTo>
                      <a:pt x="881" y="110"/>
                    </a:lnTo>
                    <a:lnTo>
                      <a:pt x="889" y="114"/>
                    </a:lnTo>
                    <a:lnTo>
                      <a:pt x="896" y="120"/>
                    </a:lnTo>
                    <a:lnTo>
                      <a:pt x="903" y="126"/>
                    </a:lnTo>
                    <a:lnTo>
                      <a:pt x="910" y="132"/>
                    </a:lnTo>
                    <a:lnTo>
                      <a:pt x="923" y="145"/>
                    </a:lnTo>
                    <a:lnTo>
                      <a:pt x="934" y="160"/>
                    </a:lnTo>
                    <a:lnTo>
                      <a:pt x="944" y="177"/>
                    </a:lnTo>
                    <a:lnTo>
                      <a:pt x="952" y="194"/>
                    </a:lnTo>
                    <a:lnTo>
                      <a:pt x="961" y="214"/>
                    </a:lnTo>
                    <a:lnTo>
                      <a:pt x="967" y="234"/>
                    </a:lnTo>
                    <a:lnTo>
                      <a:pt x="971" y="254"/>
                    </a:lnTo>
                    <a:lnTo>
                      <a:pt x="974" y="275"/>
                    </a:lnTo>
                    <a:lnTo>
                      <a:pt x="976" y="296"/>
                    </a:lnTo>
                    <a:lnTo>
                      <a:pt x="977" y="318"/>
                    </a:lnTo>
                    <a:lnTo>
                      <a:pt x="976" y="343"/>
                    </a:lnTo>
                    <a:lnTo>
                      <a:pt x="974" y="365"/>
                    </a:lnTo>
                    <a:lnTo>
                      <a:pt x="971" y="388"/>
                    </a:lnTo>
                    <a:lnTo>
                      <a:pt x="966" y="409"/>
                    </a:lnTo>
                    <a:lnTo>
                      <a:pt x="960" y="430"/>
                    </a:lnTo>
                    <a:lnTo>
                      <a:pt x="951" y="449"/>
                    </a:lnTo>
                    <a:lnTo>
                      <a:pt x="943" y="467"/>
                    </a:lnTo>
                    <a:lnTo>
                      <a:pt x="933" y="482"/>
                    </a:lnTo>
                    <a:lnTo>
                      <a:pt x="921" y="498"/>
                    </a:lnTo>
                    <a:lnTo>
                      <a:pt x="908" y="511"/>
                    </a:lnTo>
                    <a:lnTo>
                      <a:pt x="901" y="517"/>
                    </a:lnTo>
                    <a:lnTo>
                      <a:pt x="894" y="523"/>
                    </a:lnTo>
                    <a:lnTo>
                      <a:pt x="887" y="528"/>
                    </a:lnTo>
                    <a:lnTo>
                      <a:pt x="878" y="532"/>
                    </a:lnTo>
                    <a:lnTo>
                      <a:pt x="870" y="536"/>
                    </a:lnTo>
                    <a:lnTo>
                      <a:pt x="862" y="540"/>
                    </a:lnTo>
                    <a:lnTo>
                      <a:pt x="854" y="543"/>
                    </a:lnTo>
                    <a:lnTo>
                      <a:pt x="845" y="545"/>
                    </a:lnTo>
                    <a:lnTo>
                      <a:pt x="835" y="547"/>
                    </a:lnTo>
                    <a:lnTo>
                      <a:pt x="826" y="549"/>
                    </a:lnTo>
                    <a:lnTo>
                      <a:pt x="816" y="549"/>
                    </a:lnTo>
                    <a:lnTo>
                      <a:pt x="805" y="550"/>
                    </a:lnTo>
                    <a:lnTo>
                      <a:pt x="804" y="550"/>
                    </a:lnTo>
                    <a:close/>
                    <a:moveTo>
                      <a:pt x="802" y="641"/>
                    </a:moveTo>
                    <a:lnTo>
                      <a:pt x="818" y="641"/>
                    </a:lnTo>
                    <a:lnTo>
                      <a:pt x="833" y="640"/>
                    </a:lnTo>
                    <a:lnTo>
                      <a:pt x="849" y="638"/>
                    </a:lnTo>
                    <a:lnTo>
                      <a:pt x="863" y="636"/>
                    </a:lnTo>
                    <a:lnTo>
                      <a:pt x="878" y="633"/>
                    </a:lnTo>
                    <a:lnTo>
                      <a:pt x="893" y="629"/>
                    </a:lnTo>
                    <a:lnTo>
                      <a:pt x="906" y="624"/>
                    </a:lnTo>
                    <a:lnTo>
                      <a:pt x="920" y="619"/>
                    </a:lnTo>
                    <a:lnTo>
                      <a:pt x="933" y="613"/>
                    </a:lnTo>
                    <a:lnTo>
                      <a:pt x="946" y="607"/>
                    </a:lnTo>
                    <a:lnTo>
                      <a:pt x="959" y="600"/>
                    </a:lnTo>
                    <a:lnTo>
                      <a:pt x="970" y="593"/>
                    </a:lnTo>
                    <a:lnTo>
                      <a:pt x="982" y="584"/>
                    </a:lnTo>
                    <a:lnTo>
                      <a:pt x="993" y="575"/>
                    </a:lnTo>
                    <a:lnTo>
                      <a:pt x="1004" y="566"/>
                    </a:lnTo>
                    <a:lnTo>
                      <a:pt x="1013" y="556"/>
                    </a:lnTo>
                    <a:lnTo>
                      <a:pt x="1023" y="545"/>
                    </a:lnTo>
                    <a:lnTo>
                      <a:pt x="1033" y="533"/>
                    </a:lnTo>
                    <a:lnTo>
                      <a:pt x="1041" y="522"/>
                    </a:lnTo>
                    <a:lnTo>
                      <a:pt x="1049" y="509"/>
                    </a:lnTo>
                    <a:lnTo>
                      <a:pt x="1056" y="496"/>
                    </a:lnTo>
                    <a:lnTo>
                      <a:pt x="1063" y="482"/>
                    </a:lnTo>
                    <a:lnTo>
                      <a:pt x="1070" y="468"/>
                    </a:lnTo>
                    <a:lnTo>
                      <a:pt x="1076" y="453"/>
                    </a:lnTo>
                    <a:lnTo>
                      <a:pt x="1081" y="437"/>
                    </a:lnTo>
                    <a:lnTo>
                      <a:pt x="1085" y="422"/>
                    </a:lnTo>
                    <a:lnTo>
                      <a:pt x="1089" y="405"/>
                    </a:lnTo>
                    <a:lnTo>
                      <a:pt x="1092" y="388"/>
                    </a:lnTo>
                    <a:lnTo>
                      <a:pt x="1094" y="370"/>
                    </a:lnTo>
                    <a:lnTo>
                      <a:pt x="1096" y="352"/>
                    </a:lnTo>
                    <a:lnTo>
                      <a:pt x="1097" y="333"/>
                    </a:lnTo>
                    <a:lnTo>
                      <a:pt x="1097" y="314"/>
                    </a:lnTo>
                    <a:lnTo>
                      <a:pt x="1097" y="297"/>
                    </a:lnTo>
                    <a:lnTo>
                      <a:pt x="1096" y="281"/>
                    </a:lnTo>
                    <a:lnTo>
                      <a:pt x="1095" y="265"/>
                    </a:lnTo>
                    <a:lnTo>
                      <a:pt x="1093" y="250"/>
                    </a:lnTo>
                    <a:lnTo>
                      <a:pt x="1090" y="235"/>
                    </a:lnTo>
                    <a:lnTo>
                      <a:pt x="1087" y="219"/>
                    </a:lnTo>
                    <a:lnTo>
                      <a:pt x="1083" y="205"/>
                    </a:lnTo>
                    <a:lnTo>
                      <a:pt x="1078" y="190"/>
                    </a:lnTo>
                    <a:lnTo>
                      <a:pt x="1073" y="176"/>
                    </a:lnTo>
                    <a:lnTo>
                      <a:pt x="1068" y="163"/>
                    </a:lnTo>
                    <a:lnTo>
                      <a:pt x="1061" y="149"/>
                    </a:lnTo>
                    <a:lnTo>
                      <a:pt x="1054" y="137"/>
                    </a:lnTo>
                    <a:lnTo>
                      <a:pt x="1047" y="124"/>
                    </a:lnTo>
                    <a:lnTo>
                      <a:pt x="1039" y="113"/>
                    </a:lnTo>
                    <a:lnTo>
                      <a:pt x="1031" y="102"/>
                    </a:lnTo>
                    <a:lnTo>
                      <a:pt x="1021" y="91"/>
                    </a:lnTo>
                    <a:lnTo>
                      <a:pt x="1012" y="80"/>
                    </a:lnTo>
                    <a:lnTo>
                      <a:pt x="1002" y="71"/>
                    </a:lnTo>
                    <a:lnTo>
                      <a:pt x="991" y="62"/>
                    </a:lnTo>
                    <a:lnTo>
                      <a:pt x="980" y="52"/>
                    </a:lnTo>
                    <a:lnTo>
                      <a:pt x="969" y="44"/>
                    </a:lnTo>
                    <a:lnTo>
                      <a:pt x="957" y="37"/>
                    </a:lnTo>
                    <a:lnTo>
                      <a:pt x="944" y="30"/>
                    </a:lnTo>
                    <a:lnTo>
                      <a:pt x="932" y="24"/>
                    </a:lnTo>
                    <a:lnTo>
                      <a:pt x="917" y="19"/>
                    </a:lnTo>
                    <a:lnTo>
                      <a:pt x="904" y="13"/>
                    </a:lnTo>
                    <a:lnTo>
                      <a:pt x="890" y="9"/>
                    </a:lnTo>
                    <a:lnTo>
                      <a:pt x="874" y="6"/>
                    </a:lnTo>
                    <a:lnTo>
                      <a:pt x="859" y="3"/>
                    </a:lnTo>
                    <a:lnTo>
                      <a:pt x="844" y="2"/>
                    </a:lnTo>
                    <a:lnTo>
                      <a:pt x="827" y="0"/>
                    </a:lnTo>
                    <a:lnTo>
                      <a:pt x="811" y="0"/>
                    </a:lnTo>
                    <a:lnTo>
                      <a:pt x="794" y="0"/>
                    </a:lnTo>
                    <a:lnTo>
                      <a:pt x="778" y="2"/>
                    </a:lnTo>
                    <a:lnTo>
                      <a:pt x="762" y="3"/>
                    </a:lnTo>
                    <a:lnTo>
                      <a:pt x="747" y="6"/>
                    </a:lnTo>
                    <a:lnTo>
                      <a:pt x="733" y="9"/>
                    </a:lnTo>
                    <a:lnTo>
                      <a:pt x="718" y="13"/>
                    </a:lnTo>
                    <a:lnTo>
                      <a:pt x="704" y="19"/>
                    </a:lnTo>
                    <a:lnTo>
                      <a:pt x="690" y="24"/>
                    </a:lnTo>
                    <a:lnTo>
                      <a:pt x="677" y="30"/>
                    </a:lnTo>
                    <a:lnTo>
                      <a:pt x="665" y="37"/>
                    </a:lnTo>
                    <a:lnTo>
                      <a:pt x="652" y="44"/>
                    </a:lnTo>
                    <a:lnTo>
                      <a:pt x="640" y="52"/>
                    </a:lnTo>
                    <a:lnTo>
                      <a:pt x="629" y="62"/>
                    </a:lnTo>
                    <a:lnTo>
                      <a:pt x="617" y="71"/>
                    </a:lnTo>
                    <a:lnTo>
                      <a:pt x="607" y="80"/>
                    </a:lnTo>
                    <a:lnTo>
                      <a:pt x="597" y="92"/>
                    </a:lnTo>
                    <a:lnTo>
                      <a:pt x="588" y="102"/>
                    </a:lnTo>
                    <a:lnTo>
                      <a:pt x="578" y="114"/>
                    </a:lnTo>
                    <a:lnTo>
                      <a:pt x="570" y="126"/>
                    </a:lnTo>
                    <a:lnTo>
                      <a:pt x="562" y="139"/>
                    </a:lnTo>
                    <a:lnTo>
                      <a:pt x="555" y="151"/>
                    </a:lnTo>
                    <a:lnTo>
                      <a:pt x="549" y="166"/>
                    </a:lnTo>
                    <a:lnTo>
                      <a:pt x="542" y="179"/>
                    </a:lnTo>
                    <a:lnTo>
                      <a:pt x="536" y="194"/>
                    </a:lnTo>
                    <a:lnTo>
                      <a:pt x="531" y="209"/>
                    </a:lnTo>
                    <a:lnTo>
                      <a:pt x="527" y="224"/>
                    </a:lnTo>
                    <a:lnTo>
                      <a:pt x="524" y="241"/>
                    </a:lnTo>
                    <a:lnTo>
                      <a:pt x="521" y="256"/>
                    </a:lnTo>
                    <a:lnTo>
                      <a:pt x="518" y="273"/>
                    </a:lnTo>
                    <a:lnTo>
                      <a:pt x="517" y="290"/>
                    </a:lnTo>
                    <a:lnTo>
                      <a:pt x="516" y="308"/>
                    </a:lnTo>
                    <a:lnTo>
                      <a:pt x="515" y="325"/>
                    </a:lnTo>
                    <a:lnTo>
                      <a:pt x="516" y="342"/>
                    </a:lnTo>
                    <a:lnTo>
                      <a:pt x="517" y="359"/>
                    </a:lnTo>
                    <a:lnTo>
                      <a:pt x="518" y="374"/>
                    </a:lnTo>
                    <a:lnTo>
                      <a:pt x="520" y="391"/>
                    </a:lnTo>
                    <a:lnTo>
                      <a:pt x="523" y="406"/>
                    </a:lnTo>
                    <a:lnTo>
                      <a:pt x="526" y="422"/>
                    </a:lnTo>
                    <a:lnTo>
                      <a:pt x="530" y="436"/>
                    </a:lnTo>
                    <a:lnTo>
                      <a:pt x="535" y="452"/>
                    </a:lnTo>
                    <a:lnTo>
                      <a:pt x="540" y="465"/>
                    </a:lnTo>
                    <a:lnTo>
                      <a:pt x="547" y="479"/>
                    </a:lnTo>
                    <a:lnTo>
                      <a:pt x="553" y="492"/>
                    </a:lnTo>
                    <a:lnTo>
                      <a:pt x="559" y="505"/>
                    </a:lnTo>
                    <a:lnTo>
                      <a:pt x="567" y="517"/>
                    </a:lnTo>
                    <a:lnTo>
                      <a:pt x="575" y="529"/>
                    </a:lnTo>
                    <a:lnTo>
                      <a:pt x="584" y="540"/>
                    </a:lnTo>
                    <a:lnTo>
                      <a:pt x="593" y="551"/>
                    </a:lnTo>
                    <a:lnTo>
                      <a:pt x="602" y="562"/>
                    </a:lnTo>
                    <a:lnTo>
                      <a:pt x="612" y="571"/>
                    </a:lnTo>
                    <a:lnTo>
                      <a:pt x="623" y="580"/>
                    </a:lnTo>
                    <a:lnTo>
                      <a:pt x="634" y="588"/>
                    </a:lnTo>
                    <a:lnTo>
                      <a:pt x="645" y="597"/>
                    </a:lnTo>
                    <a:lnTo>
                      <a:pt x="658" y="604"/>
                    </a:lnTo>
                    <a:lnTo>
                      <a:pt x="670" y="611"/>
                    </a:lnTo>
                    <a:lnTo>
                      <a:pt x="682" y="617"/>
                    </a:lnTo>
                    <a:lnTo>
                      <a:pt x="696" y="622"/>
                    </a:lnTo>
                    <a:lnTo>
                      <a:pt x="710" y="628"/>
                    </a:lnTo>
                    <a:lnTo>
                      <a:pt x="724" y="632"/>
                    </a:lnTo>
                    <a:lnTo>
                      <a:pt x="739" y="635"/>
                    </a:lnTo>
                    <a:lnTo>
                      <a:pt x="753" y="638"/>
                    </a:lnTo>
                    <a:lnTo>
                      <a:pt x="769" y="640"/>
                    </a:lnTo>
                    <a:lnTo>
                      <a:pt x="785" y="641"/>
                    </a:lnTo>
                    <a:lnTo>
                      <a:pt x="801" y="641"/>
                    </a:lnTo>
                    <a:lnTo>
                      <a:pt x="802" y="641"/>
                    </a:lnTo>
                    <a:close/>
                    <a:moveTo>
                      <a:pt x="458" y="523"/>
                    </a:moveTo>
                    <a:lnTo>
                      <a:pt x="447" y="528"/>
                    </a:lnTo>
                    <a:lnTo>
                      <a:pt x="434" y="532"/>
                    </a:lnTo>
                    <a:lnTo>
                      <a:pt x="418" y="536"/>
                    </a:lnTo>
                    <a:lnTo>
                      <a:pt x="403" y="539"/>
                    </a:lnTo>
                    <a:lnTo>
                      <a:pt x="386" y="542"/>
                    </a:lnTo>
                    <a:lnTo>
                      <a:pt x="370" y="544"/>
                    </a:lnTo>
                    <a:lnTo>
                      <a:pt x="352" y="545"/>
                    </a:lnTo>
                    <a:lnTo>
                      <a:pt x="335" y="545"/>
                    </a:lnTo>
                    <a:lnTo>
                      <a:pt x="323" y="545"/>
                    </a:lnTo>
                    <a:lnTo>
                      <a:pt x="310" y="544"/>
                    </a:lnTo>
                    <a:lnTo>
                      <a:pt x="298" y="543"/>
                    </a:lnTo>
                    <a:lnTo>
                      <a:pt x="287" y="541"/>
                    </a:lnTo>
                    <a:lnTo>
                      <a:pt x="275" y="539"/>
                    </a:lnTo>
                    <a:lnTo>
                      <a:pt x="265" y="537"/>
                    </a:lnTo>
                    <a:lnTo>
                      <a:pt x="254" y="534"/>
                    </a:lnTo>
                    <a:lnTo>
                      <a:pt x="243" y="530"/>
                    </a:lnTo>
                    <a:lnTo>
                      <a:pt x="234" y="526"/>
                    </a:lnTo>
                    <a:lnTo>
                      <a:pt x="225" y="522"/>
                    </a:lnTo>
                    <a:lnTo>
                      <a:pt x="216" y="516"/>
                    </a:lnTo>
                    <a:lnTo>
                      <a:pt x="207" y="511"/>
                    </a:lnTo>
                    <a:lnTo>
                      <a:pt x="198" y="505"/>
                    </a:lnTo>
                    <a:lnTo>
                      <a:pt x="191" y="499"/>
                    </a:lnTo>
                    <a:lnTo>
                      <a:pt x="183" y="492"/>
                    </a:lnTo>
                    <a:lnTo>
                      <a:pt x="177" y="486"/>
                    </a:lnTo>
                    <a:lnTo>
                      <a:pt x="169" y="477"/>
                    </a:lnTo>
                    <a:lnTo>
                      <a:pt x="163" y="470"/>
                    </a:lnTo>
                    <a:lnTo>
                      <a:pt x="157" y="462"/>
                    </a:lnTo>
                    <a:lnTo>
                      <a:pt x="152" y="453"/>
                    </a:lnTo>
                    <a:lnTo>
                      <a:pt x="147" y="443"/>
                    </a:lnTo>
                    <a:lnTo>
                      <a:pt x="142" y="434"/>
                    </a:lnTo>
                    <a:lnTo>
                      <a:pt x="138" y="425"/>
                    </a:lnTo>
                    <a:lnTo>
                      <a:pt x="134" y="415"/>
                    </a:lnTo>
                    <a:lnTo>
                      <a:pt x="127" y="393"/>
                    </a:lnTo>
                    <a:lnTo>
                      <a:pt x="123" y="371"/>
                    </a:lnTo>
                    <a:lnTo>
                      <a:pt x="120" y="347"/>
                    </a:lnTo>
                    <a:lnTo>
                      <a:pt x="119" y="322"/>
                    </a:lnTo>
                    <a:lnTo>
                      <a:pt x="119" y="309"/>
                    </a:lnTo>
                    <a:lnTo>
                      <a:pt x="120" y="295"/>
                    </a:lnTo>
                    <a:lnTo>
                      <a:pt x="122" y="282"/>
                    </a:lnTo>
                    <a:lnTo>
                      <a:pt x="123" y="270"/>
                    </a:lnTo>
                    <a:lnTo>
                      <a:pt x="125" y="257"/>
                    </a:lnTo>
                    <a:lnTo>
                      <a:pt x="128" y="246"/>
                    </a:lnTo>
                    <a:lnTo>
                      <a:pt x="131" y="235"/>
                    </a:lnTo>
                    <a:lnTo>
                      <a:pt x="136" y="223"/>
                    </a:lnTo>
                    <a:lnTo>
                      <a:pt x="140" y="213"/>
                    </a:lnTo>
                    <a:lnTo>
                      <a:pt x="145" y="203"/>
                    </a:lnTo>
                    <a:lnTo>
                      <a:pt x="149" y="193"/>
                    </a:lnTo>
                    <a:lnTo>
                      <a:pt x="155" y="184"/>
                    </a:lnTo>
                    <a:lnTo>
                      <a:pt x="160" y="176"/>
                    </a:lnTo>
                    <a:lnTo>
                      <a:pt x="167" y="168"/>
                    </a:lnTo>
                    <a:lnTo>
                      <a:pt x="174" y="159"/>
                    </a:lnTo>
                    <a:lnTo>
                      <a:pt x="181" y="152"/>
                    </a:lnTo>
                    <a:lnTo>
                      <a:pt x="188" y="145"/>
                    </a:lnTo>
                    <a:lnTo>
                      <a:pt x="196" y="139"/>
                    </a:lnTo>
                    <a:lnTo>
                      <a:pt x="204" y="133"/>
                    </a:lnTo>
                    <a:lnTo>
                      <a:pt x="213" y="127"/>
                    </a:lnTo>
                    <a:lnTo>
                      <a:pt x="221" y="121"/>
                    </a:lnTo>
                    <a:lnTo>
                      <a:pt x="230" y="117"/>
                    </a:lnTo>
                    <a:lnTo>
                      <a:pt x="239" y="112"/>
                    </a:lnTo>
                    <a:lnTo>
                      <a:pt x="250" y="109"/>
                    </a:lnTo>
                    <a:lnTo>
                      <a:pt x="270" y="102"/>
                    </a:lnTo>
                    <a:lnTo>
                      <a:pt x="291" y="98"/>
                    </a:lnTo>
                    <a:lnTo>
                      <a:pt x="313" y="95"/>
                    </a:lnTo>
                    <a:lnTo>
                      <a:pt x="337" y="94"/>
                    </a:lnTo>
                    <a:lnTo>
                      <a:pt x="355" y="95"/>
                    </a:lnTo>
                    <a:lnTo>
                      <a:pt x="373" y="96"/>
                    </a:lnTo>
                    <a:lnTo>
                      <a:pt x="389" y="98"/>
                    </a:lnTo>
                    <a:lnTo>
                      <a:pt x="405" y="101"/>
                    </a:lnTo>
                    <a:lnTo>
                      <a:pt x="420" y="105"/>
                    </a:lnTo>
                    <a:lnTo>
                      <a:pt x="434" y="109"/>
                    </a:lnTo>
                    <a:lnTo>
                      <a:pt x="446" y="113"/>
                    </a:lnTo>
                    <a:lnTo>
                      <a:pt x="457" y="118"/>
                    </a:lnTo>
                    <a:lnTo>
                      <a:pt x="482" y="28"/>
                    </a:lnTo>
                    <a:lnTo>
                      <a:pt x="473" y="24"/>
                    </a:lnTo>
                    <a:lnTo>
                      <a:pt x="459" y="19"/>
                    </a:lnTo>
                    <a:lnTo>
                      <a:pt x="444" y="13"/>
                    </a:lnTo>
                    <a:lnTo>
                      <a:pt x="426" y="9"/>
                    </a:lnTo>
                    <a:lnTo>
                      <a:pt x="406" y="6"/>
                    </a:lnTo>
                    <a:lnTo>
                      <a:pt x="383" y="3"/>
                    </a:lnTo>
                    <a:lnTo>
                      <a:pt x="359" y="1"/>
                    </a:lnTo>
                    <a:lnTo>
                      <a:pt x="332" y="0"/>
                    </a:lnTo>
                    <a:lnTo>
                      <a:pt x="314" y="1"/>
                    </a:lnTo>
                    <a:lnTo>
                      <a:pt x="297" y="2"/>
                    </a:lnTo>
                    <a:lnTo>
                      <a:pt x="280" y="4"/>
                    </a:lnTo>
                    <a:lnTo>
                      <a:pt x="263" y="6"/>
                    </a:lnTo>
                    <a:lnTo>
                      <a:pt x="247" y="9"/>
                    </a:lnTo>
                    <a:lnTo>
                      <a:pt x="231" y="13"/>
                    </a:lnTo>
                    <a:lnTo>
                      <a:pt x="216" y="17"/>
                    </a:lnTo>
                    <a:lnTo>
                      <a:pt x="200" y="23"/>
                    </a:lnTo>
                    <a:lnTo>
                      <a:pt x="185" y="29"/>
                    </a:lnTo>
                    <a:lnTo>
                      <a:pt x="172" y="35"/>
                    </a:lnTo>
                    <a:lnTo>
                      <a:pt x="157" y="42"/>
                    </a:lnTo>
                    <a:lnTo>
                      <a:pt x="144" y="50"/>
                    </a:lnTo>
                    <a:lnTo>
                      <a:pt x="130" y="59"/>
                    </a:lnTo>
                    <a:lnTo>
                      <a:pt x="118" y="68"/>
                    </a:lnTo>
                    <a:lnTo>
                      <a:pt x="107" y="77"/>
                    </a:lnTo>
                    <a:lnTo>
                      <a:pt x="94" y="87"/>
                    </a:lnTo>
                    <a:lnTo>
                      <a:pt x="84" y="99"/>
                    </a:lnTo>
                    <a:lnTo>
                      <a:pt x="74" y="110"/>
                    </a:lnTo>
                    <a:lnTo>
                      <a:pt x="65" y="122"/>
                    </a:lnTo>
                    <a:lnTo>
                      <a:pt x="55" y="135"/>
                    </a:lnTo>
                    <a:lnTo>
                      <a:pt x="47" y="148"/>
                    </a:lnTo>
                    <a:lnTo>
                      <a:pt x="39" y="162"/>
                    </a:lnTo>
                    <a:lnTo>
                      <a:pt x="32" y="176"/>
                    </a:lnTo>
                    <a:lnTo>
                      <a:pt x="26" y="190"/>
                    </a:lnTo>
                    <a:lnTo>
                      <a:pt x="19" y="206"/>
                    </a:lnTo>
                    <a:lnTo>
                      <a:pt x="14" y="222"/>
                    </a:lnTo>
                    <a:lnTo>
                      <a:pt x="10" y="239"/>
                    </a:lnTo>
                    <a:lnTo>
                      <a:pt x="6" y="255"/>
                    </a:lnTo>
                    <a:lnTo>
                      <a:pt x="4" y="273"/>
                    </a:lnTo>
                    <a:lnTo>
                      <a:pt x="2" y="290"/>
                    </a:lnTo>
                    <a:lnTo>
                      <a:pt x="1" y="309"/>
                    </a:lnTo>
                    <a:lnTo>
                      <a:pt x="0" y="328"/>
                    </a:lnTo>
                    <a:lnTo>
                      <a:pt x="1" y="346"/>
                    </a:lnTo>
                    <a:lnTo>
                      <a:pt x="2" y="362"/>
                    </a:lnTo>
                    <a:lnTo>
                      <a:pt x="3" y="380"/>
                    </a:lnTo>
                    <a:lnTo>
                      <a:pt x="6" y="395"/>
                    </a:lnTo>
                    <a:lnTo>
                      <a:pt x="9" y="412"/>
                    </a:lnTo>
                    <a:lnTo>
                      <a:pt x="12" y="427"/>
                    </a:lnTo>
                    <a:lnTo>
                      <a:pt x="16" y="441"/>
                    </a:lnTo>
                    <a:lnTo>
                      <a:pt x="22" y="457"/>
                    </a:lnTo>
                    <a:lnTo>
                      <a:pt x="28" y="470"/>
                    </a:lnTo>
                    <a:lnTo>
                      <a:pt x="34" y="484"/>
                    </a:lnTo>
                    <a:lnTo>
                      <a:pt x="41" y="497"/>
                    </a:lnTo>
                    <a:lnTo>
                      <a:pt x="48" y="509"/>
                    </a:lnTo>
                    <a:lnTo>
                      <a:pt x="56" y="522"/>
                    </a:lnTo>
                    <a:lnTo>
                      <a:pt x="66" y="534"/>
                    </a:lnTo>
                    <a:lnTo>
                      <a:pt x="75" y="544"/>
                    </a:lnTo>
                    <a:lnTo>
                      <a:pt x="84" y="555"/>
                    </a:lnTo>
                    <a:lnTo>
                      <a:pt x="95" y="565"/>
                    </a:lnTo>
                    <a:lnTo>
                      <a:pt x="106" y="574"/>
                    </a:lnTo>
                    <a:lnTo>
                      <a:pt x="118" y="583"/>
                    </a:lnTo>
                    <a:lnTo>
                      <a:pt x="130" y="592"/>
                    </a:lnTo>
                    <a:lnTo>
                      <a:pt x="143" y="599"/>
                    </a:lnTo>
                    <a:lnTo>
                      <a:pt x="156" y="606"/>
                    </a:lnTo>
                    <a:lnTo>
                      <a:pt x="169" y="612"/>
                    </a:lnTo>
                    <a:lnTo>
                      <a:pt x="184" y="618"/>
                    </a:lnTo>
                    <a:lnTo>
                      <a:pt x="199" y="623"/>
                    </a:lnTo>
                    <a:lnTo>
                      <a:pt x="215" y="628"/>
                    </a:lnTo>
                    <a:lnTo>
                      <a:pt x="230" y="632"/>
                    </a:lnTo>
                    <a:lnTo>
                      <a:pt x="247" y="635"/>
                    </a:lnTo>
                    <a:lnTo>
                      <a:pt x="263" y="637"/>
                    </a:lnTo>
                    <a:lnTo>
                      <a:pt x="280" y="639"/>
                    </a:lnTo>
                    <a:lnTo>
                      <a:pt x="298" y="640"/>
                    </a:lnTo>
                    <a:lnTo>
                      <a:pt x="316" y="641"/>
                    </a:lnTo>
                    <a:lnTo>
                      <a:pt x="344" y="640"/>
                    </a:lnTo>
                    <a:lnTo>
                      <a:pt x="370" y="638"/>
                    </a:lnTo>
                    <a:lnTo>
                      <a:pt x="393" y="635"/>
                    </a:lnTo>
                    <a:lnTo>
                      <a:pt x="415" y="632"/>
                    </a:lnTo>
                    <a:lnTo>
                      <a:pt x="435" y="628"/>
                    </a:lnTo>
                    <a:lnTo>
                      <a:pt x="451" y="622"/>
                    </a:lnTo>
                    <a:lnTo>
                      <a:pt x="465" y="617"/>
                    </a:lnTo>
                    <a:lnTo>
                      <a:pt x="478" y="612"/>
                    </a:lnTo>
                    <a:lnTo>
                      <a:pt x="458" y="523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solidFill>
                    <a:schemeClr val="bg1"/>
                  </a:solidFill>
                  <a:latin typeface="Myriad Pro"/>
                </a:endParaRPr>
              </a:p>
            </p:txBody>
          </p:sp>
          <p:sp>
            <p:nvSpPr>
              <p:cNvPr id="179" name="Freeform 178"/>
              <p:cNvSpPr>
                <a:spLocks noEditPoints="1"/>
              </p:cNvSpPr>
              <p:nvPr userDrawn="1"/>
            </p:nvSpPr>
            <p:spPr bwMode="auto">
              <a:xfrm>
                <a:off x="1562183" y="208452"/>
                <a:ext cx="363379" cy="90524"/>
              </a:xfrm>
              <a:custGeom>
                <a:avLst/>
                <a:gdLst/>
                <a:ahLst/>
                <a:cxnLst>
                  <a:cxn ang="0">
                    <a:pos x="598" y="179"/>
                  </a:cxn>
                  <a:cxn ang="0">
                    <a:pos x="598" y="0"/>
                  </a:cxn>
                  <a:cxn ang="0">
                    <a:pos x="524" y="0"/>
                  </a:cxn>
                  <a:cxn ang="0">
                    <a:pos x="449" y="0"/>
                  </a:cxn>
                  <a:cxn ang="0">
                    <a:pos x="374" y="0"/>
                  </a:cxn>
                  <a:cxn ang="0">
                    <a:pos x="299" y="0"/>
                  </a:cxn>
                  <a:cxn ang="0">
                    <a:pos x="224" y="0"/>
                  </a:cxn>
                  <a:cxn ang="0">
                    <a:pos x="150" y="0"/>
                  </a:cxn>
                  <a:cxn ang="0">
                    <a:pos x="75" y="0"/>
                  </a:cxn>
                  <a:cxn ang="0">
                    <a:pos x="0" y="0"/>
                  </a:cxn>
                  <a:cxn ang="0">
                    <a:pos x="0" y="179"/>
                  </a:cxn>
                  <a:cxn ang="0">
                    <a:pos x="176" y="179"/>
                  </a:cxn>
                  <a:cxn ang="0">
                    <a:pos x="176" y="621"/>
                  </a:cxn>
                  <a:cxn ang="0">
                    <a:pos x="423" y="621"/>
                  </a:cxn>
                  <a:cxn ang="0">
                    <a:pos x="423" y="179"/>
                  </a:cxn>
                  <a:cxn ang="0">
                    <a:pos x="598" y="179"/>
                  </a:cxn>
                  <a:cxn ang="0">
                    <a:pos x="907" y="250"/>
                  </a:cxn>
                  <a:cxn ang="0">
                    <a:pos x="781" y="621"/>
                  </a:cxn>
                  <a:cxn ang="0">
                    <a:pos x="539" y="621"/>
                  </a:cxn>
                  <a:cxn ang="0">
                    <a:pos x="776" y="0"/>
                  </a:cxn>
                  <a:cxn ang="0">
                    <a:pos x="809" y="0"/>
                  </a:cxn>
                  <a:cxn ang="0">
                    <a:pos x="842" y="0"/>
                  </a:cxn>
                  <a:cxn ang="0">
                    <a:pos x="874" y="0"/>
                  </a:cxn>
                  <a:cxn ang="0">
                    <a:pos x="907" y="0"/>
                  </a:cxn>
                  <a:cxn ang="0">
                    <a:pos x="939" y="0"/>
                  </a:cxn>
                  <a:cxn ang="0">
                    <a:pos x="972" y="0"/>
                  </a:cxn>
                  <a:cxn ang="0">
                    <a:pos x="1005" y="0"/>
                  </a:cxn>
                  <a:cxn ang="0">
                    <a:pos x="1038" y="0"/>
                  </a:cxn>
                  <a:cxn ang="0">
                    <a:pos x="1275" y="621"/>
                  </a:cxn>
                  <a:cxn ang="0">
                    <a:pos x="1033" y="621"/>
                  </a:cxn>
                  <a:cxn ang="0">
                    <a:pos x="907" y="250"/>
                  </a:cxn>
                  <a:cxn ang="0">
                    <a:pos x="1814" y="179"/>
                  </a:cxn>
                  <a:cxn ang="0">
                    <a:pos x="1814" y="0"/>
                  </a:cxn>
                  <a:cxn ang="0">
                    <a:pos x="1740" y="0"/>
                  </a:cxn>
                  <a:cxn ang="0">
                    <a:pos x="1665" y="0"/>
                  </a:cxn>
                  <a:cxn ang="0">
                    <a:pos x="1590" y="0"/>
                  </a:cxn>
                  <a:cxn ang="0">
                    <a:pos x="1515" y="0"/>
                  </a:cxn>
                  <a:cxn ang="0">
                    <a:pos x="1440" y="0"/>
                  </a:cxn>
                  <a:cxn ang="0">
                    <a:pos x="1366" y="0"/>
                  </a:cxn>
                  <a:cxn ang="0">
                    <a:pos x="1291" y="0"/>
                  </a:cxn>
                  <a:cxn ang="0">
                    <a:pos x="1216" y="0"/>
                  </a:cxn>
                  <a:cxn ang="0">
                    <a:pos x="1216" y="179"/>
                  </a:cxn>
                  <a:cxn ang="0">
                    <a:pos x="1391" y="179"/>
                  </a:cxn>
                  <a:cxn ang="0">
                    <a:pos x="1391" y="621"/>
                  </a:cxn>
                  <a:cxn ang="0">
                    <a:pos x="1639" y="621"/>
                  </a:cxn>
                  <a:cxn ang="0">
                    <a:pos x="1639" y="179"/>
                  </a:cxn>
                  <a:cxn ang="0">
                    <a:pos x="1814" y="179"/>
                  </a:cxn>
                  <a:cxn ang="0">
                    <a:pos x="2123" y="250"/>
                  </a:cxn>
                  <a:cxn ang="0">
                    <a:pos x="1996" y="621"/>
                  </a:cxn>
                  <a:cxn ang="0">
                    <a:pos x="1754" y="621"/>
                  </a:cxn>
                  <a:cxn ang="0">
                    <a:pos x="1991" y="0"/>
                  </a:cxn>
                  <a:cxn ang="0">
                    <a:pos x="2024" y="0"/>
                  </a:cxn>
                  <a:cxn ang="0">
                    <a:pos x="2057" y="0"/>
                  </a:cxn>
                  <a:cxn ang="0">
                    <a:pos x="2090" y="0"/>
                  </a:cxn>
                  <a:cxn ang="0">
                    <a:pos x="2123" y="0"/>
                  </a:cxn>
                  <a:cxn ang="0">
                    <a:pos x="2155" y="0"/>
                  </a:cxn>
                  <a:cxn ang="0">
                    <a:pos x="2188" y="0"/>
                  </a:cxn>
                  <a:cxn ang="0">
                    <a:pos x="2220" y="0"/>
                  </a:cxn>
                  <a:cxn ang="0">
                    <a:pos x="2253" y="0"/>
                  </a:cxn>
                  <a:cxn ang="0">
                    <a:pos x="2491" y="621"/>
                  </a:cxn>
                  <a:cxn ang="0">
                    <a:pos x="2248" y="621"/>
                  </a:cxn>
                  <a:cxn ang="0">
                    <a:pos x="2123" y="250"/>
                  </a:cxn>
                </a:cxnLst>
                <a:rect l="0" t="0" r="r" b="b"/>
                <a:pathLst>
                  <a:path w="2491" h="621">
                    <a:moveTo>
                      <a:pt x="598" y="179"/>
                    </a:moveTo>
                    <a:lnTo>
                      <a:pt x="598" y="0"/>
                    </a:lnTo>
                    <a:lnTo>
                      <a:pt x="524" y="0"/>
                    </a:lnTo>
                    <a:lnTo>
                      <a:pt x="449" y="0"/>
                    </a:lnTo>
                    <a:lnTo>
                      <a:pt x="374" y="0"/>
                    </a:lnTo>
                    <a:lnTo>
                      <a:pt x="299" y="0"/>
                    </a:lnTo>
                    <a:lnTo>
                      <a:pt x="224" y="0"/>
                    </a:lnTo>
                    <a:lnTo>
                      <a:pt x="150" y="0"/>
                    </a:lnTo>
                    <a:lnTo>
                      <a:pt x="75" y="0"/>
                    </a:lnTo>
                    <a:lnTo>
                      <a:pt x="0" y="0"/>
                    </a:lnTo>
                    <a:lnTo>
                      <a:pt x="0" y="179"/>
                    </a:lnTo>
                    <a:lnTo>
                      <a:pt x="176" y="179"/>
                    </a:lnTo>
                    <a:lnTo>
                      <a:pt x="176" y="621"/>
                    </a:lnTo>
                    <a:lnTo>
                      <a:pt x="423" y="621"/>
                    </a:lnTo>
                    <a:lnTo>
                      <a:pt x="423" y="179"/>
                    </a:lnTo>
                    <a:lnTo>
                      <a:pt x="598" y="179"/>
                    </a:lnTo>
                    <a:close/>
                    <a:moveTo>
                      <a:pt x="907" y="250"/>
                    </a:moveTo>
                    <a:lnTo>
                      <a:pt x="781" y="621"/>
                    </a:lnTo>
                    <a:lnTo>
                      <a:pt x="539" y="621"/>
                    </a:lnTo>
                    <a:lnTo>
                      <a:pt x="776" y="0"/>
                    </a:lnTo>
                    <a:lnTo>
                      <a:pt x="809" y="0"/>
                    </a:lnTo>
                    <a:lnTo>
                      <a:pt x="842" y="0"/>
                    </a:lnTo>
                    <a:lnTo>
                      <a:pt x="874" y="0"/>
                    </a:lnTo>
                    <a:lnTo>
                      <a:pt x="907" y="0"/>
                    </a:lnTo>
                    <a:lnTo>
                      <a:pt x="939" y="0"/>
                    </a:lnTo>
                    <a:lnTo>
                      <a:pt x="972" y="0"/>
                    </a:lnTo>
                    <a:lnTo>
                      <a:pt x="1005" y="0"/>
                    </a:lnTo>
                    <a:lnTo>
                      <a:pt x="1038" y="0"/>
                    </a:lnTo>
                    <a:lnTo>
                      <a:pt x="1275" y="621"/>
                    </a:lnTo>
                    <a:lnTo>
                      <a:pt x="1033" y="621"/>
                    </a:lnTo>
                    <a:lnTo>
                      <a:pt x="907" y="250"/>
                    </a:lnTo>
                    <a:close/>
                    <a:moveTo>
                      <a:pt x="1814" y="179"/>
                    </a:moveTo>
                    <a:lnTo>
                      <a:pt x="1814" y="0"/>
                    </a:lnTo>
                    <a:lnTo>
                      <a:pt x="1740" y="0"/>
                    </a:lnTo>
                    <a:lnTo>
                      <a:pt x="1665" y="0"/>
                    </a:lnTo>
                    <a:lnTo>
                      <a:pt x="1590" y="0"/>
                    </a:lnTo>
                    <a:lnTo>
                      <a:pt x="1515" y="0"/>
                    </a:lnTo>
                    <a:lnTo>
                      <a:pt x="1440" y="0"/>
                    </a:lnTo>
                    <a:lnTo>
                      <a:pt x="1366" y="0"/>
                    </a:lnTo>
                    <a:lnTo>
                      <a:pt x="1291" y="0"/>
                    </a:lnTo>
                    <a:lnTo>
                      <a:pt x="1216" y="0"/>
                    </a:lnTo>
                    <a:lnTo>
                      <a:pt x="1216" y="179"/>
                    </a:lnTo>
                    <a:lnTo>
                      <a:pt x="1391" y="179"/>
                    </a:lnTo>
                    <a:lnTo>
                      <a:pt x="1391" y="621"/>
                    </a:lnTo>
                    <a:lnTo>
                      <a:pt x="1639" y="621"/>
                    </a:lnTo>
                    <a:lnTo>
                      <a:pt x="1639" y="179"/>
                    </a:lnTo>
                    <a:lnTo>
                      <a:pt x="1814" y="179"/>
                    </a:lnTo>
                    <a:close/>
                    <a:moveTo>
                      <a:pt x="2123" y="250"/>
                    </a:moveTo>
                    <a:lnTo>
                      <a:pt x="1996" y="621"/>
                    </a:lnTo>
                    <a:lnTo>
                      <a:pt x="1754" y="621"/>
                    </a:lnTo>
                    <a:lnTo>
                      <a:pt x="1991" y="0"/>
                    </a:lnTo>
                    <a:lnTo>
                      <a:pt x="2024" y="0"/>
                    </a:lnTo>
                    <a:lnTo>
                      <a:pt x="2057" y="0"/>
                    </a:lnTo>
                    <a:lnTo>
                      <a:pt x="2090" y="0"/>
                    </a:lnTo>
                    <a:lnTo>
                      <a:pt x="2123" y="0"/>
                    </a:lnTo>
                    <a:lnTo>
                      <a:pt x="2155" y="0"/>
                    </a:lnTo>
                    <a:lnTo>
                      <a:pt x="2188" y="0"/>
                    </a:lnTo>
                    <a:lnTo>
                      <a:pt x="2220" y="0"/>
                    </a:lnTo>
                    <a:lnTo>
                      <a:pt x="2253" y="0"/>
                    </a:lnTo>
                    <a:lnTo>
                      <a:pt x="2491" y="621"/>
                    </a:lnTo>
                    <a:lnTo>
                      <a:pt x="2248" y="621"/>
                    </a:lnTo>
                    <a:lnTo>
                      <a:pt x="2123" y="250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solidFill>
                    <a:schemeClr val="bg1"/>
                  </a:solidFill>
                  <a:latin typeface="Myriad Pro"/>
                </a:endParaRPr>
              </a:p>
            </p:txBody>
          </p:sp>
        </p:grpSp>
        <p:cxnSp>
          <p:nvCxnSpPr>
            <p:cNvPr id="175" name="Straight Connector 174"/>
            <p:cNvCxnSpPr/>
            <p:nvPr/>
          </p:nvCxnSpPr>
          <p:spPr>
            <a:xfrm>
              <a:off x="922267" y="166149"/>
              <a:ext cx="0" cy="342581"/>
            </a:xfrm>
            <a:prstGeom prst="line">
              <a:avLst/>
            </a:prstGeom>
            <a:solidFill>
              <a:schemeClr val="tx1"/>
            </a:solidFill>
            <a:ln w="12700">
              <a:solidFill>
                <a:srgbClr val="007DC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76" name="Picture 175"/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3755" y="174956"/>
              <a:ext cx="531679" cy="337014"/>
            </a:xfrm>
            <a:prstGeom prst="rect">
              <a:avLst/>
            </a:prstGeom>
          </p:spPr>
        </p:pic>
      </p:grpSp>
      <p:pic>
        <p:nvPicPr>
          <p:cNvPr id="180" name="Picture 179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826180"/>
            <a:ext cx="4891635" cy="317319"/>
          </a:xfrm>
          <a:prstGeom prst="rect">
            <a:avLst/>
          </a:prstGeom>
        </p:spPr>
      </p:pic>
      <p:sp>
        <p:nvSpPr>
          <p:cNvPr id="21" name="TextBox 20"/>
          <p:cNvSpPr txBox="1"/>
          <p:nvPr userDrawn="1"/>
        </p:nvSpPr>
        <p:spPr>
          <a:xfrm>
            <a:off x="366308" y="4669962"/>
            <a:ext cx="2117887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Copyright © 2021 </a:t>
            </a:r>
            <a:r>
              <a:rPr lang="en-US" sz="7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Tata Consultancy Services Limited</a:t>
            </a:r>
          </a:p>
        </p:txBody>
      </p:sp>
      <p:pic>
        <p:nvPicPr>
          <p:cNvPr id="19" name="Picture 18" descr="Logo&#10;&#10;Description automatically generated">
            <a:extLst>
              <a:ext uri="{FF2B5EF4-FFF2-40B4-BE49-F238E27FC236}">
                <a16:creationId xmlns:a16="http://schemas.microsoft.com/office/drawing/2014/main" id="{F27A1AE8-A56F-45BA-8BE3-A71E48022114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1625" y="123438"/>
            <a:ext cx="1260839" cy="506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51236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416">
          <p15:clr>
            <a:srgbClr val="FBAE40"/>
          </p15:clr>
        </p15:guide>
        <p15:guide id="3" pos="288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6523" y="889736"/>
            <a:ext cx="5529256" cy="3690177"/>
          </a:xfrm>
          <a:prstGeom prst="rect">
            <a:avLst/>
          </a:prstGeom>
        </p:spPr>
      </p:pic>
      <p:sp>
        <p:nvSpPr>
          <p:cNvPr id="172" name="Rectangle 171"/>
          <p:cNvSpPr/>
          <p:nvPr userDrawn="1"/>
        </p:nvSpPr>
        <p:spPr>
          <a:xfrm>
            <a:off x="-8220" y="882041"/>
            <a:ext cx="9143999" cy="3697873"/>
          </a:xfrm>
          <a:prstGeom prst="rect">
            <a:avLst/>
          </a:prstGeom>
          <a:gradFill flip="none" rotWithShape="1">
            <a:gsLst>
              <a:gs pos="0">
                <a:srgbClr val="73459B"/>
              </a:gs>
              <a:gs pos="60000">
                <a:srgbClr val="D43A5F">
                  <a:alpha val="62000"/>
                </a:srgbClr>
              </a:gs>
              <a:gs pos="39000">
                <a:srgbClr val="BA2983"/>
              </a:gs>
              <a:gs pos="100000">
                <a:srgbClr val="F04D38">
                  <a:alpha val="3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766"/>
            <a:endParaRPr lang="en-IN" dirty="0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1003" y="2091673"/>
            <a:ext cx="5123095" cy="506724"/>
          </a:xfrm>
        </p:spPr>
        <p:txBody>
          <a:bodyPr vert="horz" wrap="square" lIns="68580" tIns="34290" rIns="68580" bIns="34290" rtlCol="0" anchor="ctr">
            <a:noAutofit/>
          </a:bodyPr>
          <a:lstStyle>
            <a:lvl1pPr>
              <a:defRPr lang="en-US" sz="240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>
              <a:lnSpc>
                <a:spcPct val="90000"/>
              </a:lnSpc>
              <a:spcBef>
                <a:spcPts val="100"/>
              </a:spcBef>
            </a:pPr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1003" y="2618201"/>
            <a:ext cx="5123095" cy="342900"/>
          </a:xfrm>
        </p:spPr>
        <p:txBody>
          <a:bodyPr vert="horz" lIns="68580" tIns="34290" rIns="68580" bIns="34290" rtlCol="0">
            <a:noAutofit/>
          </a:bodyPr>
          <a:lstStyle>
            <a:lvl1pPr marL="0" indent="0">
              <a:buNone/>
              <a:defRPr lang="en-US" sz="2000" dirty="0">
                <a:solidFill>
                  <a:schemeClr val="bg1"/>
                </a:solidFill>
              </a:defRPr>
            </a:lvl1pPr>
          </a:lstStyle>
          <a:p>
            <a:pPr marL="257175" marR="0" lvl="0" indent="-257175" fontAlgn="auto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SzTx/>
              <a:tabLst/>
            </a:pPr>
            <a:r>
              <a:rPr lang="en-US" dirty="0"/>
              <a:t>Click to edit Master subtitle style</a:t>
            </a:r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399646" y="3733898"/>
            <a:ext cx="1856666" cy="301760"/>
          </a:xfrm>
        </p:spPr>
        <p:txBody>
          <a:bodyPr vert="horz" lIns="68580" tIns="34290" rIns="68580" bIns="34290" rtlCol="0">
            <a:noAutofit/>
          </a:bodyPr>
          <a:lstStyle>
            <a:lvl1pPr marL="0" indent="0">
              <a:buNone/>
              <a:defRPr lang="en-US" sz="1400" dirty="0" smtClean="0">
                <a:solidFill>
                  <a:schemeClr val="bg1"/>
                </a:solidFill>
                <a:latin typeface="+mn-lt"/>
                <a:cs typeface="Calibri Light" panose="020F0302020204030204" pitchFamily="34" charset="0"/>
              </a:defRPr>
            </a:lvl1pPr>
          </a:lstStyle>
          <a:p>
            <a:pPr marL="257175" lvl="0" indent="-257175"/>
            <a:r>
              <a:rPr lang="en-US" dirty="0"/>
              <a:t>Insert Date</a:t>
            </a:r>
          </a:p>
        </p:txBody>
      </p:sp>
      <p:sp>
        <p:nvSpPr>
          <p:cNvPr id="171" name="Rectangle 170"/>
          <p:cNvSpPr/>
          <p:nvPr userDrawn="1"/>
        </p:nvSpPr>
        <p:spPr>
          <a:xfrm rot="5400000">
            <a:off x="-112141" y="2518005"/>
            <a:ext cx="869427" cy="4534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lvl="0" algn="ctr" defTabSz="685766"/>
            <a:endParaRPr lang="en-IN" dirty="0">
              <a:solidFill>
                <a:prstClr val="white"/>
              </a:solidFill>
            </a:endParaRPr>
          </a:p>
        </p:txBody>
      </p:sp>
      <p:grpSp>
        <p:nvGrpSpPr>
          <p:cNvPr id="173" name="Group 172"/>
          <p:cNvGrpSpPr/>
          <p:nvPr userDrawn="1"/>
        </p:nvGrpSpPr>
        <p:grpSpPr>
          <a:xfrm>
            <a:off x="283755" y="163261"/>
            <a:ext cx="2129833" cy="471311"/>
            <a:chOff x="283755" y="165687"/>
            <a:chExt cx="1564837" cy="346283"/>
          </a:xfrm>
        </p:grpSpPr>
        <p:grpSp>
          <p:nvGrpSpPr>
            <p:cNvPr id="174" name="Group 173"/>
            <p:cNvGrpSpPr/>
            <p:nvPr userDrawn="1"/>
          </p:nvGrpSpPr>
          <p:grpSpPr>
            <a:xfrm>
              <a:off x="1029100" y="165687"/>
              <a:ext cx="819492" cy="346282"/>
              <a:chOff x="1323430" y="208452"/>
              <a:chExt cx="838843" cy="354460"/>
            </a:xfrm>
            <a:solidFill>
              <a:srgbClr val="007DC5"/>
            </a:solidFill>
          </p:grpSpPr>
          <p:sp>
            <p:nvSpPr>
              <p:cNvPr id="177" name="Freeform 176"/>
              <p:cNvSpPr>
                <a:spLocks noEditPoints="1"/>
              </p:cNvSpPr>
              <p:nvPr userDrawn="1"/>
            </p:nvSpPr>
            <p:spPr bwMode="auto">
              <a:xfrm>
                <a:off x="1478162" y="472445"/>
                <a:ext cx="525842" cy="90467"/>
              </a:xfrm>
              <a:custGeom>
                <a:avLst/>
                <a:gdLst/>
                <a:ahLst/>
                <a:cxnLst>
                  <a:cxn ang="0">
                    <a:pos x="3511" y="637"/>
                  </a:cxn>
                  <a:cxn ang="0">
                    <a:pos x="3625" y="591"/>
                  </a:cxn>
                  <a:cxn ang="0">
                    <a:pos x="3691" y="454"/>
                  </a:cxn>
                  <a:cxn ang="0">
                    <a:pos x="3616" y="313"/>
                  </a:cxn>
                  <a:cxn ang="0">
                    <a:pos x="3441" y="224"/>
                  </a:cxn>
                  <a:cxn ang="0">
                    <a:pos x="3415" y="147"/>
                  </a:cxn>
                  <a:cxn ang="0">
                    <a:pos x="3489" y="95"/>
                  </a:cxn>
                  <a:cxn ang="0">
                    <a:pos x="3666" y="31"/>
                  </a:cxn>
                  <a:cxn ang="0">
                    <a:pos x="3447" y="8"/>
                  </a:cxn>
                  <a:cxn ang="0">
                    <a:pos x="3301" y="142"/>
                  </a:cxn>
                  <a:cxn ang="0">
                    <a:pos x="3355" y="299"/>
                  </a:cxn>
                  <a:cxn ang="0">
                    <a:pos x="3534" y="392"/>
                  </a:cxn>
                  <a:cxn ang="0">
                    <a:pos x="3575" y="471"/>
                  </a:cxn>
                  <a:cxn ang="0">
                    <a:pos x="3511" y="540"/>
                  </a:cxn>
                  <a:cxn ang="0">
                    <a:pos x="3327" y="514"/>
                  </a:cxn>
                  <a:cxn ang="0">
                    <a:pos x="3216" y="537"/>
                  </a:cxn>
                  <a:cxn ang="0">
                    <a:pos x="2637" y="544"/>
                  </a:cxn>
                  <a:cxn ang="0">
                    <a:pos x="2502" y="526"/>
                  </a:cxn>
                  <a:cxn ang="0">
                    <a:pos x="2420" y="453"/>
                  </a:cxn>
                  <a:cxn ang="0">
                    <a:pos x="2390" y="282"/>
                  </a:cxn>
                  <a:cxn ang="0">
                    <a:pos x="2435" y="168"/>
                  </a:cxn>
                  <a:cxn ang="0">
                    <a:pos x="2538" y="102"/>
                  </a:cxn>
                  <a:cxn ang="0">
                    <a:pos x="2726" y="118"/>
                  </a:cxn>
                  <a:cxn ang="0">
                    <a:pos x="2566" y="2"/>
                  </a:cxn>
                  <a:cxn ang="0">
                    <a:pos x="2399" y="59"/>
                  </a:cxn>
                  <a:cxn ang="0">
                    <a:pos x="2293" y="190"/>
                  </a:cxn>
                  <a:cxn ang="0">
                    <a:pos x="2272" y="380"/>
                  </a:cxn>
                  <a:cxn ang="0">
                    <a:pos x="2333" y="534"/>
                  </a:cxn>
                  <a:cxn ang="0">
                    <a:pos x="2467" y="623"/>
                  </a:cxn>
                  <a:cxn ang="0">
                    <a:pos x="2684" y="632"/>
                  </a:cxn>
                  <a:cxn ang="0">
                    <a:pos x="1776" y="631"/>
                  </a:cxn>
                  <a:cxn ang="0">
                    <a:pos x="1717" y="518"/>
                  </a:cxn>
                  <a:cxn ang="0">
                    <a:pos x="1447" y="10"/>
                  </a:cxn>
                  <a:cxn ang="0">
                    <a:pos x="1210" y="97"/>
                  </a:cxn>
                  <a:cxn ang="0">
                    <a:pos x="1281" y="178"/>
                  </a:cxn>
                  <a:cxn ang="0">
                    <a:pos x="1231" y="277"/>
                  </a:cxn>
                  <a:cxn ang="0">
                    <a:pos x="1090" y="375"/>
                  </a:cxn>
                  <a:cxn ang="0">
                    <a:pos x="1233" y="415"/>
                  </a:cxn>
                  <a:cxn ang="0">
                    <a:pos x="1297" y="622"/>
                  </a:cxn>
                  <a:cxn ang="0">
                    <a:pos x="1362" y="436"/>
                  </a:cxn>
                  <a:cxn ang="0">
                    <a:pos x="1282" y="337"/>
                  </a:cxn>
                  <a:cxn ang="0">
                    <a:pos x="1374" y="258"/>
                  </a:cxn>
                  <a:cxn ang="0">
                    <a:pos x="1373" y="94"/>
                  </a:cxn>
                  <a:cxn ang="0">
                    <a:pos x="1263" y="17"/>
                  </a:cxn>
                  <a:cxn ang="0">
                    <a:pos x="995" y="15"/>
                  </a:cxn>
                  <a:cxn ang="0">
                    <a:pos x="879" y="537"/>
                  </a:cxn>
                  <a:cxn ang="0">
                    <a:pos x="118" y="637"/>
                  </a:cxn>
                  <a:cxn ang="0">
                    <a:pos x="303" y="613"/>
                  </a:cxn>
                  <a:cxn ang="0">
                    <a:pos x="388" y="526"/>
                  </a:cxn>
                  <a:cxn ang="0">
                    <a:pos x="373" y="355"/>
                  </a:cxn>
                  <a:cxn ang="0">
                    <a:pos x="190" y="247"/>
                  </a:cxn>
                  <a:cxn ang="0">
                    <a:pos x="125" y="177"/>
                  </a:cxn>
                  <a:cxn ang="0">
                    <a:pos x="163" y="107"/>
                  </a:cxn>
                  <a:cxn ang="0">
                    <a:pos x="317" y="108"/>
                  </a:cxn>
                  <a:cxn ang="0">
                    <a:pos x="254" y="1"/>
                  </a:cxn>
                  <a:cxn ang="0">
                    <a:pos x="44" y="77"/>
                  </a:cxn>
                  <a:cxn ang="0">
                    <a:pos x="29" y="253"/>
                  </a:cxn>
                  <a:cxn ang="0">
                    <a:pos x="178" y="359"/>
                  </a:cxn>
                  <a:cxn ang="0">
                    <a:pos x="284" y="437"/>
                  </a:cxn>
                  <a:cxn ang="0">
                    <a:pos x="259" y="524"/>
                  </a:cxn>
                  <a:cxn ang="0">
                    <a:pos x="112" y="540"/>
                  </a:cxn>
                </a:cxnLst>
                <a:rect l="0" t="0" r="r" b="b"/>
                <a:pathLst>
                  <a:path w="3691" h="641">
                    <a:moveTo>
                      <a:pt x="3288" y="601"/>
                    </a:moveTo>
                    <a:lnTo>
                      <a:pt x="3302" y="609"/>
                    </a:lnTo>
                    <a:lnTo>
                      <a:pt x="3319" y="616"/>
                    </a:lnTo>
                    <a:lnTo>
                      <a:pt x="3338" y="622"/>
                    </a:lnTo>
                    <a:lnTo>
                      <a:pt x="3360" y="629"/>
                    </a:lnTo>
                    <a:lnTo>
                      <a:pt x="3382" y="634"/>
                    </a:lnTo>
                    <a:lnTo>
                      <a:pt x="3406" y="637"/>
                    </a:lnTo>
                    <a:lnTo>
                      <a:pt x="3431" y="640"/>
                    </a:lnTo>
                    <a:lnTo>
                      <a:pt x="3455" y="641"/>
                    </a:lnTo>
                    <a:lnTo>
                      <a:pt x="3484" y="640"/>
                    </a:lnTo>
                    <a:lnTo>
                      <a:pt x="3511" y="637"/>
                    </a:lnTo>
                    <a:lnTo>
                      <a:pt x="3524" y="635"/>
                    </a:lnTo>
                    <a:lnTo>
                      <a:pt x="3536" y="632"/>
                    </a:lnTo>
                    <a:lnTo>
                      <a:pt x="3548" y="629"/>
                    </a:lnTo>
                    <a:lnTo>
                      <a:pt x="3559" y="625"/>
                    </a:lnTo>
                    <a:lnTo>
                      <a:pt x="3570" y="621"/>
                    </a:lnTo>
                    <a:lnTo>
                      <a:pt x="3581" y="617"/>
                    </a:lnTo>
                    <a:lnTo>
                      <a:pt x="3590" y="613"/>
                    </a:lnTo>
                    <a:lnTo>
                      <a:pt x="3600" y="608"/>
                    </a:lnTo>
                    <a:lnTo>
                      <a:pt x="3608" y="603"/>
                    </a:lnTo>
                    <a:lnTo>
                      <a:pt x="3618" y="597"/>
                    </a:lnTo>
                    <a:lnTo>
                      <a:pt x="3625" y="591"/>
                    </a:lnTo>
                    <a:lnTo>
                      <a:pt x="3633" y="584"/>
                    </a:lnTo>
                    <a:lnTo>
                      <a:pt x="3639" y="578"/>
                    </a:lnTo>
                    <a:lnTo>
                      <a:pt x="3646" y="571"/>
                    </a:lnTo>
                    <a:lnTo>
                      <a:pt x="3653" y="564"/>
                    </a:lnTo>
                    <a:lnTo>
                      <a:pt x="3658" y="557"/>
                    </a:lnTo>
                    <a:lnTo>
                      <a:pt x="3668" y="541"/>
                    </a:lnTo>
                    <a:lnTo>
                      <a:pt x="3676" y="526"/>
                    </a:lnTo>
                    <a:lnTo>
                      <a:pt x="3682" y="508"/>
                    </a:lnTo>
                    <a:lnTo>
                      <a:pt x="3687" y="491"/>
                    </a:lnTo>
                    <a:lnTo>
                      <a:pt x="3690" y="472"/>
                    </a:lnTo>
                    <a:lnTo>
                      <a:pt x="3691" y="454"/>
                    </a:lnTo>
                    <a:lnTo>
                      <a:pt x="3690" y="437"/>
                    </a:lnTo>
                    <a:lnTo>
                      <a:pt x="3688" y="422"/>
                    </a:lnTo>
                    <a:lnTo>
                      <a:pt x="3684" y="407"/>
                    </a:lnTo>
                    <a:lnTo>
                      <a:pt x="3680" y="393"/>
                    </a:lnTo>
                    <a:lnTo>
                      <a:pt x="3675" y="380"/>
                    </a:lnTo>
                    <a:lnTo>
                      <a:pt x="3668" y="367"/>
                    </a:lnTo>
                    <a:lnTo>
                      <a:pt x="3660" y="355"/>
                    </a:lnTo>
                    <a:lnTo>
                      <a:pt x="3651" y="344"/>
                    </a:lnTo>
                    <a:lnTo>
                      <a:pt x="3640" y="332"/>
                    </a:lnTo>
                    <a:lnTo>
                      <a:pt x="3629" y="322"/>
                    </a:lnTo>
                    <a:lnTo>
                      <a:pt x="3616" y="313"/>
                    </a:lnTo>
                    <a:lnTo>
                      <a:pt x="3601" y="303"/>
                    </a:lnTo>
                    <a:lnTo>
                      <a:pt x="3586" y="294"/>
                    </a:lnTo>
                    <a:lnTo>
                      <a:pt x="3568" y="286"/>
                    </a:lnTo>
                    <a:lnTo>
                      <a:pt x="3550" y="278"/>
                    </a:lnTo>
                    <a:lnTo>
                      <a:pt x="3530" y="270"/>
                    </a:lnTo>
                    <a:lnTo>
                      <a:pt x="3502" y="258"/>
                    </a:lnTo>
                    <a:lnTo>
                      <a:pt x="3477" y="247"/>
                    </a:lnTo>
                    <a:lnTo>
                      <a:pt x="3467" y="242"/>
                    </a:lnTo>
                    <a:lnTo>
                      <a:pt x="3457" y="236"/>
                    </a:lnTo>
                    <a:lnTo>
                      <a:pt x="3448" y="230"/>
                    </a:lnTo>
                    <a:lnTo>
                      <a:pt x="3441" y="224"/>
                    </a:lnTo>
                    <a:lnTo>
                      <a:pt x="3434" y="219"/>
                    </a:lnTo>
                    <a:lnTo>
                      <a:pt x="3428" y="213"/>
                    </a:lnTo>
                    <a:lnTo>
                      <a:pt x="3423" y="206"/>
                    </a:lnTo>
                    <a:lnTo>
                      <a:pt x="3419" y="200"/>
                    </a:lnTo>
                    <a:lnTo>
                      <a:pt x="3416" y="192"/>
                    </a:lnTo>
                    <a:lnTo>
                      <a:pt x="3414" y="184"/>
                    </a:lnTo>
                    <a:lnTo>
                      <a:pt x="3412" y="177"/>
                    </a:lnTo>
                    <a:lnTo>
                      <a:pt x="3412" y="168"/>
                    </a:lnTo>
                    <a:lnTo>
                      <a:pt x="3412" y="162"/>
                    </a:lnTo>
                    <a:lnTo>
                      <a:pt x="3413" y="154"/>
                    </a:lnTo>
                    <a:lnTo>
                      <a:pt x="3415" y="147"/>
                    </a:lnTo>
                    <a:lnTo>
                      <a:pt x="3418" y="141"/>
                    </a:lnTo>
                    <a:lnTo>
                      <a:pt x="3421" y="135"/>
                    </a:lnTo>
                    <a:lnTo>
                      <a:pt x="3426" y="129"/>
                    </a:lnTo>
                    <a:lnTo>
                      <a:pt x="3431" y="122"/>
                    </a:lnTo>
                    <a:lnTo>
                      <a:pt x="3437" y="117"/>
                    </a:lnTo>
                    <a:lnTo>
                      <a:pt x="3443" y="112"/>
                    </a:lnTo>
                    <a:lnTo>
                      <a:pt x="3450" y="107"/>
                    </a:lnTo>
                    <a:lnTo>
                      <a:pt x="3459" y="103"/>
                    </a:lnTo>
                    <a:lnTo>
                      <a:pt x="3469" y="100"/>
                    </a:lnTo>
                    <a:lnTo>
                      <a:pt x="3479" y="97"/>
                    </a:lnTo>
                    <a:lnTo>
                      <a:pt x="3489" y="95"/>
                    </a:lnTo>
                    <a:lnTo>
                      <a:pt x="3502" y="94"/>
                    </a:lnTo>
                    <a:lnTo>
                      <a:pt x="3515" y="94"/>
                    </a:lnTo>
                    <a:lnTo>
                      <a:pt x="3535" y="94"/>
                    </a:lnTo>
                    <a:lnTo>
                      <a:pt x="3555" y="96"/>
                    </a:lnTo>
                    <a:lnTo>
                      <a:pt x="3573" y="100"/>
                    </a:lnTo>
                    <a:lnTo>
                      <a:pt x="3590" y="104"/>
                    </a:lnTo>
                    <a:lnTo>
                      <a:pt x="3604" y="108"/>
                    </a:lnTo>
                    <a:lnTo>
                      <a:pt x="3618" y="113"/>
                    </a:lnTo>
                    <a:lnTo>
                      <a:pt x="3629" y="118"/>
                    </a:lnTo>
                    <a:lnTo>
                      <a:pt x="3638" y="122"/>
                    </a:lnTo>
                    <a:lnTo>
                      <a:pt x="3666" y="31"/>
                    </a:lnTo>
                    <a:lnTo>
                      <a:pt x="3653" y="25"/>
                    </a:lnTo>
                    <a:lnTo>
                      <a:pt x="3638" y="20"/>
                    </a:lnTo>
                    <a:lnTo>
                      <a:pt x="3622" y="14"/>
                    </a:lnTo>
                    <a:lnTo>
                      <a:pt x="3604" y="9"/>
                    </a:lnTo>
                    <a:lnTo>
                      <a:pt x="3585" y="6"/>
                    </a:lnTo>
                    <a:lnTo>
                      <a:pt x="3564" y="3"/>
                    </a:lnTo>
                    <a:lnTo>
                      <a:pt x="3542" y="1"/>
                    </a:lnTo>
                    <a:lnTo>
                      <a:pt x="3517" y="0"/>
                    </a:lnTo>
                    <a:lnTo>
                      <a:pt x="3492" y="1"/>
                    </a:lnTo>
                    <a:lnTo>
                      <a:pt x="3469" y="4"/>
                    </a:lnTo>
                    <a:lnTo>
                      <a:pt x="3447" y="8"/>
                    </a:lnTo>
                    <a:lnTo>
                      <a:pt x="3426" y="14"/>
                    </a:lnTo>
                    <a:lnTo>
                      <a:pt x="3406" y="22"/>
                    </a:lnTo>
                    <a:lnTo>
                      <a:pt x="3389" y="30"/>
                    </a:lnTo>
                    <a:lnTo>
                      <a:pt x="3372" y="40"/>
                    </a:lnTo>
                    <a:lnTo>
                      <a:pt x="3357" y="51"/>
                    </a:lnTo>
                    <a:lnTo>
                      <a:pt x="3343" y="64"/>
                    </a:lnTo>
                    <a:lnTo>
                      <a:pt x="3331" y="77"/>
                    </a:lnTo>
                    <a:lnTo>
                      <a:pt x="3322" y="93"/>
                    </a:lnTo>
                    <a:lnTo>
                      <a:pt x="3312" y="108"/>
                    </a:lnTo>
                    <a:lnTo>
                      <a:pt x="3306" y="124"/>
                    </a:lnTo>
                    <a:lnTo>
                      <a:pt x="3301" y="142"/>
                    </a:lnTo>
                    <a:lnTo>
                      <a:pt x="3298" y="159"/>
                    </a:lnTo>
                    <a:lnTo>
                      <a:pt x="3297" y="179"/>
                    </a:lnTo>
                    <a:lnTo>
                      <a:pt x="3298" y="194"/>
                    </a:lnTo>
                    <a:lnTo>
                      <a:pt x="3300" y="211"/>
                    </a:lnTo>
                    <a:lnTo>
                      <a:pt x="3304" y="225"/>
                    </a:lnTo>
                    <a:lnTo>
                      <a:pt x="3309" y="240"/>
                    </a:lnTo>
                    <a:lnTo>
                      <a:pt x="3316" y="253"/>
                    </a:lnTo>
                    <a:lnTo>
                      <a:pt x="3324" y="265"/>
                    </a:lnTo>
                    <a:lnTo>
                      <a:pt x="3333" y="277"/>
                    </a:lnTo>
                    <a:lnTo>
                      <a:pt x="3343" y="288"/>
                    </a:lnTo>
                    <a:lnTo>
                      <a:pt x="3355" y="299"/>
                    </a:lnTo>
                    <a:lnTo>
                      <a:pt x="3367" y="310"/>
                    </a:lnTo>
                    <a:lnTo>
                      <a:pt x="3381" y="319"/>
                    </a:lnTo>
                    <a:lnTo>
                      <a:pt x="3396" y="328"/>
                    </a:lnTo>
                    <a:lnTo>
                      <a:pt x="3412" y="336"/>
                    </a:lnTo>
                    <a:lnTo>
                      <a:pt x="3429" y="345"/>
                    </a:lnTo>
                    <a:lnTo>
                      <a:pt x="3447" y="352"/>
                    </a:lnTo>
                    <a:lnTo>
                      <a:pt x="3466" y="359"/>
                    </a:lnTo>
                    <a:lnTo>
                      <a:pt x="3492" y="369"/>
                    </a:lnTo>
                    <a:lnTo>
                      <a:pt x="3516" y="381"/>
                    </a:lnTo>
                    <a:lnTo>
                      <a:pt x="3525" y="386"/>
                    </a:lnTo>
                    <a:lnTo>
                      <a:pt x="3534" y="392"/>
                    </a:lnTo>
                    <a:lnTo>
                      <a:pt x="3543" y="397"/>
                    </a:lnTo>
                    <a:lnTo>
                      <a:pt x="3550" y="403"/>
                    </a:lnTo>
                    <a:lnTo>
                      <a:pt x="3556" y="409"/>
                    </a:lnTo>
                    <a:lnTo>
                      <a:pt x="3561" y="417"/>
                    </a:lnTo>
                    <a:lnTo>
                      <a:pt x="3565" y="423"/>
                    </a:lnTo>
                    <a:lnTo>
                      <a:pt x="3569" y="430"/>
                    </a:lnTo>
                    <a:lnTo>
                      <a:pt x="3571" y="437"/>
                    </a:lnTo>
                    <a:lnTo>
                      <a:pt x="3573" y="445"/>
                    </a:lnTo>
                    <a:lnTo>
                      <a:pt x="3575" y="454"/>
                    </a:lnTo>
                    <a:lnTo>
                      <a:pt x="3576" y="462"/>
                    </a:lnTo>
                    <a:lnTo>
                      <a:pt x="3575" y="471"/>
                    </a:lnTo>
                    <a:lnTo>
                      <a:pt x="3573" y="480"/>
                    </a:lnTo>
                    <a:lnTo>
                      <a:pt x="3571" y="489"/>
                    </a:lnTo>
                    <a:lnTo>
                      <a:pt x="3567" y="497"/>
                    </a:lnTo>
                    <a:lnTo>
                      <a:pt x="3563" y="504"/>
                    </a:lnTo>
                    <a:lnTo>
                      <a:pt x="3558" y="511"/>
                    </a:lnTo>
                    <a:lnTo>
                      <a:pt x="3553" y="517"/>
                    </a:lnTo>
                    <a:lnTo>
                      <a:pt x="3546" y="524"/>
                    </a:lnTo>
                    <a:lnTo>
                      <a:pt x="3539" y="529"/>
                    </a:lnTo>
                    <a:lnTo>
                      <a:pt x="3530" y="533"/>
                    </a:lnTo>
                    <a:lnTo>
                      <a:pt x="3521" y="537"/>
                    </a:lnTo>
                    <a:lnTo>
                      <a:pt x="3511" y="540"/>
                    </a:lnTo>
                    <a:lnTo>
                      <a:pt x="3500" y="543"/>
                    </a:lnTo>
                    <a:lnTo>
                      <a:pt x="3488" y="545"/>
                    </a:lnTo>
                    <a:lnTo>
                      <a:pt x="3476" y="546"/>
                    </a:lnTo>
                    <a:lnTo>
                      <a:pt x="3463" y="546"/>
                    </a:lnTo>
                    <a:lnTo>
                      <a:pt x="3441" y="546"/>
                    </a:lnTo>
                    <a:lnTo>
                      <a:pt x="3420" y="543"/>
                    </a:lnTo>
                    <a:lnTo>
                      <a:pt x="3400" y="540"/>
                    </a:lnTo>
                    <a:lnTo>
                      <a:pt x="3379" y="535"/>
                    </a:lnTo>
                    <a:lnTo>
                      <a:pt x="3361" y="529"/>
                    </a:lnTo>
                    <a:lnTo>
                      <a:pt x="3343" y="523"/>
                    </a:lnTo>
                    <a:lnTo>
                      <a:pt x="3327" y="514"/>
                    </a:lnTo>
                    <a:lnTo>
                      <a:pt x="3312" y="507"/>
                    </a:lnTo>
                    <a:lnTo>
                      <a:pt x="3288" y="601"/>
                    </a:lnTo>
                    <a:close/>
                    <a:moveTo>
                      <a:pt x="3188" y="263"/>
                    </a:moveTo>
                    <a:lnTo>
                      <a:pt x="2955" y="263"/>
                    </a:lnTo>
                    <a:lnTo>
                      <a:pt x="2955" y="104"/>
                    </a:lnTo>
                    <a:lnTo>
                      <a:pt x="3202" y="104"/>
                    </a:lnTo>
                    <a:lnTo>
                      <a:pt x="3202" y="10"/>
                    </a:lnTo>
                    <a:lnTo>
                      <a:pt x="2841" y="10"/>
                    </a:lnTo>
                    <a:lnTo>
                      <a:pt x="2841" y="631"/>
                    </a:lnTo>
                    <a:lnTo>
                      <a:pt x="3216" y="631"/>
                    </a:lnTo>
                    <a:lnTo>
                      <a:pt x="3216" y="537"/>
                    </a:lnTo>
                    <a:lnTo>
                      <a:pt x="2955" y="537"/>
                    </a:lnTo>
                    <a:lnTo>
                      <a:pt x="2955" y="355"/>
                    </a:lnTo>
                    <a:lnTo>
                      <a:pt x="3188" y="355"/>
                    </a:lnTo>
                    <a:lnTo>
                      <a:pt x="3188" y="263"/>
                    </a:lnTo>
                    <a:close/>
                    <a:moveTo>
                      <a:pt x="2727" y="523"/>
                    </a:moveTo>
                    <a:lnTo>
                      <a:pt x="2714" y="528"/>
                    </a:lnTo>
                    <a:lnTo>
                      <a:pt x="2701" y="532"/>
                    </a:lnTo>
                    <a:lnTo>
                      <a:pt x="2687" y="536"/>
                    </a:lnTo>
                    <a:lnTo>
                      <a:pt x="2671" y="539"/>
                    </a:lnTo>
                    <a:lnTo>
                      <a:pt x="2655" y="542"/>
                    </a:lnTo>
                    <a:lnTo>
                      <a:pt x="2637" y="544"/>
                    </a:lnTo>
                    <a:lnTo>
                      <a:pt x="2621" y="545"/>
                    </a:lnTo>
                    <a:lnTo>
                      <a:pt x="2604" y="545"/>
                    </a:lnTo>
                    <a:lnTo>
                      <a:pt x="2590" y="545"/>
                    </a:lnTo>
                    <a:lnTo>
                      <a:pt x="2579" y="544"/>
                    </a:lnTo>
                    <a:lnTo>
                      <a:pt x="2567" y="543"/>
                    </a:lnTo>
                    <a:lnTo>
                      <a:pt x="2555" y="541"/>
                    </a:lnTo>
                    <a:lnTo>
                      <a:pt x="2544" y="539"/>
                    </a:lnTo>
                    <a:lnTo>
                      <a:pt x="2533" y="537"/>
                    </a:lnTo>
                    <a:lnTo>
                      <a:pt x="2522" y="534"/>
                    </a:lnTo>
                    <a:lnTo>
                      <a:pt x="2512" y="530"/>
                    </a:lnTo>
                    <a:lnTo>
                      <a:pt x="2502" y="526"/>
                    </a:lnTo>
                    <a:lnTo>
                      <a:pt x="2493" y="522"/>
                    </a:lnTo>
                    <a:lnTo>
                      <a:pt x="2483" y="516"/>
                    </a:lnTo>
                    <a:lnTo>
                      <a:pt x="2475" y="511"/>
                    </a:lnTo>
                    <a:lnTo>
                      <a:pt x="2467" y="505"/>
                    </a:lnTo>
                    <a:lnTo>
                      <a:pt x="2459" y="499"/>
                    </a:lnTo>
                    <a:lnTo>
                      <a:pt x="2451" y="492"/>
                    </a:lnTo>
                    <a:lnTo>
                      <a:pt x="2444" y="486"/>
                    </a:lnTo>
                    <a:lnTo>
                      <a:pt x="2437" y="477"/>
                    </a:lnTo>
                    <a:lnTo>
                      <a:pt x="2431" y="470"/>
                    </a:lnTo>
                    <a:lnTo>
                      <a:pt x="2426" y="462"/>
                    </a:lnTo>
                    <a:lnTo>
                      <a:pt x="2420" y="453"/>
                    </a:lnTo>
                    <a:lnTo>
                      <a:pt x="2414" y="443"/>
                    </a:lnTo>
                    <a:lnTo>
                      <a:pt x="2410" y="434"/>
                    </a:lnTo>
                    <a:lnTo>
                      <a:pt x="2406" y="425"/>
                    </a:lnTo>
                    <a:lnTo>
                      <a:pt x="2402" y="415"/>
                    </a:lnTo>
                    <a:lnTo>
                      <a:pt x="2396" y="393"/>
                    </a:lnTo>
                    <a:lnTo>
                      <a:pt x="2391" y="371"/>
                    </a:lnTo>
                    <a:lnTo>
                      <a:pt x="2389" y="347"/>
                    </a:lnTo>
                    <a:lnTo>
                      <a:pt x="2388" y="322"/>
                    </a:lnTo>
                    <a:lnTo>
                      <a:pt x="2388" y="309"/>
                    </a:lnTo>
                    <a:lnTo>
                      <a:pt x="2389" y="295"/>
                    </a:lnTo>
                    <a:lnTo>
                      <a:pt x="2390" y="282"/>
                    </a:lnTo>
                    <a:lnTo>
                      <a:pt x="2392" y="270"/>
                    </a:lnTo>
                    <a:lnTo>
                      <a:pt x="2394" y="257"/>
                    </a:lnTo>
                    <a:lnTo>
                      <a:pt x="2397" y="246"/>
                    </a:lnTo>
                    <a:lnTo>
                      <a:pt x="2400" y="235"/>
                    </a:lnTo>
                    <a:lnTo>
                      <a:pt x="2403" y="223"/>
                    </a:lnTo>
                    <a:lnTo>
                      <a:pt x="2408" y="213"/>
                    </a:lnTo>
                    <a:lnTo>
                      <a:pt x="2412" y="203"/>
                    </a:lnTo>
                    <a:lnTo>
                      <a:pt x="2418" y="193"/>
                    </a:lnTo>
                    <a:lnTo>
                      <a:pt x="2423" y="184"/>
                    </a:lnTo>
                    <a:lnTo>
                      <a:pt x="2429" y="176"/>
                    </a:lnTo>
                    <a:lnTo>
                      <a:pt x="2435" y="168"/>
                    </a:lnTo>
                    <a:lnTo>
                      <a:pt x="2441" y="159"/>
                    </a:lnTo>
                    <a:lnTo>
                      <a:pt x="2448" y="152"/>
                    </a:lnTo>
                    <a:lnTo>
                      <a:pt x="2457" y="145"/>
                    </a:lnTo>
                    <a:lnTo>
                      <a:pt x="2464" y="139"/>
                    </a:lnTo>
                    <a:lnTo>
                      <a:pt x="2472" y="133"/>
                    </a:lnTo>
                    <a:lnTo>
                      <a:pt x="2480" y="127"/>
                    </a:lnTo>
                    <a:lnTo>
                      <a:pt x="2489" y="121"/>
                    </a:lnTo>
                    <a:lnTo>
                      <a:pt x="2499" y="117"/>
                    </a:lnTo>
                    <a:lnTo>
                      <a:pt x="2508" y="112"/>
                    </a:lnTo>
                    <a:lnTo>
                      <a:pt x="2517" y="109"/>
                    </a:lnTo>
                    <a:lnTo>
                      <a:pt x="2538" y="102"/>
                    </a:lnTo>
                    <a:lnTo>
                      <a:pt x="2559" y="98"/>
                    </a:lnTo>
                    <a:lnTo>
                      <a:pt x="2582" y="95"/>
                    </a:lnTo>
                    <a:lnTo>
                      <a:pt x="2605" y="94"/>
                    </a:lnTo>
                    <a:lnTo>
                      <a:pt x="2623" y="95"/>
                    </a:lnTo>
                    <a:lnTo>
                      <a:pt x="2641" y="96"/>
                    </a:lnTo>
                    <a:lnTo>
                      <a:pt x="2658" y="98"/>
                    </a:lnTo>
                    <a:lnTo>
                      <a:pt x="2673" y="101"/>
                    </a:lnTo>
                    <a:lnTo>
                      <a:pt x="2688" y="105"/>
                    </a:lnTo>
                    <a:lnTo>
                      <a:pt x="2701" y="109"/>
                    </a:lnTo>
                    <a:lnTo>
                      <a:pt x="2714" y="113"/>
                    </a:lnTo>
                    <a:lnTo>
                      <a:pt x="2726" y="118"/>
                    </a:lnTo>
                    <a:lnTo>
                      <a:pt x="2750" y="28"/>
                    </a:lnTo>
                    <a:lnTo>
                      <a:pt x="2740" y="24"/>
                    </a:lnTo>
                    <a:lnTo>
                      <a:pt x="2728" y="19"/>
                    </a:lnTo>
                    <a:lnTo>
                      <a:pt x="2712" y="13"/>
                    </a:lnTo>
                    <a:lnTo>
                      <a:pt x="2695" y="9"/>
                    </a:lnTo>
                    <a:lnTo>
                      <a:pt x="2674" y="6"/>
                    </a:lnTo>
                    <a:lnTo>
                      <a:pt x="2652" y="3"/>
                    </a:lnTo>
                    <a:lnTo>
                      <a:pt x="2627" y="1"/>
                    </a:lnTo>
                    <a:lnTo>
                      <a:pt x="2600" y="0"/>
                    </a:lnTo>
                    <a:lnTo>
                      <a:pt x="2583" y="1"/>
                    </a:lnTo>
                    <a:lnTo>
                      <a:pt x="2566" y="2"/>
                    </a:lnTo>
                    <a:lnTo>
                      <a:pt x="2548" y="4"/>
                    </a:lnTo>
                    <a:lnTo>
                      <a:pt x="2532" y="6"/>
                    </a:lnTo>
                    <a:lnTo>
                      <a:pt x="2515" y="9"/>
                    </a:lnTo>
                    <a:lnTo>
                      <a:pt x="2499" y="13"/>
                    </a:lnTo>
                    <a:lnTo>
                      <a:pt x="2483" y="17"/>
                    </a:lnTo>
                    <a:lnTo>
                      <a:pt x="2468" y="23"/>
                    </a:lnTo>
                    <a:lnTo>
                      <a:pt x="2454" y="29"/>
                    </a:lnTo>
                    <a:lnTo>
                      <a:pt x="2439" y="35"/>
                    </a:lnTo>
                    <a:lnTo>
                      <a:pt x="2426" y="42"/>
                    </a:lnTo>
                    <a:lnTo>
                      <a:pt x="2411" y="50"/>
                    </a:lnTo>
                    <a:lnTo>
                      <a:pt x="2399" y="59"/>
                    </a:lnTo>
                    <a:lnTo>
                      <a:pt x="2387" y="68"/>
                    </a:lnTo>
                    <a:lnTo>
                      <a:pt x="2374" y="77"/>
                    </a:lnTo>
                    <a:lnTo>
                      <a:pt x="2363" y="87"/>
                    </a:lnTo>
                    <a:lnTo>
                      <a:pt x="2352" y="99"/>
                    </a:lnTo>
                    <a:lnTo>
                      <a:pt x="2342" y="110"/>
                    </a:lnTo>
                    <a:lnTo>
                      <a:pt x="2332" y="122"/>
                    </a:lnTo>
                    <a:lnTo>
                      <a:pt x="2323" y="135"/>
                    </a:lnTo>
                    <a:lnTo>
                      <a:pt x="2315" y="148"/>
                    </a:lnTo>
                    <a:lnTo>
                      <a:pt x="2307" y="162"/>
                    </a:lnTo>
                    <a:lnTo>
                      <a:pt x="2300" y="176"/>
                    </a:lnTo>
                    <a:lnTo>
                      <a:pt x="2293" y="190"/>
                    </a:lnTo>
                    <a:lnTo>
                      <a:pt x="2288" y="206"/>
                    </a:lnTo>
                    <a:lnTo>
                      <a:pt x="2283" y="222"/>
                    </a:lnTo>
                    <a:lnTo>
                      <a:pt x="2278" y="239"/>
                    </a:lnTo>
                    <a:lnTo>
                      <a:pt x="2275" y="255"/>
                    </a:lnTo>
                    <a:lnTo>
                      <a:pt x="2272" y="273"/>
                    </a:lnTo>
                    <a:lnTo>
                      <a:pt x="2270" y="290"/>
                    </a:lnTo>
                    <a:lnTo>
                      <a:pt x="2269" y="309"/>
                    </a:lnTo>
                    <a:lnTo>
                      <a:pt x="2269" y="328"/>
                    </a:lnTo>
                    <a:lnTo>
                      <a:pt x="2269" y="346"/>
                    </a:lnTo>
                    <a:lnTo>
                      <a:pt x="2270" y="362"/>
                    </a:lnTo>
                    <a:lnTo>
                      <a:pt x="2272" y="380"/>
                    </a:lnTo>
                    <a:lnTo>
                      <a:pt x="2274" y="395"/>
                    </a:lnTo>
                    <a:lnTo>
                      <a:pt x="2277" y="412"/>
                    </a:lnTo>
                    <a:lnTo>
                      <a:pt x="2281" y="427"/>
                    </a:lnTo>
                    <a:lnTo>
                      <a:pt x="2285" y="441"/>
                    </a:lnTo>
                    <a:lnTo>
                      <a:pt x="2290" y="457"/>
                    </a:lnTo>
                    <a:lnTo>
                      <a:pt x="2295" y="470"/>
                    </a:lnTo>
                    <a:lnTo>
                      <a:pt x="2302" y="484"/>
                    </a:lnTo>
                    <a:lnTo>
                      <a:pt x="2309" y="497"/>
                    </a:lnTo>
                    <a:lnTo>
                      <a:pt x="2317" y="509"/>
                    </a:lnTo>
                    <a:lnTo>
                      <a:pt x="2325" y="522"/>
                    </a:lnTo>
                    <a:lnTo>
                      <a:pt x="2333" y="534"/>
                    </a:lnTo>
                    <a:lnTo>
                      <a:pt x="2343" y="544"/>
                    </a:lnTo>
                    <a:lnTo>
                      <a:pt x="2353" y="555"/>
                    </a:lnTo>
                    <a:lnTo>
                      <a:pt x="2363" y="565"/>
                    </a:lnTo>
                    <a:lnTo>
                      <a:pt x="2374" y="574"/>
                    </a:lnTo>
                    <a:lnTo>
                      <a:pt x="2386" y="583"/>
                    </a:lnTo>
                    <a:lnTo>
                      <a:pt x="2398" y="592"/>
                    </a:lnTo>
                    <a:lnTo>
                      <a:pt x="2411" y="599"/>
                    </a:lnTo>
                    <a:lnTo>
                      <a:pt x="2424" y="606"/>
                    </a:lnTo>
                    <a:lnTo>
                      <a:pt x="2438" y="612"/>
                    </a:lnTo>
                    <a:lnTo>
                      <a:pt x="2452" y="618"/>
                    </a:lnTo>
                    <a:lnTo>
                      <a:pt x="2467" y="623"/>
                    </a:lnTo>
                    <a:lnTo>
                      <a:pt x="2482" y="628"/>
                    </a:lnTo>
                    <a:lnTo>
                      <a:pt x="2499" y="632"/>
                    </a:lnTo>
                    <a:lnTo>
                      <a:pt x="2515" y="635"/>
                    </a:lnTo>
                    <a:lnTo>
                      <a:pt x="2532" y="637"/>
                    </a:lnTo>
                    <a:lnTo>
                      <a:pt x="2549" y="639"/>
                    </a:lnTo>
                    <a:lnTo>
                      <a:pt x="2567" y="640"/>
                    </a:lnTo>
                    <a:lnTo>
                      <a:pt x="2585" y="641"/>
                    </a:lnTo>
                    <a:lnTo>
                      <a:pt x="2612" y="640"/>
                    </a:lnTo>
                    <a:lnTo>
                      <a:pt x="2637" y="638"/>
                    </a:lnTo>
                    <a:lnTo>
                      <a:pt x="2661" y="635"/>
                    </a:lnTo>
                    <a:lnTo>
                      <a:pt x="2684" y="632"/>
                    </a:lnTo>
                    <a:lnTo>
                      <a:pt x="2702" y="628"/>
                    </a:lnTo>
                    <a:lnTo>
                      <a:pt x="2720" y="622"/>
                    </a:lnTo>
                    <a:lnTo>
                      <a:pt x="2734" y="617"/>
                    </a:lnTo>
                    <a:lnTo>
                      <a:pt x="2745" y="612"/>
                    </a:lnTo>
                    <a:lnTo>
                      <a:pt x="2727" y="523"/>
                    </a:lnTo>
                    <a:close/>
                    <a:moveTo>
                      <a:pt x="2058" y="10"/>
                    </a:moveTo>
                    <a:lnTo>
                      <a:pt x="2058" y="631"/>
                    </a:lnTo>
                    <a:lnTo>
                      <a:pt x="2171" y="631"/>
                    </a:lnTo>
                    <a:lnTo>
                      <a:pt x="2171" y="10"/>
                    </a:lnTo>
                    <a:lnTo>
                      <a:pt x="2058" y="10"/>
                    </a:lnTo>
                    <a:close/>
                    <a:moveTo>
                      <a:pt x="1776" y="631"/>
                    </a:moveTo>
                    <a:lnTo>
                      <a:pt x="1991" y="10"/>
                    </a:lnTo>
                    <a:lnTo>
                      <a:pt x="1871" y="10"/>
                    </a:lnTo>
                    <a:lnTo>
                      <a:pt x="1780" y="294"/>
                    </a:lnTo>
                    <a:lnTo>
                      <a:pt x="1771" y="322"/>
                    </a:lnTo>
                    <a:lnTo>
                      <a:pt x="1762" y="351"/>
                    </a:lnTo>
                    <a:lnTo>
                      <a:pt x="1754" y="379"/>
                    </a:lnTo>
                    <a:lnTo>
                      <a:pt x="1746" y="407"/>
                    </a:lnTo>
                    <a:lnTo>
                      <a:pt x="1738" y="435"/>
                    </a:lnTo>
                    <a:lnTo>
                      <a:pt x="1730" y="463"/>
                    </a:lnTo>
                    <a:lnTo>
                      <a:pt x="1724" y="491"/>
                    </a:lnTo>
                    <a:lnTo>
                      <a:pt x="1717" y="518"/>
                    </a:lnTo>
                    <a:lnTo>
                      <a:pt x="1715" y="518"/>
                    </a:lnTo>
                    <a:lnTo>
                      <a:pt x="1709" y="491"/>
                    </a:lnTo>
                    <a:lnTo>
                      <a:pt x="1702" y="462"/>
                    </a:lnTo>
                    <a:lnTo>
                      <a:pt x="1695" y="434"/>
                    </a:lnTo>
                    <a:lnTo>
                      <a:pt x="1688" y="406"/>
                    </a:lnTo>
                    <a:lnTo>
                      <a:pt x="1680" y="379"/>
                    </a:lnTo>
                    <a:lnTo>
                      <a:pt x="1672" y="350"/>
                    </a:lnTo>
                    <a:lnTo>
                      <a:pt x="1663" y="321"/>
                    </a:lnTo>
                    <a:lnTo>
                      <a:pt x="1654" y="292"/>
                    </a:lnTo>
                    <a:lnTo>
                      <a:pt x="1570" y="10"/>
                    </a:lnTo>
                    <a:lnTo>
                      <a:pt x="1447" y="10"/>
                    </a:lnTo>
                    <a:lnTo>
                      <a:pt x="1647" y="631"/>
                    </a:lnTo>
                    <a:lnTo>
                      <a:pt x="1776" y="631"/>
                    </a:lnTo>
                    <a:close/>
                    <a:moveTo>
                      <a:pt x="1090" y="97"/>
                    </a:moveTo>
                    <a:lnTo>
                      <a:pt x="1101" y="95"/>
                    </a:lnTo>
                    <a:lnTo>
                      <a:pt x="1117" y="93"/>
                    </a:lnTo>
                    <a:lnTo>
                      <a:pt x="1136" y="92"/>
                    </a:lnTo>
                    <a:lnTo>
                      <a:pt x="1161" y="91"/>
                    </a:lnTo>
                    <a:lnTo>
                      <a:pt x="1174" y="92"/>
                    </a:lnTo>
                    <a:lnTo>
                      <a:pt x="1187" y="93"/>
                    </a:lnTo>
                    <a:lnTo>
                      <a:pt x="1199" y="95"/>
                    </a:lnTo>
                    <a:lnTo>
                      <a:pt x="1210" y="97"/>
                    </a:lnTo>
                    <a:lnTo>
                      <a:pt x="1222" y="100"/>
                    </a:lnTo>
                    <a:lnTo>
                      <a:pt x="1231" y="105"/>
                    </a:lnTo>
                    <a:lnTo>
                      <a:pt x="1240" y="109"/>
                    </a:lnTo>
                    <a:lnTo>
                      <a:pt x="1248" y="115"/>
                    </a:lnTo>
                    <a:lnTo>
                      <a:pt x="1256" y="121"/>
                    </a:lnTo>
                    <a:lnTo>
                      <a:pt x="1263" y="130"/>
                    </a:lnTo>
                    <a:lnTo>
                      <a:pt x="1268" y="137"/>
                    </a:lnTo>
                    <a:lnTo>
                      <a:pt x="1273" y="146"/>
                    </a:lnTo>
                    <a:lnTo>
                      <a:pt x="1277" y="156"/>
                    </a:lnTo>
                    <a:lnTo>
                      <a:pt x="1279" y="167"/>
                    </a:lnTo>
                    <a:lnTo>
                      <a:pt x="1281" y="178"/>
                    </a:lnTo>
                    <a:lnTo>
                      <a:pt x="1281" y="190"/>
                    </a:lnTo>
                    <a:lnTo>
                      <a:pt x="1281" y="202"/>
                    </a:lnTo>
                    <a:lnTo>
                      <a:pt x="1279" y="212"/>
                    </a:lnTo>
                    <a:lnTo>
                      <a:pt x="1277" y="222"/>
                    </a:lnTo>
                    <a:lnTo>
                      <a:pt x="1273" y="232"/>
                    </a:lnTo>
                    <a:lnTo>
                      <a:pt x="1268" y="242"/>
                    </a:lnTo>
                    <a:lnTo>
                      <a:pt x="1263" y="250"/>
                    </a:lnTo>
                    <a:lnTo>
                      <a:pt x="1255" y="257"/>
                    </a:lnTo>
                    <a:lnTo>
                      <a:pt x="1248" y="264"/>
                    </a:lnTo>
                    <a:lnTo>
                      <a:pt x="1240" y="271"/>
                    </a:lnTo>
                    <a:lnTo>
                      <a:pt x="1231" y="277"/>
                    </a:lnTo>
                    <a:lnTo>
                      <a:pt x="1221" y="281"/>
                    </a:lnTo>
                    <a:lnTo>
                      <a:pt x="1209" y="285"/>
                    </a:lnTo>
                    <a:lnTo>
                      <a:pt x="1197" y="288"/>
                    </a:lnTo>
                    <a:lnTo>
                      <a:pt x="1185" y="291"/>
                    </a:lnTo>
                    <a:lnTo>
                      <a:pt x="1171" y="292"/>
                    </a:lnTo>
                    <a:lnTo>
                      <a:pt x="1158" y="292"/>
                    </a:lnTo>
                    <a:lnTo>
                      <a:pt x="1090" y="292"/>
                    </a:lnTo>
                    <a:lnTo>
                      <a:pt x="1090" y="97"/>
                    </a:lnTo>
                    <a:close/>
                    <a:moveTo>
                      <a:pt x="978" y="631"/>
                    </a:moveTo>
                    <a:lnTo>
                      <a:pt x="1090" y="631"/>
                    </a:lnTo>
                    <a:lnTo>
                      <a:pt x="1090" y="375"/>
                    </a:lnTo>
                    <a:lnTo>
                      <a:pt x="1148" y="375"/>
                    </a:lnTo>
                    <a:lnTo>
                      <a:pt x="1159" y="377"/>
                    </a:lnTo>
                    <a:lnTo>
                      <a:pt x="1170" y="378"/>
                    </a:lnTo>
                    <a:lnTo>
                      <a:pt x="1180" y="380"/>
                    </a:lnTo>
                    <a:lnTo>
                      <a:pt x="1190" y="382"/>
                    </a:lnTo>
                    <a:lnTo>
                      <a:pt x="1198" y="385"/>
                    </a:lnTo>
                    <a:lnTo>
                      <a:pt x="1206" y="389"/>
                    </a:lnTo>
                    <a:lnTo>
                      <a:pt x="1213" y="394"/>
                    </a:lnTo>
                    <a:lnTo>
                      <a:pt x="1221" y="400"/>
                    </a:lnTo>
                    <a:lnTo>
                      <a:pt x="1227" y="407"/>
                    </a:lnTo>
                    <a:lnTo>
                      <a:pt x="1233" y="415"/>
                    </a:lnTo>
                    <a:lnTo>
                      <a:pt x="1238" y="424"/>
                    </a:lnTo>
                    <a:lnTo>
                      <a:pt x="1243" y="433"/>
                    </a:lnTo>
                    <a:lnTo>
                      <a:pt x="1247" y="444"/>
                    </a:lnTo>
                    <a:lnTo>
                      <a:pt x="1251" y="457"/>
                    </a:lnTo>
                    <a:lnTo>
                      <a:pt x="1255" y="470"/>
                    </a:lnTo>
                    <a:lnTo>
                      <a:pt x="1259" y="485"/>
                    </a:lnTo>
                    <a:lnTo>
                      <a:pt x="1272" y="537"/>
                    </a:lnTo>
                    <a:lnTo>
                      <a:pt x="1283" y="579"/>
                    </a:lnTo>
                    <a:lnTo>
                      <a:pt x="1288" y="597"/>
                    </a:lnTo>
                    <a:lnTo>
                      <a:pt x="1292" y="611"/>
                    </a:lnTo>
                    <a:lnTo>
                      <a:pt x="1297" y="622"/>
                    </a:lnTo>
                    <a:lnTo>
                      <a:pt x="1301" y="631"/>
                    </a:lnTo>
                    <a:lnTo>
                      <a:pt x="1417" y="631"/>
                    </a:lnTo>
                    <a:lnTo>
                      <a:pt x="1413" y="619"/>
                    </a:lnTo>
                    <a:lnTo>
                      <a:pt x="1406" y="605"/>
                    </a:lnTo>
                    <a:lnTo>
                      <a:pt x="1401" y="585"/>
                    </a:lnTo>
                    <a:lnTo>
                      <a:pt x="1395" y="565"/>
                    </a:lnTo>
                    <a:lnTo>
                      <a:pt x="1389" y="540"/>
                    </a:lnTo>
                    <a:lnTo>
                      <a:pt x="1382" y="514"/>
                    </a:lnTo>
                    <a:lnTo>
                      <a:pt x="1376" y="487"/>
                    </a:lnTo>
                    <a:lnTo>
                      <a:pt x="1368" y="458"/>
                    </a:lnTo>
                    <a:lnTo>
                      <a:pt x="1362" y="436"/>
                    </a:lnTo>
                    <a:lnTo>
                      <a:pt x="1354" y="416"/>
                    </a:lnTo>
                    <a:lnTo>
                      <a:pt x="1346" y="398"/>
                    </a:lnTo>
                    <a:lnTo>
                      <a:pt x="1336" y="382"/>
                    </a:lnTo>
                    <a:lnTo>
                      <a:pt x="1330" y="374"/>
                    </a:lnTo>
                    <a:lnTo>
                      <a:pt x="1324" y="367"/>
                    </a:lnTo>
                    <a:lnTo>
                      <a:pt x="1318" y="361"/>
                    </a:lnTo>
                    <a:lnTo>
                      <a:pt x="1312" y="355"/>
                    </a:lnTo>
                    <a:lnTo>
                      <a:pt x="1305" y="350"/>
                    </a:lnTo>
                    <a:lnTo>
                      <a:pt x="1298" y="346"/>
                    </a:lnTo>
                    <a:lnTo>
                      <a:pt x="1290" y="342"/>
                    </a:lnTo>
                    <a:lnTo>
                      <a:pt x="1282" y="337"/>
                    </a:lnTo>
                    <a:lnTo>
                      <a:pt x="1282" y="335"/>
                    </a:lnTo>
                    <a:lnTo>
                      <a:pt x="1292" y="330"/>
                    </a:lnTo>
                    <a:lnTo>
                      <a:pt x="1304" y="326"/>
                    </a:lnTo>
                    <a:lnTo>
                      <a:pt x="1314" y="320"/>
                    </a:lnTo>
                    <a:lnTo>
                      <a:pt x="1324" y="314"/>
                    </a:lnTo>
                    <a:lnTo>
                      <a:pt x="1334" y="306"/>
                    </a:lnTo>
                    <a:lnTo>
                      <a:pt x="1343" y="298"/>
                    </a:lnTo>
                    <a:lnTo>
                      <a:pt x="1352" y="289"/>
                    </a:lnTo>
                    <a:lnTo>
                      <a:pt x="1360" y="280"/>
                    </a:lnTo>
                    <a:lnTo>
                      <a:pt x="1367" y="270"/>
                    </a:lnTo>
                    <a:lnTo>
                      <a:pt x="1374" y="258"/>
                    </a:lnTo>
                    <a:lnTo>
                      <a:pt x="1380" y="247"/>
                    </a:lnTo>
                    <a:lnTo>
                      <a:pt x="1385" y="235"/>
                    </a:lnTo>
                    <a:lnTo>
                      <a:pt x="1389" y="222"/>
                    </a:lnTo>
                    <a:lnTo>
                      <a:pt x="1392" y="209"/>
                    </a:lnTo>
                    <a:lnTo>
                      <a:pt x="1394" y="194"/>
                    </a:lnTo>
                    <a:lnTo>
                      <a:pt x="1394" y="180"/>
                    </a:lnTo>
                    <a:lnTo>
                      <a:pt x="1393" y="160"/>
                    </a:lnTo>
                    <a:lnTo>
                      <a:pt x="1391" y="142"/>
                    </a:lnTo>
                    <a:lnTo>
                      <a:pt x="1386" y="124"/>
                    </a:lnTo>
                    <a:lnTo>
                      <a:pt x="1381" y="108"/>
                    </a:lnTo>
                    <a:lnTo>
                      <a:pt x="1373" y="94"/>
                    </a:lnTo>
                    <a:lnTo>
                      <a:pt x="1363" y="79"/>
                    </a:lnTo>
                    <a:lnTo>
                      <a:pt x="1353" y="67"/>
                    </a:lnTo>
                    <a:lnTo>
                      <a:pt x="1341" y="56"/>
                    </a:lnTo>
                    <a:lnTo>
                      <a:pt x="1333" y="49"/>
                    </a:lnTo>
                    <a:lnTo>
                      <a:pt x="1324" y="43"/>
                    </a:lnTo>
                    <a:lnTo>
                      <a:pt x="1315" y="38"/>
                    </a:lnTo>
                    <a:lnTo>
                      <a:pt x="1306" y="33"/>
                    </a:lnTo>
                    <a:lnTo>
                      <a:pt x="1296" y="28"/>
                    </a:lnTo>
                    <a:lnTo>
                      <a:pt x="1285" y="24"/>
                    </a:lnTo>
                    <a:lnTo>
                      <a:pt x="1275" y="21"/>
                    </a:lnTo>
                    <a:lnTo>
                      <a:pt x="1263" y="17"/>
                    </a:lnTo>
                    <a:lnTo>
                      <a:pt x="1238" y="12"/>
                    </a:lnTo>
                    <a:lnTo>
                      <a:pt x="1211" y="8"/>
                    </a:lnTo>
                    <a:lnTo>
                      <a:pt x="1181" y="6"/>
                    </a:lnTo>
                    <a:lnTo>
                      <a:pt x="1150" y="5"/>
                    </a:lnTo>
                    <a:lnTo>
                      <a:pt x="1125" y="5"/>
                    </a:lnTo>
                    <a:lnTo>
                      <a:pt x="1101" y="6"/>
                    </a:lnTo>
                    <a:lnTo>
                      <a:pt x="1078" y="7"/>
                    </a:lnTo>
                    <a:lnTo>
                      <a:pt x="1055" y="9"/>
                    </a:lnTo>
                    <a:lnTo>
                      <a:pt x="1034" y="11"/>
                    </a:lnTo>
                    <a:lnTo>
                      <a:pt x="1014" y="13"/>
                    </a:lnTo>
                    <a:lnTo>
                      <a:pt x="995" y="15"/>
                    </a:lnTo>
                    <a:lnTo>
                      <a:pt x="978" y="19"/>
                    </a:lnTo>
                    <a:lnTo>
                      <a:pt x="978" y="631"/>
                    </a:lnTo>
                    <a:close/>
                    <a:moveTo>
                      <a:pt x="852" y="263"/>
                    </a:moveTo>
                    <a:lnTo>
                      <a:pt x="617" y="263"/>
                    </a:lnTo>
                    <a:lnTo>
                      <a:pt x="617" y="104"/>
                    </a:lnTo>
                    <a:lnTo>
                      <a:pt x="865" y="104"/>
                    </a:lnTo>
                    <a:lnTo>
                      <a:pt x="865" y="10"/>
                    </a:lnTo>
                    <a:lnTo>
                      <a:pt x="504" y="10"/>
                    </a:lnTo>
                    <a:lnTo>
                      <a:pt x="504" y="631"/>
                    </a:lnTo>
                    <a:lnTo>
                      <a:pt x="879" y="631"/>
                    </a:lnTo>
                    <a:lnTo>
                      <a:pt x="879" y="537"/>
                    </a:lnTo>
                    <a:lnTo>
                      <a:pt x="617" y="537"/>
                    </a:lnTo>
                    <a:lnTo>
                      <a:pt x="617" y="355"/>
                    </a:lnTo>
                    <a:lnTo>
                      <a:pt x="852" y="355"/>
                    </a:lnTo>
                    <a:lnTo>
                      <a:pt x="852" y="263"/>
                    </a:lnTo>
                    <a:close/>
                    <a:moveTo>
                      <a:pt x="0" y="601"/>
                    </a:moveTo>
                    <a:lnTo>
                      <a:pt x="14" y="609"/>
                    </a:lnTo>
                    <a:lnTo>
                      <a:pt x="32" y="616"/>
                    </a:lnTo>
                    <a:lnTo>
                      <a:pt x="50" y="622"/>
                    </a:lnTo>
                    <a:lnTo>
                      <a:pt x="72" y="629"/>
                    </a:lnTo>
                    <a:lnTo>
                      <a:pt x="94" y="634"/>
                    </a:lnTo>
                    <a:lnTo>
                      <a:pt x="118" y="637"/>
                    </a:lnTo>
                    <a:lnTo>
                      <a:pt x="143" y="640"/>
                    </a:lnTo>
                    <a:lnTo>
                      <a:pt x="167" y="641"/>
                    </a:lnTo>
                    <a:lnTo>
                      <a:pt x="196" y="640"/>
                    </a:lnTo>
                    <a:lnTo>
                      <a:pt x="224" y="637"/>
                    </a:lnTo>
                    <a:lnTo>
                      <a:pt x="236" y="635"/>
                    </a:lnTo>
                    <a:lnTo>
                      <a:pt x="248" y="632"/>
                    </a:lnTo>
                    <a:lnTo>
                      <a:pt x="261" y="629"/>
                    </a:lnTo>
                    <a:lnTo>
                      <a:pt x="272" y="625"/>
                    </a:lnTo>
                    <a:lnTo>
                      <a:pt x="282" y="621"/>
                    </a:lnTo>
                    <a:lnTo>
                      <a:pt x="293" y="617"/>
                    </a:lnTo>
                    <a:lnTo>
                      <a:pt x="303" y="613"/>
                    </a:lnTo>
                    <a:lnTo>
                      <a:pt x="312" y="608"/>
                    </a:lnTo>
                    <a:lnTo>
                      <a:pt x="321" y="603"/>
                    </a:lnTo>
                    <a:lnTo>
                      <a:pt x="330" y="597"/>
                    </a:lnTo>
                    <a:lnTo>
                      <a:pt x="338" y="591"/>
                    </a:lnTo>
                    <a:lnTo>
                      <a:pt x="345" y="584"/>
                    </a:lnTo>
                    <a:lnTo>
                      <a:pt x="352" y="578"/>
                    </a:lnTo>
                    <a:lnTo>
                      <a:pt x="358" y="571"/>
                    </a:lnTo>
                    <a:lnTo>
                      <a:pt x="365" y="564"/>
                    </a:lnTo>
                    <a:lnTo>
                      <a:pt x="371" y="557"/>
                    </a:lnTo>
                    <a:lnTo>
                      <a:pt x="380" y="541"/>
                    </a:lnTo>
                    <a:lnTo>
                      <a:pt x="388" y="526"/>
                    </a:lnTo>
                    <a:lnTo>
                      <a:pt x="394" y="508"/>
                    </a:lnTo>
                    <a:lnTo>
                      <a:pt x="400" y="491"/>
                    </a:lnTo>
                    <a:lnTo>
                      <a:pt x="402" y="472"/>
                    </a:lnTo>
                    <a:lnTo>
                      <a:pt x="403" y="454"/>
                    </a:lnTo>
                    <a:lnTo>
                      <a:pt x="402" y="437"/>
                    </a:lnTo>
                    <a:lnTo>
                      <a:pt x="401" y="422"/>
                    </a:lnTo>
                    <a:lnTo>
                      <a:pt x="397" y="407"/>
                    </a:lnTo>
                    <a:lnTo>
                      <a:pt x="393" y="393"/>
                    </a:lnTo>
                    <a:lnTo>
                      <a:pt x="387" y="380"/>
                    </a:lnTo>
                    <a:lnTo>
                      <a:pt x="381" y="367"/>
                    </a:lnTo>
                    <a:lnTo>
                      <a:pt x="373" y="355"/>
                    </a:lnTo>
                    <a:lnTo>
                      <a:pt x="364" y="344"/>
                    </a:lnTo>
                    <a:lnTo>
                      <a:pt x="353" y="332"/>
                    </a:lnTo>
                    <a:lnTo>
                      <a:pt x="341" y="322"/>
                    </a:lnTo>
                    <a:lnTo>
                      <a:pt x="328" y="313"/>
                    </a:lnTo>
                    <a:lnTo>
                      <a:pt x="313" y="303"/>
                    </a:lnTo>
                    <a:lnTo>
                      <a:pt x="298" y="294"/>
                    </a:lnTo>
                    <a:lnTo>
                      <a:pt x="281" y="286"/>
                    </a:lnTo>
                    <a:lnTo>
                      <a:pt x="263" y="278"/>
                    </a:lnTo>
                    <a:lnTo>
                      <a:pt x="243" y="270"/>
                    </a:lnTo>
                    <a:lnTo>
                      <a:pt x="215" y="258"/>
                    </a:lnTo>
                    <a:lnTo>
                      <a:pt x="190" y="247"/>
                    </a:lnTo>
                    <a:lnTo>
                      <a:pt x="179" y="242"/>
                    </a:lnTo>
                    <a:lnTo>
                      <a:pt x="169" y="236"/>
                    </a:lnTo>
                    <a:lnTo>
                      <a:pt x="161" y="230"/>
                    </a:lnTo>
                    <a:lnTo>
                      <a:pt x="153" y="224"/>
                    </a:lnTo>
                    <a:lnTo>
                      <a:pt x="146" y="219"/>
                    </a:lnTo>
                    <a:lnTo>
                      <a:pt x="141" y="213"/>
                    </a:lnTo>
                    <a:lnTo>
                      <a:pt x="135" y="206"/>
                    </a:lnTo>
                    <a:lnTo>
                      <a:pt x="131" y="200"/>
                    </a:lnTo>
                    <a:lnTo>
                      <a:pt x="128" y="192"/>
                    </a:lnTo>
                    <a:lnTo>
                      <a:pt x="126" y="184"/>
                    </a:lnTo>
                    <a:lnTo>
                      <a:pt x="125" y="177"/>
                    </a:lnTo>
                    <a:lnTo>
                      <a:pt x="125" y="168"/>
                    </a:lnTo>
                    <a:lnTo>
                      <a:pt x="125" y="162"/>
                    </a:lnTo>
                    <a:lnTo>
                      <a:pt x="126" y="154"/>
                    </a:lnTo>
                    <a:lnTo>
                      <a:pt x="128" y="147"/>
                    </a:lnTo>
                    <a:lnTo>
                      <a:pt x="130" y="141"/>
                    </a:lnTo>
                    <a:lnTo>
                      <a:pt x="134" y="135"/>
                    </a:lnTo>
                    <a:lnTo>
                      <a:pt x="139" y="129"/>
                    </a:lnTo>
                    <a:lnTo>
                      <a:pt x="143" y="122"/>
                    </a:lnTo>
                    <a:lnTo>
                      <a:pt x="149" y="117"/>
                    </a:lnTo>
                    <a:lnTo>
                      <a:pt x="156" y="112"/>
                    </a:lnTo>
                    <a:lnTo>
                      <a:pt x="163" y="107"/>
                    </a:lnTo>
                    <a:lnTo>
                      <a:pt x="171" y="103"/>
                    </a:lnTo>
                    <a:lnTo>
                      <a:pt x="181" y="100"/>
                    </a:lnTo>
                    <a:lnTo>
                      <a:pt x="191" y="97"/>
                    </a:lnTo>
                    <a:lnTo>
                      <a:pt x="202" y="95"/>
                    </a:lnTo>
                    <a:lnTo>
                      <a:pt x="215" y="94"/>
                    </a:lnTo>
                    <a:lnTo>
                      <a:pt x="227" y="94"/>
                    </a:lnTo>
                    <a:lnTo>
                      <a:pt x="248" y="94"/>
                    </a:lnTo>
                    <a:lnTo>
                      <a:pt x="268" y="96"/>
                    </a:lnTo>
                    <a:lnTo>
                      <a:pt x="285" y="100"/>
                    </a:lnTo>
                    <a:lnTo>
                      <a:pt x="302" y="104"/>
                    </a:lnTo>
                    <a:lnTo>
                      <a:pt x="317" y="108"/>
                    </a:lnTo>
                    <a:lnTo>
                      <a:pt x="331" y="113"/>
                    </a:lnTo>
                    <a:lnTo>
                      <a:pt x="342" y="118"/>
                    </a:lnTo>
                    <a:lnTo>
                      <a:pt x="351" y="122"/>
                    </a:lnTo>
                    <a:lnTo>
                      <a:pt x="378" y="31"/>
                    </a:lnTo>
                    <a:lnTo>
                      <a:pt x="366" y="25"/>
                    </a:lnTo>
                    <a:lnTo>
                      <a:pt x="350" y="20"/>
                    </a:lnTo>
                    <a:lnTo>
                      <a:pt x="335" y="14"/>
                    </a:lnTo>
                    <a:lnTo>
                      <a:pt x="316" y="9"/>
                    </a:lnTo>
                    <a:lnTo>
                      <a:pt x="298" y="6"/>
                    </a:lnTo>
                    <a:lnTo>
                      <a:pt x="276" y="3"/>
                    </a:lnTo>
                    <a:lnTo>
                      <a:pt x="254" y="1"/>
                    </a:lnTo>
                    <a:lnTo>
                      <a:pt x="229" y="0"/>
                    </a:lnTo>
                    <a:lnTo>
                      <a:pt x="204" y="1"/>
                    </a:lnTo>
                    <a:lnTo>
                      <a:pt x="182" y="4"/>
                    </a:lnTo>
                    <a:lnTo>
                      <a:pt x="159" y="8"/>
                    </a:lnTo>
                    <a:lnTo>
                      <a:pt x="139" y="14"/>
                    </a:lnTo>
                    <a:lnTo>
                      <a:pt x="119" y="22"/>
                    </a:lnTo>
                    <a:lnTo>
                      <a:pt x="101" y="30"/>
                    </a:lnTo>
                    <a:lnTo>
                      <a:pt x="84" y="40"/>
                    </a:lnTo>
                    <a:lnTo>
                      <a:pt x="70" y="51"/>
                    </a:lnTo>
                    <a:lnTo>
                      <a:pt x="56" y="64"/>
                    </a:lnTo>
                    <a:lnTo>
                      <a:pt x="44" y="77"/>
                    </a:lnTo>
                    <a:lnTo>
                      <a:pt x="34" y="93"/>
                    </a:lnTo>
                    <a:lnTo>
                      <a:pt x="26" y="108"/>
                    </a:lnTo>
                    <a:lnTo>
                      <a:pt x="18" y="124"/>
                    </a:lnTo>
                    <a:lnTo>
                      <a:pt x="14" y="142"/>
                    </a:lnTo>
                    <a:lnTo>
                      <a:pt x="11" y="159"/>
                    </a:lnTo>
                    <a:lnTo>
                      <a:pt x="10" y="179"/>
                    </a:lnTo>
                    <a:lnTo>
                      <a:pt x="11" y="194"/>
                    </a:lnTo>
                    <a:lnTo>
                      <a:pt x="13" y="211"/>
                    </a:lnTo>
                    <a:lnTo>
                      <a:pt x="16" y="225"/>
                    </a:lnTo>
                    <a:lnTo>
                      <a:pt x="21" y="240"/>
                    </a:lnTo>
                    <a:lnTo>
                      <a:pt x="29" y="253"/>
                    </a:lnTo>
                    <a:lnTo>
                      <a:pt x="36" y="265"/>
                    </a:lnTo>
                    <a:lnTo>
                      <a:pt x="45" y="277"/>
                    </a:lnTo>
                    <a:lnTo>
                      <a:pt x="55" y="288"/>
                    </a:lnTo>
                    <a:lnTo>
                      <a:pt x="67" y="299"/>
                    </a:lnTo>
                    <a:lnTo>
                      <a:pt x="80" y="310"/>
                    </a:lnTo>
                    <a:lnTo>
                      <a:pt x="93" y="319"/>
                    </a:lnTo>
                    <a:lnTo>
                      <a:pt x="109" y="328"/>
                    </a:lnTo>
                    <a:lnTo>
                      <a:pt x="124" y="336"/>
                    </a:lnTo>
                    <a:lnTo>
                      <a:pt x="142" y="345"/>
                    </a:lnTo>
                    <a:lnTo>
                      <a:pt x="159" y="352"/>
                    </a:lnTo>
                    <a:lnTo>
                      <a:pt x="178" y="359"/>
                    </a:lnTo>
                    <a:lnTo>
                      <a:pt x="205" y="369"/>
                    </a:lnTo>
                    <a:lnTo>
                      <a:pt x="228" y="381"/>
                    </a:lnTo>
                    <a:lnTo>
                      <a:pt x="238" y="386"/>
                    </a:lnTo>
                    <a:lnTo>
                      <a:pt x="247" y="392"/>
                    </a:lnTo>
                    <a:lnTo>
                      <a:pt x="255" y="397"/>
                    </a:lnTo>
                    <a:lnTo>
                      <a:pt x="262" y="403"/>
                    </a:lnTo>
                    <a:lnTo>
                      <a:pt x="268" y="409"/>
                    </a:lnTo>
                    <a:lnTo>
                      <a:pt x="273" y="417"/>
                    </a:lnTo>
                    <a:lnTo>
                      <a:pt x="278" y="423"/>
                    </a:lnTo>
                    <a:lnTo>
                      <a:pt x="281" y="430"/>
                    </a:lnTo>
                    <a:lnTo>
                      <a:pt x="284" y="437"/>
                    </a:lnTo>
                    <a:lnTo>
                      <a:pt x="287" y="445"/>
                    </a:lnTo>
                    <a:lnTo>
                      <a:pt x="288" y="454"/>
                    </a:lnTo>
                    <a:lnTo>
                      <a:pt x="288" y="462"/>
                    </a:lnTo>
                    <a:lnTo>
                      <a:pt x="288" y="471"/>
                    </a:lnTo>
                    <a:lnTo>
                      <a:pt x="285" y="480"/>
                    </a:lnTo>
                    <a:lnTo>
                      <a:pt x="283" y="489"/>
                    </a:lnTo>
                    <a:lnTo>
                      <a:pt x="280" y="497"/>
                    </a:lnTo>
                    <a:lnTo>
                      <a:pt x="276" y="504"/>
                    </a:lnTo>
                    <a:lnTo>
                      <a:pt x="271" y="511"/>
                    </a:lnTo>
                    <a:lnTo>
                      <a:pt x="265" y="517"/>
                    </a:lnTo>
                    <a:lnTo>
                      <a:pt x="259" y="524"/>
                    </a:lnTo>
                    <a:lnTo>
                      <a:pt x="251" y="529"/>
                    </a:lnTo>
                    <a:lnTo>
                      <a:pt x="242" y="533"/>
                    </a:lnTo>
                    <a:lnTo>
                      <a:pt x="233" y="537"/>
                    </a:lnTo>
                    <a:lnTo>
                      <a:pt x="223" y="540"/>
                    </a:lnTo>
                    <a:lnTo>
                      <a:pt x="213" y="543"/>
                    </a:lnTo>
                    <a:lnTo>
                      <a:pt x="200" y="545"/>
                    </a:lnTo>
                    <a:lnTo>
                      <a:pt x="188" y="546"/>
                    </a:lnTo>
                    <a:lnTo>
                      <a:pt x="175" y="546"/>
                    </a:lnTo>
                    <a:lnTo>
                      <a:pt x="154" y="546"/>
                    </a:lnTo>
                    <a:lnTo>
                      <a:pt x="132" y="543"/>
                    </a:lnTo>
                    <a:lnTo>
                      <a:pt x="112" y="540"/>
                    </a:lnTo>
                    <a:lnTo>
                      <a:pt x="92" y="535"/>
                    </a:lnTo>
                    <a:lnTo>
                      <a:pt x="74" y="529"/>
                    </a:lnTo>
                    <a:lnTo>
                      <a:pt x="56" y="523"/>
                    </a:lnTo>
                    <a:lnTo>
                      <a:pt x="40" y="514"/>
                    </a:lnTo>
                    <a:lnTo>
                      <a:pt x="26" y="507"/>
                    </a:lnTo>
                    <a:lnTo>
                      <a:pt x="0" y="601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solidFill>
                    <a:schemeClr val="bg1"/>
                  </a:solidFill>
                  <a:latin typeface="Myriad Pro"/>
                </a:endParaRPr>
              </a:p>
            </p:txBody>
          </p:sp>
          <p:sp>
            <p:nvSpPr>
              <p:cNvPr id="178" name="Freeform 177"/>
              <p:cNvSpPr>
                <a:spLocks noEditPoints="1"/>
              </p:cNvSpPr>
              <p:nvPr userDrawn="1"/>
            </p:nvSpPr>
            <p:spPr bwMode="auto">
              <a:xfrm>
                <a:off x="1323430" y="339059"/>
                <a:ext cx="838843" cy="90467"/>
              </a:xfrm>
              <a:custGeom>
                <a:avLst/>
                <a:gdLst/>
                <a:ahLst/>
                <a:cxnLst>
                  <a:cxn ang="0">
                    <a:pos x="5506" y="10"/>
                  </a:cxn>
                  <a:cxn ang="0">
                    <a:pos x="5169" y="544"/>
                  </a:cxn>
                  <a:cxn ang="0">
                    <a:pos x="5029" y="477"/>
                  </a:cxn>
                  <a:cxn ang="0">
                    <a:pos x="4982" y="270"/>
                  </a:cxn>
                  <a:cxn ang="0">
                    <a:pos x="5063" y="133"/>
                  </a:cxn>
                  <a:cxn ang="0">
                    <a:pos x="5293" y="109"/>
                  </a:cxn>
                  <a:cxn ang="0">
                    <a:pos x="5122" y="6"/>
                  </a:cxn>
                  <a:cxn ang="0">
                    <a:pos x="4924" y="122"/>
                  </a:cxn>
                  <a:cxn ang="0">
                    <a:pos x="4861" y="362"/>
                  </a:cxn>
                  <a:cxn ang="0">
                    <a:pos x="4955" y="565"/>
                  </a:cxn>
                  <a:cxn ang="0">
                    <a:pos x="5175" y="641"/>
                  </a:cxn>
                  <a:cxn ang="0">
                    <a:pos x="4373" y="269"/>
                  </a:cxn>
                  <a:cxn ang="0">
                    <a:pos x="4761" y="631"/>
                  </a:cxn>
                  <a:cxn ang="0">
                    <a:pos x="4630" y="407"/>
                  </a:cxn>
                  <a:cxn ang="0">
                    <a:pos x="3905" y="100"/>
                  </a:cxn>
                  <a:cxn ang="0">
                    <a:pos x="3809" y="456"/>
                  </a:cxn>
                  <a:cxn ang="0">
                    <a:pos x="3020" y="10"/>
                  </a:cxn>
                  <a:cxn ang="0">
                    <a:pos x="2324" y="528"/>
                  </a:cxn>
                  <a:cxn ang="0">
                    <a:pos x="2455" y="633"/>
                  </a:cxn>
                  <a:cxn ang="0">
                    <a:pos x="2663" y="610"/>
                  </a:cxn>
                  <a:cxn ang="0">
                    <a:pos x="2767" y="461"/>
                  </a:cxn>
                  <a:cxn ang="0">
                    <a:pos x="2644" y="481"/>
                  </a:cxn>
                  <a:cxn ang="0">
                    <a:pos x="2470" y="533"/>
                  </a:cxn>
                  <a:cxn ang="0">
                    <a:pos x="1803" y="609"/>
                  </a:cxn>
                  <a:cxn ang="0">
                    <a:pos x="2082" y="617"/>
                  </a:cxn>
                  <a:cxn ang="0">
                    <a:pos x="2191" y="472"/>
                  </a:cxn>
                  <a:cxn ang="0">
                    <a:pos x="2070" y="286"/>
                  </a:cxn>
                  <a:cxn ang="0">
                    <a:pos x="1914" y="177"/>
                  </a:cxn>
                  <a:cxn ang="0">
                    <a:pos x="1991" y="95"/>
                  </a:cxn>
                  <a:cxn ang="0">
                    <a:pos x="2106" y="9"/>
                  </a:cxn>
                  <a:cxn ang="0">
                    <a:pos x="1823" y="93"/>
                  </a:cxn>
                  <a:cxn ang="0">
                    <a:pos x="1869" y="310"/>
                  </a:cxn>
                  <a:cxn ang="0">
                    <a:pos x="2067" y="423"/>
                  </a:cxn>
                  <a:cxn ang="0">
                    <a:pos x="2031" y="533"/>
                  </a:cxn>
                  <a:cxn ang="0">
                    <a:pos x="1789" y="601"/>
                  </a:cxn>
                  <a:cxn ang="0">
                    <a:pos x="1348" y="251"/>
                  </a:cxn>
                  <a:cxn ang="0">
                    <a:pos x="1587" y="422"/>
                  </a:cxn>
                  <a:cxn ang="0">
                    <a:pos x="1300" y="631"/>
                  </a:cxn>
                  <a:cxn ang="0">
                    <a:pos x="679" y="482"/>
                  </a:cxn>
                  <a:cxn ang="0">
                    <a:pos x="668" y="177"/>
                  </a:cxn>
                  <a:cxn ang="0">
                    <a:pos x="807" y="91"/>
                  </a:cxn>
                  <a:cxn ang="0">
                    <a:pos x="944" y="177"/>
                  </a:cxn>
                  <a:cxn ang="0">
                    <a:pos x="933" y="482"/>
                  </a:cxn>
                  <a:cxn ang="0">
                    <a:pos x="804" y="550"/>
                  </a:cxn>
                  <a:cxn ang="0">
                    <a:pos x="993" y="575"/>
                  </a:cxn>
                  <a:cxn ang="0">
                    <a:pos x="1094" y="370"/>
                  </a:cxn>
                  <a:cxn ang="0">
                    <a:pos x="1054" y="137"/>
                  </a:cxn>
                  <a:cxn ang="0">
                    <a:pos x="890" y="9"/>
                  </a:cxn>
                  <a:cxn ang="0">
                    <a:pos x="665" y="37"/>
                  </a:cxn>
                  <a:cxn ang="0">
                    <a:pos x="531" y="209"/>
                  </a:cxn>
                  <a:cxn ang="0">
                    <a:pos x="535" y="452"/>
                  </a:cxn>
                  <a:cxn ang="0">
                    <a:pos x="670" y="611"/>
                  </a:cxn>
                  <a:cxn ang="0">
                    <a:pos x="403" y="539"/>
                  </a:cxn>
                  <a:cxn ang="0">
                    <a:pos x="216" y="516"/>
                  </a:cxn>
                  <a:cxn ang="0">
                    <a:pos x="123" y="371"/>
                  </a:cxn>
                  <a:cxn ang="0">
                    <a:pos x="160" y="176"/>
                  </a:cxn>
                  <a:cxn ang="0">
                    <a:pos x="337" y="94"/>
                  </a:cxn>
                  <a:cxn ang="0">
                    <a:pos x="383" y="3"/>
                  </a:cxn>
                  <a:cxn ang="0">
                    <a:pos x="130" y="59"/>
                  </a:cxn>
                  <a:cxn ang="0">
                    <a:pos x="6" y="255"/>
                  </a:cxn>
                  <a:cxn ang="0">
                    <a:pos x="41" y="497"/>
                  </a:cxn>
                  <a:cxn ang="0">
                    <a:pos x="215" y="628"/>
                  </a:cxn>
                  <a:cxn ang="0">
                    <a:pos x="458" y="523"/>
                  </a:cxn>
                </a:cxnLst>
                <a:rect l="0" t="0" r="r" b="b"/>
                <a:pathLst>
                  <a:path w="5893" h="641">
                    <a:moveTo>
                      <a:pt x="5686" y="631"/>
                    </a:moveTo>
                    <a:lnTo>
                      <a:pt x="5686" y="369"/>
                    </a:lnTo>
                    <a:lnTo>
                      <a:pt x="5893" y="10"/>
                    </a:lnTo>
                    <a:lnTo>
                      <a:pt x="5764" y="10"/>
                    </a:lnTo>
                    <a:lnTo>
                      <a:pt x="5690" y="169"/>
                    </a:lnTo>
                    <a:lnTo>
                      <a:pt x="5675" y="202"/>
                    </a:lnTo>
                    <a:lnTo>
                      <a:pt x="5661" y="232"/>
                    </a:lnTo>
                    <a:lnTo>
                      <a:pt x="5648" y="262"/>
                    </a:lnTo>
                    <a:lnTo>
                      <a:pt x="5636" y="292"/>
                    </a:lnTo>
                    <a:lnTo>
                      <a:pt x="5635" y="292"/>
                    </a:lnTo>
                    <a:lnTo>
                      <a:pt x="5621" y="261"/>
                    </a:lnTo>
                    <a:lnTo>
                      <a:pt x="5609" y="232"/>
                    </a:lnTo>
                    <a:lnTo>
                      <a:pt x="5596" y="202"/>
                    </a:lnTo>
                    <a:lnTo>
                      <a:pt x="5580" y="170"/>
                    </a:lnTo>
                    <a:lnTo>
                      <a:pt x="5506" y="10"/>
                    </a:lnTo>
                    <a:lnTo>
                      <a:pt x="5377" y="10"/>
                    </a:lnTo>
                    <a:lnTo>
                      <a:pt x="5573" y="372"/>
                    </a:lnTo>
                    <a:lnTo>
                      <a:pt x="5573" y="631"/>
                    </a:lnTo>
                    <a:lnTo>
                      <a:pt x="5686" y="631"/>
                    </a:lnTo>
                    <a:close/>
                    <a:moveTo>
                      <a:pt x="5318" y="523"/>
                    </a:moveTo>
                    <a:lnTo>
                      <a:pt x="5306" y="528"/>
                    </a:lnTo>
                    <a:lnTo>
                      <a:pt x="5293" y="532"/>
                    </a:lnTo>
                    <a:lnTo>
                      <a:pt x="5277" y="536"/>
                    </a:lnTo>
                    <a:lnTo>
                      <a:pt x="5262" y="539"/>
                    </a:lnTo>
                    <a:lnTo>
                      <a:pt x="5245" y="542"/>
                    </a:lnTo>
                    <a:lnTo>
                      <a:pt x="5229" y="544"/>
                    </a:lnTo>
                    <a:lnTo>
                      <a:pt x="5211" y="545"/>
                    </a:lnTo>
                    <a:lnTo>
                      <a:pt x="5194" y="545"/>
                    </a:lnTo>
                    <a:lnTo>
                      <a:pt x="5182" y="545"/>
                    </a:lnTo>
                    <a:lnTo>
                      <a:pt x="5169" y="544"/>
                    </a:lnTo>
                    <a:lnTo>
                      <a:pt x="5157" y="543"/>
                    </a:lnTo>
                    <a:lnTo>
                      <a:pt x="5146" y="541"/>
                    </a:lnTo>
                    <a:lnTo>
                      <a:pt x="5134" y="539"/>
                    </a:lnTo>
                    <a:lnTo>
                      <a:pt x="5124" y="537"/>
                    </a:lnTo>
                    <a:lnTo>
                      <a:pt x="5113" y="534"/>
                    </a:lnTo>
                    <a:lnTo>
                      <a:pt x="5104" y="530"/>
                    </a:lnTo>
                    <a:lnTo>
                      <a:pt x="5093" y="526"/>
                    </a:lnTo>
                    <a:lnTo>
                      <a:pt x="5084" y="522"/>
                    </a:lnTo>
                    <a:lnTo>
                      <a:pt x="5075" y="516"/>
                    </a:lnTo>
                    <a:lnTo>
                      <a:pt x="5067" y="511"/>
                    </a:lnTo>
                    <a:lnTo>
                      <a:pt x="5057" y="505"/>
                    </a:lnTo>
                    <a:lnTo>
                      <a:pt x="5050" y="499"/>
                    </a:lnTo>
                    <a:lnTo>
                      <a:pt x="5042" y="492"/>
                    </a:lnTo>
                    <a:lnTo>
                      <a:pt x="5036" y="486"/>
                    </a:lnTo>
                    <a:lnTo>
                      <a:pt x="5029" y="477"/>
                    </a:lnTo>
                    <a:lnTo>
                      <a:pt x="5022" y="470"/>
                    </a:lnTo>
                    <a:lnTo>
                      <a:pt x="5016" y="462"/>
                    </a:lnTo>
                    <a:lnTo>
                      <a:pt x="5011" y="453"/>
                    </a:lnTo>
                    <a:lnTo>
                      <a:pt x="5006" y="443"/>
                    </a:lnTo>
                    <a:lnTo>
                      <a:pt x="5001" y="434"/>
                    </a:lnTo>
                    <a:lnTo>
                      <a:pt x="4997" y="425"/>
                    </a:lnTo>
                    <a:lnTo>
                      <a:pt x="4993" y="415"/>
                    </a:lnTo>
                    <a:lnTo>
                      <a:pt x="4986" y="393"/>
                    </a:lnTo>
                    <a:lnTo>
                      <a:pt x="4982" y="371"/>
                    </a:lnTo>
                    <a:lnTo>
                      <a:pt x="4979" y="347"/>
                    </a:lnTo>
                    <a:lnTo>
                      <a:pt x="4978" y="322"/>
                    </a:lnTo>
                    <a:lnTo>
                      <a:pt x="4979" y="309"/>
                    </a:lnTo>
                    <a:lnTo>
                      <a:pt x="4979" y="295"/>
                    </a:lnTo>
                    <a:lnTo>
                      <a:pt x="4981" y="282"/>
                    </a:lnTo>
                    <a:lnTo>
                      <a:pt x="4982" y="270"/>
                    </a:lnTo>
                    <a:lnTo>
                      <a:pt x="4985" y="257"/>
                    </a:lnTo>
                    <a:lnTo>
                      <a:pt x="4987" y="246"/>
                    </a:lnTo>
                    <a:lnTo>
                      <a:pt x="4991" y="235"/>
                    </a:lnTo>
                    <a:lnTo>
                      <a:pt x="4995" y="223"/>
                    </a:lnTo>
                    <a:lnTo>
                      <a:pt x="4999" y="213"/>
                    </a:lnTo>
                    <a:lnTo>
                      <a:pt x="5004" y="203"/>
                    </a:lnTo>
                    <a:lnTo>
                      <a:pt x="5008" y="193"/>
                    </a:lnTo>
                    <a:lnTo>
                      <a:pt x="5014" y="184"/>
                    </a:lnTo>
                    <a:lnTo>
                      <a:pt x="5019" y="176"/>
                    </a:lnTo>
                    <a:lnTo>
                      <a:pt x="5026" y="168"/>
                    </a:lnTo>
                    <a:lnTo>
                      <a:pt x="5033" y="159"/>
                    </a:lnTo>
                    <a:lnTo>
                      <a:pt x="5040" y="152"/>
                    </a:lnTo>
                    <a:lnTo>
                      <a:pt x="5047" y="145"/>
                    </a:lnTo>
                    <a:lnTo>
                      <a:pt x="5055" y="139"/>
                    </a:lnTo>
                    <a:lnTo>
                      <a:pt x="5063" y="133"/>
                    </a:lnTo>
                    <a:lnTo>
                      <a:pt x="5072" y="127"/>
                    </a:lnTo>
                    <a:lnTo>
                      <a:pt x="5080" y="121"/>
                    </a:lnTo>
                    <a:lnTo>
                      <a:pt x="5089" y="117"/>
                    </a:lnTo>
                    <a:lnTo>
                      <a:pt x="5098" y="112"/>
                    </a:lnTo>
                    <a:lnTo>
                      <a:pt x="5109" y="109"/>
                    </a:lnTo>
                    <a:lnTo>
                      <a:pt x="5129" y="102"/>
                    </a:lnTo>
                    <a:lnTo>
                      <a:pt x="5150" y="98"/>
                    </a:lnTo>
                    <a:lnTo>
                      <a:pt x="5172" y="95"/>
                    </a:lnTo>
                    <a:lnTo>
                      <a:pt x="5196" y="94"/>
                    </a:lnTo>
                    <a:lnTo>
                      <a:pt x="5215" y="95"/>
                    </a:lnTo>
                    <a:lnTo>
                      <a:pt x="5232" y="96"/>
                    </a:lnTo>
                    <a:lnTo>
                      <a:pt x="5248" y="98"/>
                    </a:lnTo>
                    <a:lnTo>
                      <a:pt x="5264" y="101"/>
                    </a:lnTo>
                    <a:lnTo>
                      <a:pt x="5279" y="105"/>
                    </a:lnTo>
                    <a:lnTo>
                      <a:pt x="5293" y="109"/>
                    </a:lnTo>
                    <a:lnTo>
                      <a:pt x="5305" y="113"/>
                    </a:lnTo>
                    <a:lnTo>
                      <a:pt x="5316" y="118"/>
                    </a:lnTo>
                    <a:lnTo>
                      <a:pt x="5341" y="28"/>
                    </a:lnTo>
                    <a:lnTo>
                      <a:pt x="5332" y="24"/>
                    </a:lnTo>
                    <a:lnTo>
                      <a:pt x="5318" y="19"/>
                    </a:lnTo>
                    <a:lnTo>
                      <a:pt x="5303" y="13"/>
                    </a:lnTo>
                    <a:lnTo>
                      <a:pt x="5285" y="9"/>
                    </a:lnTo>
                    <a:lnTo>
                      <a:pt x="5265" y="6"/>
                    </a:lnTo>
                    <a:lnTo>
                      <a:pt x="5242" y="3"/>
                    </a:lnTo>
                    <a:lnTo>
                      <a:pt x="5218" y="1"/>
                    </a:lnTo>
                    <a:lnTo>
                      <a:pt x="5191" y="0"/>
                    </a:lnTo>
                    <a:lnTo>
                      <a:pt x="5173" y="1"/>
                    </a:lnTo>
                    <a:lnTo>
                      <a:pt x="5156" y="2"/>
                    </a:lnTo>
                    <a:lnTo>
                      <a:pt x="5139" y="4"/>
                    </a:lnTo>
                    <a:lnTo>
                      <a:pt x="5122" y="6"/>
                    </a:lnTo>
                    <a:lnTo>
                      <a:pt x="5106" y="9"/>
                    </a:lnTo>
                    <a:lnTo>
                      <a:pt x="5090" y="13"/>
                    </a:lnTo>
                    <a:lnTo>
                      <a:pt x="5075" y="17"/>
                    </a:lnTo>
                    <a:lnTo>
                      <a:pt x="5059" y="23"/>
                    </a:lnTo>
                    <a:lnTo>
                      <a:pt x="5045" y="29"/>
                    </a:lnTo>
                    <a:lnTo>
                      <a:pt x="5031" y="35"/>
                    </a:lnTo>
                    <a:lnTo>
                      <a:pt x="5016" y="42"/>
                    </a:lnTo>
                    <a:lnTo>
                      <a:pt x="5003" y="50"/>
                    </a:lnTo>
                    <a:lnTo>
                      <a:pt x="4989" y="59"/>
                    </a:lnTo>
                    <a:lnTo>
                      <a:pt x="4977" y="68"/>
                    </a:lnTo>
                    <a:lnTo>
                      <a:pt x="4966" y="77"/>
                    </a:lnTo>
                    <a:lnTo>
                      <a:pt x="4955" y="87"/>
                    </a:lnTo>
                    <a:lnTo>
                      <a:pt x="4943" y="99"/>
                    </a:lnTo>
                    <a:lnTo>
                      <a:pt x="4933" y="110"/>
                    </a:lnTo>
                    <a:lnTo>
                      <a:pt x="4924" y="122"/>
                    </a:lnTo>
                    <a:lnTo>
                      <a:pt x="4914" y="135"/>
                    </a:lnTo>
                    <a:lnTo>
                      <a:pt x="4906" y="148"/>
                    </a:lnTo>
                    <a:lnTo>
                      <a:pt x="4898" y="162"/>
                    </a:lnTo>
                    <a:lnTo>
                      <a:pt x="4891" y="176"/>
                    </a:lnTo>
                    <a:lnTo>
                      <a:pt x="4885" y="190"/>
                    </a:lnTo>
                    <a:lnTo>
                      <a:pt x="4879" y="206"/>
                    </a:lnTo>
                    <a:lnTo>
                      <a:pt x="4873" y="222"/>
                    </a:lnTo>
                    <a:lnTo>
                      <a:pt x="4869" y="239"/>
                    </a:lnTo>
                    <a:lnTo>
                      <a:pt x="4866" y="255"/>
                    </a:lnTo>
                    <a:lnTo>
                      <a:pt x="4863" y="273"/>
                    </a:lnTo>
                    <a:lnTo>
                      <a:pt x="4861" y="290"/>
                    </a:lnTo>
                    <a:lnTo>
                      <a:pt x="4860" y="309"/>
                    </a:lnTo>
                    <a:lnTo>
                      <a:pt x="4859" y="328"/>
                    </a:lnTo>
                    <a:lnTo>
                      <a:pt x="4860" y="346"/>
                    </a:lnTo>
                    <a:lnTo>
                      <a:pt x="4861" y="362"/>
                    </a:lnTo>
                    <a:lnTo>
                      <a:pt x="4862" y="380"/>
                    </a:lnTo>
                    <a:lnTo>
                      <a:pt x="4865" y="395"/>
                    </a:lnTo>
                    <a:lnTo>
                      <a:pt x="4868" y="412"/>
                    </a:lnTo>
                    <a:lnTo>
                      <a:pt x="4871" y="427"/>
                    </a:lnTo>
                    <a:lnTo>
                      <a:pt x="4876" y="441"/>
                    </a:lnTo>
                    <a:lnTo>
                      <a:pt x="4881" y="457"/>
                    </a:lnTo>
                    <a:lnTo>
                      <a:pt x="4887" y="470"/>
                    </a:lnTo>
                    <a:lnTo>
                      <a:pt x="4893" y="484"/>
                    </a:lnTo>
                    <a:lnTo>
                      <a:pt x="4900" y="497"/>
                    </a:lnTo>
                    <a:lnTo>
                      <a:pt x="4907" y="509"/>
                    </a:lnTo>
                    <a:lnTo>
                      <a:pt x="4915" y="522"/>
                    </a:lnTo>
                    <a:lnTo>
                      <a:pt x="4925" y="534"/>
                    </a:lnTo>
                    <a:lnTo>
                      <a:pt x="4934" y="544"/>
                    </a:lnTo>
                    <a:lnTo>
                      <a:pt x="4943" y="555"/>
                    </a:lnTo>
                    <a:lnTo>
                      <a:pt x="4955" y="565"/>
                    </a:lnTo>
                    <a:lnTo>
                      <a:pt x="4965" y="574"/>
                    </a:lnTo>
                    <a:lnTo>
                      <a:pt x="4977" y="583"/>
                    </a:lnTo>
                    <a:lnTo>
                      <a:pt x="4989" y="592"/>
                    </a:lnTo>
                    <a:lnTo>
                      <a:pt x="5002" y="599"/>
                    </a:lnTo>
                    <a:lnTo>
                      <a:pt x="5015" y="606"/>
                    </a:lnTo>
                    <a:lnTo>
                      <a:pt x="5029" y="612"/>
                    </a:lnTo>
                    <a:lnTo>
                      <a:pt x="5043" y="618"/>
                    </a:lnTo>
                    <a:lnTo>
                      <a:pt x="5058" y="623"/>
                    </a:lnTo>
                    <a:lnTo>
                      <a:pt x="5074" y="628"/>
                    </a:lnTo>
                    <a:lnTo>
                      <a:pt x="5089" y="632"/>
                    </a:lnTo>
                    <a:lnTo>
                      <a:pt x="5106" y="635"/>
                    </a:lnTo>
                    <a:lnTo>
                      <a:pt x="5122" y="637"/>
                    </a:lnTo>
                    <a:lnTo>
                      <a:pt x="5139" y="639"/>
                    </a:lnTo>
                    <a:lnTo>
                      <a:pt x="5158" y="640"/>
                    </a:lnTo>
                    <a:lnTo>
                      <a:pt x="5175" y="641"/>
                    </a:lnTo>
                    <a:lnTo>
                      <a:pt x="5203" y="640"/>
                    </a:lnTo>
                    <a:lnTo>
                      <a:pt x="5229" y="638"/>
                    </a:lnTo>
                    <a:lnTo>
                      <a:pt x="5253" y="635"/>
                    </a:lnTo>
                    <a:lnTo>
                      <a:pt x="5274" y="632"/>
                    </a:lnTo>
                    <a:lnTo>
                      <a:pt x="5294" y="628"/>
                    </a:lnTo>
                    <a:lnTo>
                      <a:pt x="5310" y="622"/>
                    </a:lnTo>
                    <a:lnTo>
                      <a:pt x="5324" y="617"/>
                    </a:lnTo>
                    <a:lnTo>
                      <a:pt x="5337" y="612"/>
                    </a:lnTo>
                    <a:lnTo>
                      <a:pt x="5318" y="523"/>
                    </a:lnTo>
                    <a:close/>
                    <a:moveTo>
                      <a:pt x="4374" y="631"/>
                    </a:moveTo>
                    <a:lnTo>
                      <a:pt x="4374" y="408"/>
                    </a:lnTo>
                    <a:lnTo>
                      <a:pt x="4374" y="371"/>
                    </a:lnTo>
                    <a:lnTo>
                      <a:pt x="4374" y="335"/>
                    </a:lnTo>
                    <a:lnTo>
                      <a:pt x="4374" y="301"/>
                    </a:lnTo>
                    <a:lnTo>
                      <a:pt x="4373" y="269"/>
                    </a:lnTo>
                    <a:lnTo>
                      <a:pt x="4372" y="237"/>
                    </a:lnTo>
                    <a:lnTo>
                      <a:pt x="4371" y="205"/>
                    </a:lnTo>
                    <a:lnTo>
                      <a:pt x="4370" y="175"/>
                    </a:lnTo>
                    <a:lnTo>
                      <a:pt x="4369" y="144"/>
                    </a:lnTo>
                    <a:lnTo>
                      <a:pt x="4371" y="144"/>
                    </a:lnTo>
                    <a:lnTo>
                      <a:pt x="4383" y="170"/>
                    </a:lnTo>
                    <a:lnTo>
                      <a:pt x="4396" y="198"/>
                    </a:lnTo>
                    <a:lnTo>
                      <a:pt x="4410" y="224"/>
                    </a:lnTo>
                    <a:lnTo>
                      <a:pt x="4423" y="251"/>
                    </a:lnTo>
                    <a:lnTo>
                      <a:pt x="4438" y="279"/>
                    </a:lnTo>
                    <a:lnTo>
                      <a:pt x="4453" y="306"/>
                    </a:lnTo>
                    <a:lnTo>
                      <a:pt x="4468" y="332"/>
                    </a:lnTo>
                    <a:lnTo>
                      <a:pt x="4483" y="358"/>
                    </a:lnTo>
                    <a:lnTo>
                      <a:pt x="4644" y="631"/>
                    </a:lnTo>
                    <a:lnTo>
                      <a:pt x="4761" y="631"/>
                    </a:lnTo>
                    <a:lnTo>
                      <a:pt x="4761" y="10"/>
                    </a:lnTo>
                    <a:lnTo>
                      <a:pt x="4657" y="10"/>
                    </a:lnTo>
                    <a:lnTo>
                      <a:pt x="4657" y="226"/>
                    </a:lnTo>
                    <a:lnTo>
                      <a:pt x="4657" y="261"/>
                    </a:lnTo>
                    <a:lnTo>
                      <a:pt x="4658" y="295"/>
                    </a:lnTo>
                    <a:lnTo>
                      <a:pt x="4658" y="328"/>
                    </a:lnTo>
                    <a:lnTo>
                      <a:pt x="4659" y="360"/>
                    </a:lnTo>
                    <a:lnTo>
                      <a:pt x="4661" y="391"/>
                    </a:lnTo>
                    <a:lnTo>
                      <a:pt x="4662" y="422"/>
                    </a:lnTo>
                    <a:lnTo>
                      <a:pt x="4665" y="453"/>
                    </a:lnTo>
                    <a:lnTo>
                      <a:pt x="4667" y="484"/>
                    </a:lnTo>
                    <a:lnTo>
                      <a:pt x="4665" y="485"/>
                    </a:lnTo>
                    <a:lnTo>
                      <a:pt x="4653" y="459"/>
                    </a:lnTo>
                    <a:lnTo>
                      <a:pt x="4642" y="433"/>
                    </a:lnTo>
                    <a:lnTo>
                      <a:pt x="4630" y="407"/>
                    </a:lnTo>
                    <a:lnTo>
                      <a:pt x="4616" y="381"/>
                    </a:lnTo>
                    <a:lnTo>
                      <a:pt x="4603" y="355"/>
                    </a:lnTo>
                    <a:lnTo>
                      <a:pt x="4589" y="328"/>
                    </a:lnTo>
                    <a:lnTo>
                      <a:pt x="4574" y="302"/>
                    </a:lnTo>
                    <a:lnTo>
                      <a:pt x="4559" y="277"/>
                    </a:lnTo>
                    <a:lnTo>
                      <a:pt x="4399" y="10"/>
                    </a:lnTo>
                    <a:lnTo>
                      <a:pt x="4270" y="10"/>
                    </a:lnTo>
                    <a:lnTo>
                      <a:pt x="4270" y="631"/>
                    </a:lnTo>
                    <a:lnTo>
                      <a:pt x="4374" y="631"/>
                    </a:lnTo>
                    <a:close/>
                    <a:moveTo>
                      <a:pt x="3827" y="369"/>
                    </a:moveTo>
                    <a:lnTo>
                      <a:pt x="3876" y="216"/>
                    </a:lnTo>
                    <a:lnTo>
                      <a:pt x="3884" y="187"/>
                    </a:lnTo>
                    <a:lnTo>
                      <a:pt x="3891" y="158"/>
                    </a:lnTo>
                    <a:lnTo>
                      <a:pt x="3898" y="129"/>
                    </a:lnTo>
                    <a:lnTo>
                      <a:pt x="3905" y="100"/>
                    </a:lnTo>
                    <a:lnTo>
                      <a:pt x="3908" y="100"/>
                    </a:lnTo>
                    <a:lnTo>
                      <a:pt x="3915" y="128"/>
                    </a:lnTo>
                    <a:lnTo>
                      <a:pt x="3922" y="157"/>
                    </a:lnTo>
                    <a:lnTo>
                      <a:pt x="3930" y="187"/>
                    </a:lnTo>
                    <a:lnTo>
                      <a:pt x="3938" y="217"/>
                    </a:lnTo>
                    <a:lnTo>
                      <a:pt x="3988" y="369"/>
                    </a:lnTo>
                    <a:lnTo>
                      <a:pt x="3827" y="369"/>
                    </a:lnTo>
                    <a:close/>
                    <a:moveTo>
                      <a:pt x="4006" y="456"/>
                    </a:moveTo>
                    <a:lnTo>
                      <a:pt x="4063" y="631"/>
                    </a:lnTo>
                    <a:lnTo>
                      <a:pt x="4184" y="631"/>
                    </a:lnTo>
                    <a:lnTo>
                      <a:pt x="3983" y="10"/>
                    </a:lnTo>
                    <a:lnTo>
                      <a:pt x="3839" y="10"/>
                    </a:lnTo>
                    <a:lnTo>
                      <a:pt x="3639" y="631"/>
                    </a:lnTo>
                    <a:lnTo>
                      <a:pt x="3756" y="631"/>
                    </a:lnTo>
                    <a:lnTo>
                      <a:pt x="3809" y="456"/>
                    </a:lnTo>
                    <a:lnTo>
                      <a:pt x="4006" y="456"/>
                    </a:lnTo>
                    <a:close/>
                    <a:moveTo>
                      <a:pt x="3389" y="631"/>
                    </a:moveTo>
                    <a:lnTo>
                      <a:pt x="3502" y="631"/>
                    </a:lnTo>
                    <a:lnTo>
                      <a:pt x="3502" y="105"/>
                    </a:lnTo>
                    <a:lnTo>
                      <a:pt x="3680" y="105"/>
                    </a:lnTo>
                    <a:lnTo>
                      <a:pt x="3680" y="10"/>
                    </a:lnTo>
                    <a:lnTo>
                      <a:pt x="3211" y="10"/>
                    </a:lnTo>
                    <a:lnTo>
                      <a:pt x="3211" y="105"/>
                    </a:lnTo>
                    <a:lnTo>
                      <a:pt x="3389" y="105"/>
                    </a:lnTo>
                    <a:lnTo>
                      <a:pt x="3389" y="631"/>
                    </a:lnTo>
                    <a:close/>
                    <a:moveTo>
                      <a:pt x="2906" y="631"/>
                    </a:moveTo>
                    <a:lnTo>
                      <a:pt x="3275" y="631"/>
                    </a:lnTo>
                    <a:lnTo>
                      <a:pt x="3275" y="536"/>
                    </a:lnTo>
                    <a:lnTo>
                      <a:pt x="3020" y="536"/>
                    </a:lnTo>
                    <a:lnTo>
                      <a:pt x="3020" y="10"/>
                    </a:lnTo>
                    <a:lnTo>
                      <a:pt x="2906" y="10"/>
                    </a:lnTo>
                    <a:lnTo>
                      <a:pt x="2906" y="631"/>
                    </a:lnTo>
                    <a:close/>
                    <a:moveTo>
                      <a:pt x="2293" y="10"/>
                    </a:moveTo>
                    <a:lnTo>
                      <a:pt x="2293" y="365"/>
                    </a:lnTo>
                    <a:lnTo>
                      <a:pt x="2293" y="383"/>
                    </a:lnTo>
                    <a:lnTo>
                      <a:pt x="2294" y="400"/>
                    </a:lnTo>
                    <a:lnTo>
                      <a:pt x="2295" y="417"/>
                    </a:lnTo>
                    <a:lnTo>
                      <a:pt x="2297" y="433"/>
                    </a:lnTo>
                    <a:lnTo>
                      <a:pt x="2299" y="449"/>
                    </a:lnTo>
                    <a:lnTo>
                      <a:pt x="2303" y="463"/>
                    </a:lnTo>
                    <a:lnTo>
                      <a:pt x="2306" y="477"/>
                    </a:lnTo>
                    <a:lnTo>
                      <a:pt x="2310" y="491"/>
                    </a:lnTo>
                    <a:lnTo>
                      <a:pt x="2314" y="503"/>
                    </a:lnTo>
                    <a:lnTo>
                      <a:pt x="2319" y="515"/>
                    </a:lnTo>
                    <a:lnTo>
                      <a:pt x="2324" y="528"/>
                    </a:lnTo>
                    <a:lnTo>
                      <a:pt x="2330" y="538"/>
                    </a:lnTo>
                    <a:lnTo>
                      <a:pt x="2336" y="548"/>
                    </a:lnTo>
                    <a:lnTo>
                      <a:pt x="2343" y="559"/>
                    </a:lnTo>
                    <a:lnTo>
                      <a:pt x="2350" y="568"/>
                    </a:lnTo>
                    <a:lnTo>
                      <a:pt x="2357" y="576"/>
                    </a:lnTo>
                    <a:lnTo>
                      <a:pt x="2365" y="584"/>
                    </a:lnTo>
                    <a:lnTo>
                      <a:pt x="2373" y="592"/>
                    </a:lnTo>
                    <a:lnTo>
                      <a:pt x="2383" y="599"/>
                    </a:lnTo>
                    <a:lnTo>
                      <a:pt x="2392" y="605"/>
                    </a:lnTo>
                    <a:lnTo>
                      <a:pt x="2401" y="611"/>
                    </a:lnTo>
                    <a:lnTo>
                      <a:pt x="2411" y="616"/>
                    </a:lnTo>
                    <a:lnTo>
                      <a:pt x="2422" y="621"/>
                    </a:lnTo>
                    <a:lnTo>
                      <a:pt x="2432" y="625"/>
                    </a:lnTo>
                    <a:lnTo>
                      <a:pt x="2443" y="629"/>
                    </a:lnTo>
                    <a:lnTo>
                      <a:pt x="2455" y="633"/>
                    </a:lnTo>
                    <a:lnTo>
                      <a:pt x="2466" y="635"/>
                    </a:lnTo>
                    <a:lnTo>
                      <a:pt x="2478" y="637"/>
                    </a:lnTo>
                    <a:lnTo>
                      <a:pt x="2503" y="640"/>
                    </a:lnTo>
                    <a:lnTo>
                      <a:pt x="2530" y="641"/>
                    </a:lnTo>
                    <a:lnTo>
                      <a:pt x="2543" y="641"/>
                    </a:lnTo>
                    <a:lnTo>
                      <a:pt x="2556" y="640"/>
                    </a:lnTo>
                    <a:lnTo>
                      <a:pt x="2570" y="639"/>
                    </a:lnTo>
                    <a:lnTo>
                      <a:pt x="2583" y="637"/>
                    </a:lnTo>
                    <a:lnTo>
                      <a:pt x="2595" y="635"/>
                    </a:lnTo>
                    <a:lnTo>
                      <a:pt x="2608" y="632"/>
                    </a:lnTo>
                    <a:lnTo>
                      <a:pt x="2619" y="629"/>
                    </a:lnTo>
                    <a:lnTo>
                      <a:pt x="2631" y="624"/>
                    </a:lnTo>
                    <a:lnTo>
                      <a:pt x="2643" y="620"/>
                    </a:lnTo>
                    <a:lnTo>
                      <a:pt x="2653" y="615"/>
                    </a:lnTo>
                    <a:lnTo>
                      <a:pt x="2663" y="610"/>
                    </a:lnTo>
                    <a:lnTo>
                      <a:pt x="2673" y="604"/>
                    </a:lnTo>
                    <a:lnTo>
                      <a:pt x="2683" y="598"/>
                    </a:lnTo>
                    <a:lnTo>
                      <a:pt x="2692" y="591"/>
                    </a:lnTo>
                    <a:lnTo>
                      <a:pt x="2701" y="582"/>
                    </a:lnTo>
                    <a:lnTo>
                      <a:pt x="2709" y="574"/>
                    </a:lnTo>
                    <a:lnTo>
                      <a:pt x="2718" y="566"/>
                    </a:lnTo>
                    <a:lnTo>
                      <a:pt x="2725" y="557"/>
                    </a:lnTo>
                    <a:lnTo>
                      <a:pt x="2732" y="546"/>
                    </a:lnTo>
                    <a:lnTo>
                      <a:pt x="2738" y="536"/>
                    </a:lnTo>
                    <a:lnTo>
                      <a:pt x="2744" y="525"/>
                    </a:lnTo>
                    <a:lnTo>
                      <a:pt x="2750" y="513"/>
                    </a:lnTo>
                    <a:lnTo>
                      <a:pt x="2755" y="501"/>
                    </a:lnTo>
                    <a:lnTo>
                      <a:pt x="2760" y="489"/>
                    </a:lnTo>
                    <a:lnTo>
                      <a:pt x="2764" y="475"/>
                    </a:lnTo>
                    <a:lnTo>
                      <a:pt x="2767" y="461"/>
                    </a:lnTo>
                    <a:lnTo>
                      <a:pt x="2770" y="446"/>
                    </a:lnTo>
                    <a:lnTo>
                      <a:pt x="2772" y="431"/>
                    </a:lnTo>
                    <a:lnTo>
                      <a:pt x="2774" y="416"/>
                    </a:lnTo>
                    <a:lnTo>
                      <a:pt x="2776" y="399"/>
                    </a:lnTo>
                    <a:lnTo>
                      <a:pt x="2777" y="383"/>
                    </a:lnTo>
                    <a:lnTo>
                      <a:pt x="2777" y="364"/>
                    </a:lnTo>
                    <a:lnTo>
                      <a:pt x="2777" y="10"/>
                    </a:lnTo>
                    <a:lnTo>
                      <a:pt x="2664" y="10"/>
                    </a:lnTo>
                    <a:lnTo>
                      <a:pt x="2664" y="372"/>
                    </a:lnTo>
                    <a:lnTo>
                      <a:pt x="2663" y="394"/>
                    </a:lnTo>
                    <a:lnTo>
                      <a:pt x="2661" y="415"/>
                    </a:lnTo>
                    <a:lnTo>
                      <a:pt x="2659" y="433"/>
                    </a:lnTo>
                    <a:lnTo>
                      <a:pt x="2655" y="451"/>
                    </a:lnTo>
                    <a:lnTo>
                      <a:pt x="2650" y="467"/>
                    </a:lnTo>
                    <a:lnTo>
                      <a:pt x="2644" y="481"/>
                    </a:lnTo>
                    <a:lnTo>
                      <a:pt x="2638" y="495"/>
                    </a:lnTo>
                    <a:lnTo>
                      <a:pt x="2629" y="506"/>
                    </a:lnTo>
                    <a:lnTo>
                      <a:pt x="2620" y="516"/>
                    </a:lnTo>
                    <a:lnTo>
                      <a:pt x="2611" y="526"/>
                    </a:lnTo>
                    <a:lnTo>
                      <a:pt x="2600" y="533"/>
                    </a:lnTo>
                    <a:lnTo>
                      <a:pt x="2588" y="539"/>
                    </a:lnTo>
                    <a:lnTo>
                      <a:pt x="2576" y="544"/>
                    </a:lnTo>
                    <a:lnTo>
                      <a:pt x="2563" y="547"/>
                    </a:lnTo>
                    <a:lnTo>
                      <a:pt x="2548" y="549"/>
                    </a:lnTo>
                    <a:lnTo>
                      <a:pt x="2534" y="549"/>
                    </a:lnTo>
                    <a:lnTo>
                      <a:pt x="2519" y="549"/>
                    </a:lnTo>
                    <a:lnTo>
                      <a:pt x="2506" y="547"/>
                    </a:lnTo>
                    <a:lnTo>
                      <a:pt x="2493" y="543"/>
                    </a:lnTo>
                    <a:lnTo>
                      <a:pt x="2481" y="539"/>
                    </a:lnTo>
                    <a:lnTo>
                      <a:pt x="2470" y="533"/>
                    </a:lnTo>
                    <a:lnTo>
                      <a:pt x="2460" y="526"/>
                    </a:lnTo>
                    <a:lnTo>
                      <a:pt x="2449" y="516"/>
                    </a:lnTo>
                    <a:lnTo>
                      <a:pt x="2441" y="506"/>
                    </a:lnTo>
                    <a:lnTo>
                      <a:pt x="2433" y="495"/>
                    </a:lnTo>
                    <a:lnTo>
                      <a:pt x="2426" y="481"/>
                    </a:lnTo>
                    <a:lnTo>
                      <a:pt x="2421" y="467"/>
                    </a:lnTo>
                    <a:lnTo>
                      <a:pt x="2416" y="451"/>
                    </a:lnTo>
                    <a:lnTo>
                      <a:pt x="2411" y="433"/>
                    </a:lnTo>
                    <a:lnTo>
                      <a:pt x="2408" y="415"/>
                    </a:lnTo>
                    <a:lnTo>
                      <a:pt x="2406" y="394"/>
                    </a:lnTo>
                    <a:lnTo>
                      <a:pt x="2406" y="372"/>
                    </a:lnTo>
                    <a:lnTo>
                      <a:pt x="2406" y="10"/>
                    </a:lnTo>
                    <a:lnTo>
                      <a:pt x="2293" y="10"/>
                    </a:lnTo>
                    <a:close/>
                    <a:moveTo>
                      <a:pt x="1789" y="601"/>
                    </a:moveTo>
                    <a:lnTo>
                      <a:pt x="1803" y="609"/>
                    </a:lnTo>
                    <a:lnTo>
                      <a:pt x="1821" y="616"/>
                    </a:lnTo>
                    <a:lnTo>
                      <a:pt x="1840" y="622"/>
                    </a:lnTo>
                    <a:lnTo>
                      <a:pt x="1861" y="629"/>
                    </a:lnTo>
                    <a:lnTo>
                      <a:pt x="1883" y="634"/>
                    </a:lnTo>
                    <a:lnTo>
                      <a:pt x="1908" y="637"/>
                    </a:lnTo>
                    <a:lnTo>
                      <a:pt x="1932" y="640"/>
                    </a:lnTo>
                    <a:lnTo>
                      <a:pt x="1956" y="641"/>
                    </a:lnTo>
                    <a:lnTo>
                      <a:pt x="1986" y="640"/>
                    </a:lnTo>
                    <a:lnTo>
                      <a:pt x="2013" y="637"/>
                    </a:lnTo>
                    <a:lnTo>
                      <a:pt x="2025" y="635"/>
                    </a:lnTo>
                    <a:lnTo>
                      <a:pt x="2037" y="632"/>
                    </a:lnTo>
                    <a:lnTo>
                      <a:pt x="2050" y="629"/>
                    </a:lnTo>
                    <a:lnTo>
                      <a:pt x="2061" y="625"/>
                    </a:lnTo>
                    <a:lnTo>
                      <a:pt x="2071" y="621"/>
                    </a:lnTo>
                    <a:lnTo>
                      <a:pt x="2082" y="617"/>
                    </a:lnTo>
                    <a:lnTo>
                      <a:pt x="2092" y="613"/>
                    </a:lnTo>
                    <a:lnTo>
                      <a:pt x="2101" y="608"/>
                    </a:lnTo>
                    <a:lnTo>
                      <a:pt x="2110" y="603"/>
                    </a:lnTo>
                    <a:lnTo>
                      <a:pt x="2119" y="597"/>
                    </a:lnTo>
                    <a:lnTo>
                      <a:pt x="2127" y="591"/>
                    </a:lnTo>
                    <a:lnTo>
                      <a:pt x="2134" y="584"/>
                    </a:lnTo>
                    <a:lnTo>
                      <a:pt x="2141" y="578"/>
                    </a:lnTo>
                    <a:lnTo>
                      <a:pt x="2147" y="571"/>
                    </a:lnTo>
                    <a:lnTo>
                      <a:pt x="2154" y="564"/>
                    </a:lnTo>
                    <a:lnTo>
                      <a:pt x="2160" y="557"/>
                    </a:lnTo>
                    <a:lnTo>
                      <a:pt x="2170" y="541"/>
                    </a:lnTo>
                    <a:lnTo>
                      <a:pt x="2177" y="526"/>
                    </a:lnTo>
                    <a:lnTo>
                      <a:pt x="2183" y="508"/>
                    </a:lnTo>
                    <a:lnTo>
                      <a:pt x="2189" y="491"/>
                    </a:lnTo>
                    <a:lnTo>
                      <a:pt x="2191" y="472"/>
                    </a:lnTo>
                    <a:lnTo>
                      <a:pt x="2192" y="454"/>
                    </a:lnTo>
                    <a:lnTo>
                      <a:pt x="2192" y="437"/>
                    </a:lnTo>
                    <a:lnTo>
                      <a:pt x="2190" y="422"/>
                    </a:lnTo>
                    <a:lnTo>
                      <a:pt x="2186" y="407"/>
                    </a:lnTo>
                    <a:lnTo>
                      <a:pt x="2182" y="393"/>
                    </a:lnTo>
                    <a:lnTo>
                      <a:pt x="2176" y="380"/>
                    </a:lnTo>
                    <a:lnTo>
                      <a:pt x="2170" y="367"/>
                    </a:lnTo>
                    <a:lnTo>
                      <a:pt x="2162" y="355"/>
                    </a:lnTo>
                    <a:lnTo>
                      <a:pt x="2153" y="344"/>
                    </a:lnTo>
                    <a:lnTo>
                      <a:pt x="2142" y="332"/>
                    </a:lnTo>
                    <a:lnTo>
                      <a:pt x="2130" y="322"/>
                    </a:lnTo>
                    <a:lnTo>
                      <a:pt x="2117" y="313"/>
                    </a:lnTo>
                    <a:lnTo>
                      <a:pt x="2102" y="303"/>
                    </a:lnTo>
                    <a:lnTo>
                      <a:pt x="2087" y="294"/>
                    </a:lnTo>
                    <a:lnTo>
                      <a:pt x="2070" y="286"/>
                    </a:lnTo>
                    <a:lnTo>
                      <a:pt x="2052" y="278"/>
                    </a:lnTo>
                    <a:lnTo>
                      <a:pt x="2032" y="270"/>
                    </a:lnTo>
                    <a:lnTo>
                      <a:pt x="2004" y="258"/>
                    </a:lnTo>
                    <a:lnTo>
                      <a:pt x="1979" y="247"/>
                    </a:lnTo>
                    <a:lnTo>
                      <a:pt x="1969" y="242"/>
                    </a:lnTo>
                    <a:lnTo>
                      <a:pt x="1958" y="236"/>
                    </a:lnTo>
                    <a:lnTo>
                      <a:pt x="1950" y="230"/>
                    </a:lnTo>
                    <a:lnTo>
                      <a:pt x="1942" y="224"/>
                    </a:lnTo>
                    <a:lnTo>
                      <a:pt x="1936" y="219"/>
                    </a:lnTo>
                    <a:lnTo>
                      <a:pt x="1930" y="213"/>
                    </a:lnTo>
                    <a:lnTo>
                      <a:pt x="1924" y="206"/>
                    </a:lnTo>
                    <a:lnTo>
                      <a:pt x="1920" y="200"/>
                    </a:lnTo>
                    <a:lnTo>
                      <a:pt x="1917" y="192"/>
                    </a:lnTo>
                    <a:lnTo>
                      <a:pt x="1915" y="184"/>
                    </a:lnTo>
                    <a:lnTo>
                      <a:pt x="1914" y="177"/>
                    </a:lnTo>
                    <a:lnTo>
                      <a:pt x="1914" y="168"/>
                    </a:lnTo>
                    <a:lnTo>
                      <a:pt x="1914" y="162"/>
                    </a:lnTo>
                    <a:lnTo>
                      <a:pt x="1915" y="154"/>
                    </a:lnTo>
                    <a:lnTo>
                      <a:pt x="1917" y="147"/>
                    </a:lnTo>
                    <a:lnTo>
                      <a:pt x="1919" y="141"/>
                    </a:lnTo>
                    <a:lnTo>
                      <a:pt x="1923" y="135"/>
                    </a:lnTo>
                    <a:lnTo>
                      <a:pt x="1928" y="129"/>
                    </a:lnTo>
                    <a:lnTo>
                      <a:pt x="1933" y="122"/>
                    </a:lnTo>
                    <a:lnTo>
                      <a:pt x="1938" y="117"/>
                    </a:lnTo>
                    <a:lnTo>
                      <a:pt x="1945" y="112"/>
                    </a:lnTo>
                    <a:lnTo>
                      <a:pt x="1952" y="107"/>
                    </a:lnTo>
                    <a:lnTo>
                      <a:pt x="1960" y="103"/>
                    </a:lnTo>
                    <a:lnTo>
                      <a:pt x="1970" y="100"/>
                    </a:lnTo>
                    <a:lnTo>
                      <a:pt x="1980" y="97"/>
                    </a:lnTo>
                    <a:lnTo>
                      <a:pt x="1991" y="95"/>
                    </a:lnTo>
                    <a:lnTo>
                      <a:pt x="2004" y="94"/>
                    </a:lnTo>
                    <a:lnTo>
                      <a:pt x="2016" y="94"/>
                    </a:lnTo>
                    <a:lnTo>
                      <a:pt x="2037" y="94"/>
                    </a:lnTo>
                    <a:lnTo>
                      <a:pt x="2057" y="96"/>
                    </a:lnTo>
                    <a:lnTo>
                      <a:pt x="2075" y="100"/>
                    </a:lnTo>
                    <a:lnTo>
                      <a:pt x="2092" y="104"/>
                    </a:lnTo>
                    <a:lnTo>
                      <a:pt x="2106" y="108"/>
                    </a:lnTo>
                    <a:lnTo>
                      <a:pt x="2120" y="113"/>
                    </a:lnTo>
                    <a:lnTo>
                      <a:pt x="2131" y="118"/>
                    </a:lnTo>
                    <a:lnTo>
                      <a:pt x="2140" y="122"/>
                    </a:lnTo>
                    <a:lnTo>
                      <a:pt x="2167" y="31"/>
                    </a:lnTo>
                    <a:lnTo>
                      <a:pt x="2155" y="25"/>
                    </a:lnTo>
                    <a:lnTo>
                      <a:pt x="2139" y="20"/>
                    </a:lnTo>
                    <a:lnTo>
                      <a:pt x="2124" y="14"/>
                    </a:lnTo>
                    <a:lnTo>
                      <a:pt x="2106" y="9"/>
                    </a:lnTo>
                    <a:lnTo>
                      <a:pt x="2087" y="6"/>
                    </a:lnTo>
                    <a:lnTo>
                      <a:pt x="2065" y="3"/>
                    </a:lnTo>
                    <a:lnTo>
                      <a:pt x="2043" y="1"/>
                    </a:lnTo>
                    <a:lnTo>
                      <a:pt x="2019" y="0"/>
                    </a:lnTo>
                    <a:lnTo>
                      <a:pt x="1994" y="1"/>
                    </a:lnTo>
                    <a:lnTo>
                      <a:pt x="1971" y="4"/>
                    </a:lnTo>
                    <a:lnTo>
                      <a:pt x="1948" y="8"/>
                    </a:lnTo>
                    <a:lnTo>
                      <a:pt x="1928" y="14"/>
                    </a:lnTo>
                    <a:lnTo>
                      <a:pt x="1908" y="22"/>
                    </a:lnTo>
                    <a:lnTo>
                      <a:pt x="1890" y="30"/>
                    </a:lnTo>
                    <a:lnTo>
                      <a:pt x="1873" y="40"/>
                    </a:lnTo>
                    <a:lnTo>
                      <a:pt x="1859" y="51"/>
                    </a:lnTo>
                    <a:lnTo>
                      <a:pt x="1845" y="64"/>
                    </a:lnTo>
                    <a:lnTo>
                      <a:pt x="1833" y="77"/>
                    </a:lnTo>
                    <a:lnTo>
                      <a:pt x="1823" y="93"/>
                    </a:lnTo>
                    <a:lnTo>
                      <a:pt x="1815" y="108"/>
                    </a:lnTo>
                    <a:lnTo>
                      <a:pt x="1808" y="124"/>
                    </a:lnTo>
                    <a:lnTo>
                      <a:pt x="1803" y="142"/>
                    </a:lnTo>
                    <a:lnTo>
                      <a:pt x="1800" y="159"/>
                    </a:lnTo>
                    <a:lnTo>
                      <a:pt x="1799" y="179"/>
                    </a:lnTo>
                    <a:lnTo>
                      <a:pt x="1800" y="194"/>
                    </a:lnTo>
                    <a:lnTo>
                      <a:pt x="1802" y="211"/>
                    </a:lnTo>
                    <a:lnTo>
                      <a:pt x="1806" y="225"/>
                    </a:lnTo>
                    <a:lnTo>
                      <a:pt x="1811" y="240"/>
                    </a:lnTo>
                    <a:lnTo>
                      <a:pt x="1818" y="253"/>
                    </a:lnTo>
                    <a:lnTo>
                      <a:pt x="1825" y="265"/>
                    </a:lnTo>
                    <a:lnTo>
                      <a:pt x="1834" y="277"/>
                    </a:lnTo>
                    <a:lnTo>
                      <a:pt x="1844" y="288"/>
                    </a:lnTo>
                    <a:lnTo>
                      <a:pt x="1857" y="299"/>
                    </a:lnTo>
                    <a:lnTo>
                      <a:pt x="1869" y="310"/>
                    </a:lnTo>
                    <a:lnTo>
                      <a:pt x="1882" y="319"/>
                    </a:lnTo>
                    <a:lnTo>
                      <a:pt x="1898" y="328"/>
                    </a:lnTo>
                    <a:lnTo>
                      <a:pt x="1913" y="336"/>
                    </a:lnTo>
                    <a:lnTo>
                      <a:pt x="1931" y="345"/>
                    </a:lnTo>
                    <a:lnTo>
                      <a:pt x="1948" y="352"/>
                    </a:lnTo>
                    <a:lnTo>
                      <a:pt x="1967" y="359"/>
                    </a:lnTo>
                    <a:lnTo>
                      <a:pt x="1994" y="369"/>
                    </a:lnTo>
                    <a:lnTo>
                      <a:pt x="2017" y="381"/>
                    </a:lnTo>
                    <a:lnTo>
                      <a:pt x="2027" y="386"/>
                    </a:lnTo>
                    <a:lnTo>
                      <a:pt x="2036" y="392"/>
                    </a:lnTo>
                    <a:lnTo>
                      <a:pt x="2044" y="397"/>
                    </a:lnTo>
                    <a:lnTo>
                      <a:pt x="2051" y="403"/>
                    </a:lnTo>
                    <a:lnTo>
                      <a:pt x="2057" y="409"/>
                    </a:lnTo>
                    <a:lnTo>
                      <a:pt x="2062" y="417"/>
                    </a:lnTo>
                    <a:lnTo>
                      <a:pt x="2067" y="423"/>
                    </a:lnTo>
                    <a:lnTo>
                      <a:pt x="2070" y="430"/>
                    </a:lnTo>
                    <a:lnTo>
                      <a:pt x="2073" y="437"/>
                    </a:lnTo>
                    <a:lnTo>
                      <a:pt x="2075" y="445"/>
                    </a:lnTo>
                    <a:lnTo>
                      <a:pt x="2077" y="454"/>
                    </a:lnTo>
                    <a:lnTo>
                      <a:pt x="2077" y="462"/>
                    </a:lnTo>
                    <a:lnTo>
                      <a:pt x="2077" y="471"/>
                    </a:lnTo>
                    <a:lnTo>
                      <a:pt x="2074" y="480"/>
                    </a:lnTo>
                    <a:lnTo>
                      <a:pt x="2072" y="489"/>
                    </a:lnTo>
                    <a:lnTo>
                      <a:pt x="2069" y="497"/>
                    </a:lnTo>
                    <a:lnTo>
                      <a:pt x="2065" y="504"/>
                    </a:lnTo>
                    <a:lnTo>
                      <a:pt x="2060" y="511"/>
                    </a:lnTo>
                    <a:lnTo>
                      <a:pt x="2054" y="517"/>
                    </a:lnTo>
                    <a:lnTo>
                      <a:pt x="2048" y="524"/>
                    </a:lnTo>
                    <a:lnTo>
                      <a:pt x="2040" y="529"/>
                    </a:lnTo>
                    <a:lnTo>
                      <a:pt x="2031" y="533"/>
                    </a:lnTo>
                    <a:lnTo>
                      <a:pt x="2022" y="537"/>
                    </a:lnTo>
                    <a:lnTo>
                      <a:pt x="2012" y="540"/>
                    </a:lnTo>
                    <a:lnTo>
                      <a:pt x="2002" y="543"/>
                    </a:lnTo>
                    <a:lnTo>
                      <a:pt x="1989" y="545"/>
                    </a:lnTo>
                    <a:lnTo>
                      <a:pt x="1977" y="546"/>
                    </a:lnTo>
                    <a:lnTo>
                      <a:pt x="1965" y="546"/>
                    </a:lnTo>
                    <a:lnTo>
                      <a:pt x="1943" y="546"/>
                    </a:lnTo>
                    <a:lnTo>
                      <a:pt x="1921" y="543"/>
                    </a:lnTo>
                    <a:lnTo>
                      <a:pt x="1901" y="540"/>
                    </a:lnTo>
                    <a:lnTo>
                      <a:pt x="1881" y="535"/>
                    </a:lnTo>
                    <a:lnTo>
                      <a:pt x="1863" y="529"/>
                    </a:lnTo>
                    <a:lnTo>
                      <a:pt x="1845" y="523"/>
                    </a:lnTo>
                    <a:lnTo>
                      <a:pt x="1829" y="514"/>
                    </a:lnTo>
                    <a:lnTo>
                      <a:pt x="1815" y="507"/>
                    </a:lnTo>
                    <a:lnTo>
                      <a:pt x="1789" y="601"/>
                    </a:lnTo>
                    <a:close/>
                    <a:moveTo>
                      <a:pt x="1300" y="631"/>
                    </a:moveTo>
                    <a:lnTo>
                      <a:pt x="1300" y="408"/>
                    </a:lnTo>
                    <a:lnTo>
                      <a:pt x="1300" y="371"/>
                    </a:lnTo>
                    <a:lnTo>
                      <a:pt x="1299" y="335"/>
                    </a:lnTo>
                    <a:lnTo>
                      <a:pt x="1299" y="301"/>
                    </a:lnTo>
                    <a:lnTo>
                      <a:pt x="1298" y="269"/>
                    </a:lnTo>
                    <a:lnTo>
                      <a:pt x="1298" y="237"/>
                    </a:lnTo>
                    <a:lnTo>
                      <a:pt x="1297" y="205"/>
                    </a:lnTo>
                    <a:lnTo>
                      <a:pt x="1295" y="175"/>
                    </a:lnTo>
                    <a:lnTo>
                      <a:pt x="1294" y="144"/>
                    </a:lnTo>
                    <a:lnTo>
                      <a:pt x="1297" y="144"/>
                    </a:lnTo>
                    <a:lnTo>
                      <a:pt x="1308" y="170"/>
                    </a:lnTo>
                    <a:lnTo>
                      <a:pt x="1321" y="198"/>
                    </a:lnTo>
                    <a:lnTo>
                      <a:pt x="1335" y="224"/>
                    </a:lnTo>
                    <a:lnTo>
                      <a:pt x="1348" y="251"/>
                    </a:lnTo>
                    <a:lnTo>
                      <a:pt x="1362" y="279"/>
                    </a:lnTo>
                    <a:lnTo>
                      <a:pt x="1378" y="306"/>
                    </a:lnTo>
                    <a:lnTo>
                      <a:pt x="1392" y="332"/>
                    </a:lnTo>
                    <a:lnTo>
                      <a:pt x="1408" y="358"/>
                    </a:lnTo>
                    <a:lnTo>
                      <a:pt x="1569" y="631"/>
                    </a:lnTo>
                    <a:lnTo>
                      <a:pt x="1686" y="631"/>
                    </a:lnTo>
                    <a:lnTo>
                      <a:pt x="1686" y="10"/>
                    </a:lnTo>
                    <a:lnTo>
                      <a:pt x="1582" y="10"/>
                    </a:lnTo>
                    <a:lnTo>
                      <a:pt x="1582" y="226"/>
                    </a:lnTo>
                    <a:lnTo>
                      <a:pt x="1582" y="261"/>
                    </a:lnTo>
                    <a:lnTo>
                      <a:pt x="1582" y="295"/>
                    </a:lnTo>
                    <a:lnTo>
                      <a:pt x="1583" y="328"/>
                    </a:lnTo>
                    <a:lnTo>
                      <a:pt x="1584" y="360"/>
                    </a:lnTo>
                    <a:lnTo>
                      <a:pt x="1585" y="391"/>
                    </a:lnTo>
                    <a:lnTo>
                      <a:pt x="1587" y="422"/>
                    </a:lnTo>
                    <a:lnTo>
                      <a:pt x="1589" y="453"/>
                    </a:lnTo>
                    <a:lnTo>
                      <a:pt x="1592" y="484"/>
                    </a:lnTo>
                    <a:lnTo>
                      <a:pt x="1589" y="485"/>
                    </a:lnTo>
                    <a:lnTo>
                      <a:pt x="1578" y="459"/>
                    </a:lnTo>
                    <a:lnTo>
                      <a:pt x="1567" y="433"/>
                    </a:lnTo>
                    <a:lnTo>
                      <a:pt x="1555" y="407"/>
                    </a:lnTo>
                    <a:lnTo>
                      <a:pt x="1541" y="381"/>
                    </a:lnTo>
                    <a:lnTo>
                      <a:pt x="1528" y="355"/>
                    </a:lnTo>
                    <a:lnTo>
                      <a:pt x="1513" y="328"/>
                    </a:lnTo>
                    <a:lnTo>
                      <a:pt x="1499" y="302"/>
                    </a:lnTo>
                    <a:lnTo>
                      <a:pt x="1484" y="277"/>
                    </a:lnTo>
                    <a:lnTo>
                      <a:pt x="1324" y="10"/>
                    </a:lnTo>
                    <a:lnTo>
                      <a:pt x="1195" y="10"/>
                    </a:lnTo>
                    <a:lnTo>
                      <a:pt x="1195" y="631"/>
                    </a:lnTo>
                    <a:lnTo>
                      <a:pt x="1300" y="631"/>
                    </a:lnTo>
                    <a:close/>
                    <a:moveTo>
                      <a:pt x="804" y="550"/>
                    </a:moveTo>
                    <a:lnTo>
                      <a:pt x="795" y="549"/>
                    </a:lnTo>
                    <a:lnTo>
                      <a:pt x="785" y="549"/>
                    </a:lnTo>
                    <a:lnTo>
                      <a:pt x="776" y="547"/>
                    </a:lnTo>
                    <a:lnTo>
                      <a:pt x="766" y="545"/>
                    </a:lnTo>
                    <a:lnTo>
                      <a:pt x="757" y="543"/>
                    </a:lnTo>
                    <a:lnTo>
                      <a:pt x="749" y="540"/>
                    </a:lnTo>
                    <a:lnTo>
                      <a:pt x="741" y="536"/>
                    </a:lnTo>
                    <a:lnTo>
                      <a:pt x="733" y="532"/>
                    </a:lnTo>
                    <a:lnTo>
                      <a:pt x="724" y="527"/>
                    </a:lnTo>
                    <a:lnTo>
                      <a:pt x="717" y="523"/>
                    </a:lnTo>
                    <a:lnTo>
                      <a:pt x="710" y="516"/>
                    </a:lnTo>
                    <a:lnTo>
                      <a:pt x="703" y="510"/>
                    </a:lnTo>
                    <a:lnTo>
                      <a:pt x="690" y="497"/>
                    </a:lnTo>
                    <a:lnTo>
                      <a:pt x="679" y="482"/>
                    </a:lnTo>
                    <a:lnTo>
                      <a:pt x="668" y="466"/>
                    </a:lnTo>
                    <a:lnTo>
                      <a:pt x="660" y="449"/>
                    </a:lnTo>
                    <a:lnTo>
                      <a:pt x="651" y="430"/>
                    </a:lnTo>
                    <a:lnTo>
                      <a:pt x="645" y="410"/>
                    </a:lnTo>
                    <a:lnTo>
                      <a:pt x="640" y="389"/>
                    </a:lnTo>
                    <a:lnTo>
                      <a:pt x="637" y="367"/>
                    </a:lnTo>
                    <a:lnTo>
                      <a:pt x="634" y="346"/>
                    </a:lnTo>
                    <a:lnTo>
                      <a:pt x="634" y="322"/>
                    </a:lnTo>
                    <a:lnTo>
                      <a:pt x="634" y="299"/>
                    </a:lnTo>
                    <a:lnTo>
                      <a:pt x="636" y="277"/>
                    </a:lnTo>
                    <a:lnTo>
                      <a:pt x="640" y="255"/>
                    </a:lnTo>
                    <a:lnTo>
                      <a:pt x="645" y="235"/>
                    </a:lnTo>
                    <a:lnTo>
                      <a:pt x="651" y="214"/>
                    </a:lnTo>
                    <a:lnTo>
                      <a:pt x="659" y="194"/>
                    </a:lnTo>
                    <a:lnTo>
                      <a:pt x="668" y="177"/>
                    </a:lnTo>
                    <a:lnTo>
                      <a:pt x="677" y="160"/>
                    </a:lnTo>
                    <a:lnTo>
                      <a:pt x="689" y="145"/>
                    </a:lnTo>
                    <a:lnTo>
                      <a:pt x="702" y="132"/>
                    </a:lnTo>
                    <a:lnTo>
                      <a:pt x="709" y="126"/>
                    </a:lnTo>
                    <a:lnTo>
                      <a:pt x="716" y="119"/>
                    </a:lnTo>
                    <a:lnTo>
                      <a:pt x="723" y="114"/>
                    </a:lnTo>
                    <a:lnTo>
                      <a:pt x="732" y="109"/>
                    </a:lnTo>
                    <a:lnTo>
                      <a:pt x="740" y="105"/>
                    </a:lnTo>
                    <a:lnTo>
                      <a:pt x="748" y="102"/>
                    </a:lnTo>
                    <a:lnTo>
                      <a:pt x="757" y="99"/>
                    </a:lnTo>
                    <a:lnTo>
                      <a:pt x="766" y="96"/>
                    </a:lnTo>
                    <a:lnTo>
                      <a:pt x="776" y="94"/>
                    </a:lnTo>
                    <a:lnTo>
                      <a:pt x="786" y="92"/>
                    </a:lnTo>
                    <a:lnTo>
                      <a:pt x="795" y="91"/>
                    </a:lnTo>
                    <a:lnTo>
                      <a:pt x="807" y="91"/>
                    </a:lnTo>
                    <a:lnTo>
                      <a:pt x="817" y="91"/>
                    </a:lnTo>
                    <a:lnTo>
                      <a:pt x="827" y="92"/>
                    </a:lnTo>
                    <a:lnTo>
                      <a:pt x="836" y="94"/>
                    </a:lnTo>
                    <a:lnTo>
                      <a:pt x="846" y="96"/>
                    </a:lnTo>
                    <a:lnTo>
                      <a:pt x="855" y="99"/>
                    </a:lnTo>
                    <a:lnTo>
                      <a:pt x="864" y="102"/>
                    </a:lnTo>
                    <a:lnTo>
                      <a:pt x="872" y="106"/>
                    </a:lnTo>
                    <a:lnTo>
                      <a:pt x="881" y="110"/>
                    </a:lnTo>
                    <a:lnTo>
                      <a:pt x="889" y="114"/>
                    </a:lnTo>
                    <a:lnTo>
                      <a:pt x="896" y="120"/>
                    </a:lnTo>
                    <a:lnTo>
                      <a:pt x="903" y="126"/>
                    </a:lnTo>
                    <a:lnTo>
                      <a:pt x="910" y="132"/>
                    </a:lnTo>
                    <a:lnTo>
                      <a:pt x="923" y="145"/>
                    </a:lnTo>
                    <a:lnTo>
                      <a:pt x="934" y="160"/>
                    </a:lnTo>
                    <a:lnTo>
                      <a:pt x="944" y="177"/>
                    </a:lnTo>
                    <a:lnTo>
                      <a:pt x="952" y="194"/>
                    </a:lnTo>
                    <a:lnTo>
                      <a:pt x="961" y="214"/>
                    </a:lnTo>
                    <a:lnTo>
                      <a:pt x="967" y="234"/>
                    </a:lnTo>
                    <a:lnTo>
                      <a:pt x="971" y="254"/>
                    </a:lnTo>
                    <a:lnTo>
                      <a:pt x="974" y="275"/>
                    </a:lnTo>
                    <a:lnTo>
                      <a:pt x="976" y="296"/>
                    </a:lnTo>
                    <a:lnTo>
                      <a:pt x="977" y="318"/>
                    </a:lnTo>
                    <a:lnTo>
                      <a:pt x="976" y="343"/>
                    </a:lnTo>
                    <a:lnTo>
                      <a:pt x="974" y="365"/>
                    </a:lnTo>
                    <a:lnTo>
                      <a:pt x="971" y="388"/>
                    </a:lnTo>
                    <a:lnTo>
                      <a:pt x="966" y="409"/>
                    </a:lnTo>
                    <a:lnTo>
                      <a:pt x="960" y="430"/>
                    </a:lnTo>
                    <a:lnTo>
                      <a:pt x="951" y="449"/>
                    </a:lnTo>
                    <a:lnTo>
                      <a:pt x="943" y="467"/>
                    </a:lnTo>
                    <a:lnTo>
                      <a:pt x="933" y="482"/>
                    </a:lnTo>
                    <a:lnTo>
                      <a:pt x="921" y="498"/>
                    </a:lnTo>
                    <a:lnTo>
                      <a:pt x="908" y="511"/>
                    </a:lnTo>
                    <a:lnTo>
                      <a:pt x="901" y="517"/>
                    </a:lnTo>
                    <a:lnTo>
                      <a:pt x="894" y="523"/>
                    </a:lnTo>
                    <a:lnTo>
                      <a:pt x="887" y="528"/>
                    </a:lnTo>
                    <a:lnTo>
                      <a:pt x="878" y="532"/>
                    </a:lnTo>
                    <a:lnTo>
                      <a:pt x="870" y="536"/>
                    </a:lnTo>
                    <a:lnTo>
                      <a:pt x="862" y="540"/>
                    </a:lnTo>
                    <a:lnTo>
                      <a:pt x="854" y="543"/>
                    </a:lnTo>
                    <a:lnTo>
                      <a:pt x="845" y="545"/>
                    </a:lnTo>
                    <a:lnTo>
                      <a:pt x="835" y="547"/>
                    </a:lnTo>
                    <a:lnTo>
                      <a:pt x="826" y="549"/>
                    </a:lnTo>
                    <a:lnTo>
                      <a:pt x="816" y="549"/>
                    </a:lnTo>
                    <a:lnTo>
                      <a:pt x="805" y="550"/>
                    </a:lnTo>
                    <a:lnTo>
                      <a:pt x="804" y="550"/>
                    </a:lnTo>
                    <a:close/>
                    <a:moveTo>
                      <a:pt x="802" y="641"/>
                    </a:moveTo>
                    <a:lnTo>
                      <a:pt x="818" y="641"/>
                    </a:lnTo>
                    <a:lnTo>
                      <a:pt x="833" y="640"/>
                    </a:lnTo>
                    <a:lnTo>
                      <a:pt x="849" y="638"/>
                    </a:lnTo>
                    <a:lnTo>
                      <a:pt x="863" y="636"/>
                    </a:lnTo>
                    <a:lnTo>
                      <a:pt x="878" y="633"/>
                    </a:lnTo>
                    <a:lnTo>
                      <a:pt x="893" y="629"/>
                    </a:lnTo>
                    <a:lnTo>
                      <a:pt x="906" y="624"/>
                    </a:lnTo>
                    <a:lnTo>
                      <a:pt x="920" y="619"/>
                    </a:lnTo>
                    <a:lnTo>
                      <a:pt x="933" y="613"/>
                    </a:lnTo>
                    <a:lnTo>
                      <a:pt x="946" y="607"/>
                    </a:lnTo>
                    <a:lnTo>
                      <a:pt x="959" y="600"/>
                    </a:lnTo>
                    <a:lnTo>
                      <a:pt x="970" y="593"/>
                    </a:lnTo>
                    <a:lnTo>
                      <a:pt x="982" y="584"/>
                    </a:lnTo>
                    <a:lnTo>
                      <a:pt x="993" y="575"/>
                    </a:lnTo>
                    <a:lnTo>
                      <a:pt x="1004" y="566"/>
                    </a:lnTo>
                    <a:lnTo>
                      <a:pt x="1013" y="556"/>
                    </a:lnTo>
                    <a:lnTo>
                      <a:pt x="1023" y="545"/>
                    </a:lnTo>
                    <a:lnTo>
                      <a:pt x="1033" y="533"/>
                    </a:lnTo>
                    <a:lnTo>
                      <a:pt x="1041" y="522"/>
                    </a:lnTo>
                    <a:lnTo>
                      <a:pt x="1049" y="509"/>
                    </a:lnTo>
                    <a:lnTo>
                      <a:pt x="1056" y="496"/>
                    </a:lnTo>
                    <a:lnTo>
                      <a:pt x="1063" y="482"/>
                    </a:lnTo>
                    <a:lnTo>
                      <a:pt x="1070" y="468"/>
                    </a:lnTo>
                    <a:lnTo>
                      <a:pt x="1076" y="453"/>
                    </a:lnTo>
                    <a:lnTo>
                      <a:pt x="1081" y="437"/>
                    </a:lnTo>
                    <a:lnTo>
                      <a:pt x="1085" y="422"/>
                    </a:lnTo>
                    <a:lnTo>
                      <a:pt x="1089" y="405"/>
                    </a:lnTo>
                    <a:lnTo>
                      <a:pt x="1092" y="388"/>
                    </a:lnTo>
                    <a:lnTo>
                      <a:pt x="1094" y="370"/>
                    </a:lnTo>
                    <a:lnTo>
                      <a:pt x="1096" y="352"/>
                    </a:lnTo>
                    <a:lnTo>
                      <a:pt x="1097" y="333"/>
                    </a:lnTo>
                    <a:lnTo>
                      <a:pt x="1097" y="314"/>
                    </a:lnTo>
                    <a:lnTo>
                      <a:pt x="1097" y="297"/>
                    </a:lnTo>
                    <a:lnTo>
                      <a:pt x="1096" y="281"/>
                    </a:lnTo>
                    <a:lnTo>
                      <a:pt x="1095" y="265"/>
                    </a:lnTo>
                    <a:lnTo>
                      <a:pt x="1093" y="250"/>
                    </a:lnTo>
                    <a:lnTo>
                      <a:pt x="1090" y="235"/>
                    </a:lnTo>
                    <a:lnTo>
                      <a:pt x="1087" y="219"/>
                    </a:lnTo>
                    <a:lnTo>
                      <a:pt x="1083" y="205"/>
                    </a:lnTo>
                    <a:lnTo>
                      <a:pt x="1078" y="190"/>
                    </a:lnTo>
                    <a:lnTo>
                      <a:pt x="1073" y="176"/>
                    </a:lnTo>
                    <a:lnTo>
                      <a:pt x="1068" y="163"/>
                    </a:lnTo>
                    <a:lnTo>
                      <a:pt x="1061" y="149"/>
                    </a:lnTo>
                    <a:lnTo>
                      <a:pt x="1054" y="137"/>
                    </a:lnTo>
                    <a:lnTo>
                      <a:pt x="1047" y="124"/>
                    </a:lnTo>
                    <a:lnTo>
                      <a:pt x="1039" y="113"/>
                    </a:lnTo>
                    <a:lnTo>
                      <a:pt x="1031" y="102"/>
                    </a:lnTo>
                    <a:lnTo>
                      <a:pt x="1021" y="91"/>
                    </a:lnTo>
                    <a:lnTo>
                      <a:pt x="1012" y="80"/>
                    </a:lnTo>
                    <a:lnTo>
                      <a:pt x="1002" y="71"/>
                    </a:lnTo>
                    <a:lnTo>
                      <a:pt x="991" y="62"/>
                    </a:lnTo>
                    <a:lnTo>
                      <a:pt x="980" y="52"/>
                    </a:lnTo>
                    <a:lnTo>
                      <a:pt x="969" y="44"/>
                    </a:lnTo>
                    <a:lnTo>
                      <a:pt x="957" y="37"/>
                    </a:lnTo>
                    <a:lnTo>
                      <a:pt x="944" y="30"/>
                    </a:lnTo>
                    <a:lnTo>
                      <a:pt x="932" y="24"/>
                    </a:lnTo>
                    <a:lnTo>
                      <a:pt x="917" y="19"/>
                    </a:lnTo>
                    <a:lnTo>
                      <a:pt x="904" y="13"/>
                    </a:lnTo>
                    <a:lnTo>
                      <a:pt x="890" y="9"/>
                    </a:lnTo>
                    <a:lnTo>
                      <a:pt x="874" y="6"/>
                    </a:lnTo>
                    <a:lnTo>
                      <a:pt x="859" y="3"/>
                    </a:lnTo>
                    <a:lnTo>
                      <a:pt x="844" y="2"/>
                    </a:lnTo>
                    <a:lnTo>
                      <a:pt x="827" y="0"/>
                    </a:lnTo>
                    <a:lnTo>
                      <a:pt x="811" y="0"/>
                    </a:lnTo>
                    <a:lnTo>
                      <a:pt x="794" y="0"/>
                    </a:lnTo>
                    <a:lnTo>
                      <a:pt x="778" y="2"/>
                    </a:lnTo>
                    <a:lnTo>
                      <a:pt x="762" y="3"/>
                    </a:lnTo>
                    <a:lnTo>
                      <a:pt x="747" y="6"/>
                    </a:lnTo>
                    <a:lnTo>
                      <a:pt x="733" y="9"/>
                    </a:lnTo>
                    <a:lnTo>
                      <a:pt x="718" y="13"/>
                    </a:lnTo>
                    <a:lnTo>
                      <a:pt x="704" y="19"/>
                    </a:lnTo>
                    <a:lnTo>
                      <a:pt x="690" y="24"/>
                    </a:lnTo>
                    <a:lnTo>
                      <a:pt x="677" y="30"/>
                    </a:lnTo>
                    <a:lnTo>
                      <a:pt x="665" y="37"/>
                    </a:lnTo>
                    <a:lnTo>
                      <a:pt x="652" y="44"/>
                    </a:lnTo>
                    <a:lnTo>
                      <a:pt x="640" y="52"/>
                    </a:lnTo>
                    <a:lnTo>
                      <a:pt x="629" y="62"/>
                    </a:lnTo>
                    <a:lnTo>
                      <a:pt x="617" y="71"/>
                    </a:lnTo>
                    <a:lnTo>
                      <a:pt x="607" y="80"/>
                    </a:lnTo>
                    <a:lnTo>
                      <a:pt x="597" y="92"/>
                    </a:lnTo>
                    <a:lnTo>
                      <a:pt x="588" y="102"/>
                    </a:lnTo>
                    <a:lnTo>
                      <a:pt x="578" y="114"/>
                    </a:lnTo>
                    <a:lnTo>
                      <a:pt x="570" y="126"/>
                    </a:lnTo>
                    <a:lnTo>
                      <a:pt x="562" y="139"/>
                    </a:lnTo>
                    <a:lnTo>
                      <a:pt x="555" y="151"/>
                    </a:lnTo>
                    <a:lnTo>
                      <a:pt x="549" y="166"/>
                    </a:lnTo>
                    <a:lnTo>
                      <a:pt x="542" y="179"/>
                    </a:lnTo>
                    <a:lnTo>
                      <a:pt x="536" y="194"/>
                    </a:lnTo>
                    <a:lnTo>
                      <a:pt x="531" y="209"/>
                    </a:lnTo>
                    <a:lnTo>
                      <a:pt x="527" y="224"/>
                    </a:lnTo>
                    <a:lnTo>
                      <a:pt x="524" y="241"/>
                    </a:lnTo>
                    <a:lnTo>
                      <a:pt x="521" y="256"/>
                    </a:lnTo>
                    <a:lnTo>
                      <a:pt x="518" y="273"/>
                    </a:lnTo>
                    <a:lnTo>
                      <a:pt x="517" y="290"/>
                    </a:lnTo>
                    <a:lnTo>
                      <a:pt x="516" y="308"/>
                    </a:lnTo>
                    <a:lnTo>
                      <a:pt x="515" y="325"/>
                    </a:lnTo>
                    <a:lnTo>
                      <a:pt x="516" y="342"/>
                    </a:lnTo>
                    <a:lnTo>
                      <a:pt x="517" y="359"/>
                    </a:lnTo>
                    <a:lnTo>
                      <a:pt x="518" y="374"/>
                    </a:lnTo>
                    <a:lnTo>
                      <a:pt x="520" y="391"/>
                    </a:lnTo>
                    <a:lnTo>
                      <a:pt x="523" y="406"/>
                    </a:lnTo>
                    <a:lnTo>
                      <a:pt x="526" y="422"/>
                    </a:lnTo>
                    <a:lnTo>
                      <a:pt x="530" y="436"/>
                    </a:lnTo>
                    <a:lnTo>
                      <a:pt x="535" y="452"/>
                    </a:lnTo>
                    <a:lnTo>
                      <a:pt x="540" y="465"/>
                    </a:lnTo>
                    <a:lnTo>
                      <a:pt x="547" y="479"/>
                    </a:lnTo>
                    <a:lnTo>
                      <a:pt x="553" y="492"/>
                    </a:lnTo>
                    <a:lnTo>
                      <a:pt x="559" y="505"/>
                    </a:lnTo>
                    <a:lnTo>
                      <a:pt x="567" y="517"/>
                    </a:lnTo>
                    <a:lnTo>
                      <a:pt x="575" y="529"/>
                    </a:lnTo>
                    <a:lnTo>
                      <a:pt x="584" y="540"/>
                    </a:lnTo>
                    <a:lnTo>
                      <a:pt x="593" y="551"/>
                    </a:lnTo>
                    <a:lnTo>
                      <a:pt x="602" y="562"/>
                    </a:lnTo>
                    <a:lnTo>
                      <a:pt x="612" y="571"/>
                    </a:lnTo>
                    <a:lnTo>
                      <a:pt x="623" y="580"/>
                    </a:lnTo>
                    <a:lnTo>
                      <a:pt x="634" y="588"/>
                    </a:lnTo>
                    <a:lnTo>
                      <a:pt x="645" y="597"/>
                    </a:lnTo>
                    <a:lnTo>
                      <a:pt x="658" y="604"/>
                    </a:lnTo>
                    <a:lnTo>
                      <a:pt x="670" y="611"/>
                    </a:lnTo>
                    <a:lnTo>
                      <a:pt x="682" y="617"/>
                    </a:lnTo>
                    <a:lnTo>
                      <a:pt x="696" y="622"/>
                    </a:lnTo>
                    <a:lnTo>
                      <a:pt x="710" y="628"/>
                    </a:lnTo>
                    <a:lnTo>
                      <a:pt x="724" y="632"/>
                    </a:lnTo>
                    <a:lnTo>
                      <a:pt x="739" y="635"/>
                    </a:lnTo>
                    <a:lnTo>
                      <a:pt x="753" y="638"/>
                    </a:lnTo>
                    <a:lnTo>
                      <a:pt x="769" y="640"/>
                    </a:lnTo>
                    <a:lnTo>
                      <a:pt x="785" y="641"/>
                    </a:lnTo>
                    <a:lnTo>
                      <a:pt x="801" y="641"/>
                    </a:lnTo>
                    <a:lnTo>
                      <a:pt x="802" y="641"/>
                    </a:lnTo>
                    <a:close/>
                    <a:moveTo>
                      <a:pt x="458" y="523"/>
                    </a:moveTo>
                    <a:lnTo>
                      <a:pt x="447" y="528"/>
                    </a:lnTo>
                    <a:lnTo>
                      <a:pt x="434" y="532"/>
                    </a:lnTo>
                    <a:lnTo>
                      <a:pt x="418" y="536"/>
                    </a:lnTo>
                    <a:lnTo>
                      <a:pt x="403" y="539"/>
                    </a:lnTo>
                    <a:lnTo>
                      <a:pt x="386" y="542"/>
                    </a:lnTo>
                    <a:lnTo>
                      <a:pt x="370" y="544"/>
                    </a:lnTo>
                    <a:lnTo>
                      <a:pt x="352" y="545"/>
                    </a:lnTo>
                    <a:lnTo>
                      <a:pt x="335" y="545"/>
                    </a:lnTo>
                    <a:lnTo>
                      <a:pt x="323" y="545"/>
                    </a:lnTo>
                    <a:lnTo>
                      <a:pt x="310" y="544"/>
                    </a:lnTo>
                    <a:lnTo>
                      <a:pt x="298" y="543"/>
                    </a:lnTo>
                    <a:lnTo>
                      <a:pt x="287" y="541"/>
                    </a:lnTo>
                    <a:lnTo>
                      <a:pt x="275" y="539"/>
                    </a:lnTo>
                    <a:lnTo>
                      <a:pt x="265" y="537"/>
                    </a:lnTo>
                    <a:lnTo>
                      <a:pt x="254" y="534"/>
                    </a:lnTo>
                    <a:lnTo>
                      <a:pt x="243" y="530"/>
                    </a:lnTo>
                    <a:lnTo>
                      <a:pt x="234" y="526"/>
                    </a:lnTo>
                    <a:lnTo>
                      <a:pt x="225" y="522"/>
                    </a:lnTo>
                    <a:lnTo>
                      <a:pt x="216" y="516"/>
                    </a:lnTo>
                    <a:lnTo>
                      <a:pt x="207" y="511"/>
                    </a:lnTo>
                    <a:lnTo>
                      <a:pt x="198" y="505"/>
                    </a:lnTo>
                    <a:lnTo>
                      <a:pt x="191" y="499"/>
                    </a:lnTo>
                    <a:lnTo>
                      <a:pt x="183" y="492"/>
                    </a:lnTo>
                    <a:lnTo>
                      <a:pt x="177" y="486"/>
                    </a:lnTo>
                    <a:lnTo>
                      <a:pt x="169" y="477"/>
                    </a:lnTo>
                    <a:lnTo>
                      <a:pt x="163" y="470"/>
                    </a:lnTo>
                    <a:lnTo>
                      <a:pt x="157" y="462"/>
                    </a:lnTo>
                    <a:lnTo>
                      <a:pt x="152" y="453"/>
                    </a:lnTo>
                    <a:lnTo>
                      <a:pt x="147" y="443"/>
                    </a:lnTo>
                    <a:lnTo>
                      <a:pt x="142" y="434"/>
                    </a:lnTo>
                    <a:lnTo>
                      <a:pt x="138" y="425"/>
                    </a:lnTo>
                    <a:lnTo>
                      <a:pt x="134" y="415"/>
                    </a:lnTo>
                    <a:lnTo>
                      <a:pt x="127" y="393"/>
                    </a:lnTo>
                    <a:lnTo>
                      <a:pt x="123" y="371"/>
                    </a:lnTo>
                    <a:lnTo>
                      <a:pt x="120" y="347"/>
                    </a:lnTo>
                    <a:lnTo>
                      <a:pt x="119" y="322"/>
                    </a:lnTo>
                    <a:lnTo>
                      <a:pt x="119" y="309"/>
                    </a:lnTo>
                    <a:lnTo>
                      <a:pt x="120" y="295"/>
                    </a:lnTo>
                    <a:lnTo>
                      <a:pt x="122" y="282"/>
                    </a:lnTo>
                    <a:lnTo>
                      <a:pt x="123" y="270"/>
                    </a:lnTo>
                    <a:lnTo>
                      <a:pt x="125" y="257"/>
                    </a:lnTo>
                    <a:lnTo>
                      <a:pt x="128" y="246"/>
                    </a:lnTo>
                    <a:lnTo>
                      <a:pt x="131" y="235"/>
                    </a:lnTo>
                    <a:lnTo>
                      <a:pt x="136" y="223"/>
                    </a:lnTo>
                    <a:lnTo>
                      <a:pt x="140" y="213"/>
                    </a:lnTo>
                    <a:lnTo>
                      <a:pt x="145" y="203"/>
                    </a:lnTo>
                    <a:lnTo>
                      <a:pt x="149" y="193"/>
                    </a:lnTo>
                    <a:lnTo>
                      <a:pt x="155" y="184"/>
                    </a:lnTo>
                    <a:lnTo>
                      <a:pt x="160" y="176"/>
                    </a:lnTo>
                    <a:lnTo>
                      <a:pt x="167" y="168"/>
                    </a:lnTo>
                    <a:lnTo>
                      <a:pt x="174" y="159"/>
                    </a:lnTo>
                    <a:lnTo>
                      <a:pt x="181" y="152"/>
                    </a:lnTo>
                    <a:lnTo>
                      <a:pt x="188" y="145"/>
                    </a:lnTo>
                    <a:lnTo>
                      <a:pt x="196" y="139"/>
                    </a:lnTo>
                    <a:lnTo>
                      <a:pt x="204" y="133"/>
                    </a:lnTo>
                    <a:lnTo>
                      <a:pt x="213" y="127"/>
                    </a:lnTo>
                    <a:lnTo>
                      <a:pt x="221" y="121"/>
                    </a:lnTo>
                    <a:lnTo>
                      <a:pt x="230" y="117"/>
                    </a:lnTo>
                    <a:lnTo>
                      <a:pt x="239" y="112"/>
                    </a:lnTo>
                    <a:lnTo>
                      <a:pt x="250" y="109"/>
                    </a:lnTo>
                    <a:lnTo>
                      <a:pt x="270" y="102"/>
                    </a:lnTo>
                    <a:lnTo>
                      <a:pt x="291" y="98"/>
                    </a:lnTo>
                    <a:lnTo>
                      <a:pt x="313" y="95"/>
                    </a:lnTo>
                    <a:lnTo>
                      <a:pt x="337" y="94"/>
                    </a:lnTo>
                    <a:lnTo>
                      <a:pt x="355" y="95"/>
                    </a:lnTo>
                    <a:lnTo>
                      <a:pt x="373" y="96"/>
                    </a:lnTo>
                    <a:lnTo>
                      <a:pt x="389" y="98"/>
                    </a:lnTo>
                    <a:lnTo>
                      <a:pt x="405" y="101"/>
                    </a:lnTo>
                    <a:lnTo>
                      <a:pt x="420" y="105"/>
                    </a:lnTo>
                    <a:lnTo>
                      <a:pt x="434" y="109"/>
                    </a:lnTo>
                    <a:lnTo>
                      <a:pt x="446" y="113"/>
                    </a:lnTo>
                    <a:lnTo>
                      <a:pt x="457" y="118"/>
                    </a:lnTo>
                    <a:lnTo>
                      <a:pt x="482" y="28"/>
                    </a:lnTo>
                    <a:lnTo>
                      <a:pt x="473" y="24"/>
                    </a:lnTo>
                    <a:lnTo>
                      <a:pt x="459" y="19"/>
                    </a:lnTo>
                    <a:lnTo>
                      <a:pt x="444" y="13"/>
                    </a:lnTo>
                    <a:lnTo>
                      <a:pt x="426" y="9"/>
                    </a:lnTo>
                    <a:lnTo>
                      <a:pt x="406" y="6"/>
                    </a:lnTo>
                    <a:lnTo>
                      <a:pt x="383" y="3"/>
                    </a:lnTo>
                    <a:lnTo>
                      <a:pt x="359" y="1"/>
                    </a:lnTo>
                    <a:lnTo>
                      <a:pt x="332" y="0"/>
                    </a:lnTo>
                    <a:lnTo>
                      <a:pt x="314" y="1"/>
                    </a:lnTo>
                    <a:lnTo>
                      <a:pt x="297" y="2"/>
                    </a:lnTo>
                    <a:lnTo>
                      <a:pt x="280" y="4"/>
                    </a:lnTo>
                    <a:lnTo>
                      <a:pt x="263" y="6"/>
                    </a:lnTo>
                    <a:lnTo>
                      <a:pt x="247" y="9"/>
                    </a:lnTo>
                    <a:lnTo>
                      <a:pt x="231" y="13"/>
                    </a:lnTo>
                    <a:lnTo>
                      <a:pt x="216" y="17"/>
                    </a:lnTo>
                    <a:lnTo>
                      <a:pt x="200" y="23"/>
                    </a:lnTo>
                    <a:lnTo>
                      <a:pt x="185" y="29"/>
                    </a:lnTo>
                    <a:lnTo>
                      <a:pt x="172" y="35"/>
                    </a:lnTo>
                    <a:lnTo>
                      <a:pt x="157" y="42"/>
                    </a:lnTo>
                    <a:lnTo>
                      <a:pt x="144" y="50"/>
                    </a:lnTo>
                    <a:lnTo>
                      <a:pt x="130" y="59"/>
                    </a:lnTo>
                    <a:lnTo>
                      <a:pt x="118" y="68"/>
                    </a:lnTo>
                    <a:lnTo>
                      <a:pt x="107" y="77"/>
                    </a:lnTo>
                    <a:lnTo>
                      <a:pt x="94" y="87"/>
                    </a:lnTo>
                    <a:lnTo>
                      <a:pt x="84" y="99"/>
                    </a:lnTo>
                    <a:lnTo>
                      <a:pt x="74" y="110"/>
                    </a:lnTo>
                    <a:lnTo>
                      <a:pt x="65" y="122"/>
                    </a:lnTo>
                    <a:lnTo>
                      <a:pt x="55" y="135"/>
                    </a:lnTo>
                    <a:lnTo>
                      <a:pt x="47" y="148"/>
                    </a:lnTo>
                    <a:lnTo>
                      <a:pt x="39" y="162"/>
                    </a:lnTo>
                    <a:lnTo>
                      <a:pt x="32" y="176"/>
                    </a:lnTo>
                    <a:lnTo>
                      <a:pt x="26" y="190"/>
                    </a:lnTo>
                    <a:lnTo>
                      <a:pt x="19" y="206"/>
                    </a:lnTo>
                    <a:lnTo>
                      <a:pt x="14" y="222"/>
                    </a:lnTo>
                    <a:lnTo>
                      <a:pt x="10" y="239"/>
                    </a:lnTo>
                    <a:lnTo>
                      <a:pt x="6" y="255"/>
                    </a:lnTo>
                    <a:lnTo>
                      <a:pt x="4" y="273"/>
                    </a:lnTo>
                    <a:lnTo>
                      <a:pt x="2" y="290"/>
                    </a:lnTo>
                    <a:lnTo>
                      <a:pt x="1" y="309"/>
                    </a:lnTo>
                    <a:lnTo>
                      <a:pt x="0" y="328"/>
                    </a:lnTo>
                    <a:lnTo>
                      <a:pt x="1" y="346"/>
                    </a:lnTo>
                    <a:lnTo>
                      <a:pt x="2" y="362"/>
                    </a:lnTo>
                    <a:lnTo>
                      <a:pt x="3" y="380"/>
                    </a:lnTo>
                    <a:lnTo>
                      <a:pt x="6" y="395"/>
                    </a:lnTo>
                    <a:lnTo>
                      <a:pt x="9" y="412"/>
                    </a:lnTo>
                    <a:lnTo>
                      <a:pt x="12" y="427"/>
                    </a:lnTo>
                    <a:lnTo>
                      <a:pt x="16" y="441"/>
                    </a:lnTo>
                    <a:lnTo>
                      <a:pt x="22" y="457"/>
                    </a:lnTo>
                    <a:lnTo>
                      <a:pt x="28" y="470"/>
                    </a:lnTo>
                    <a:lnTo>
                      <a:pt x="34" y="484"/>
                    </a:lnTo>
                    <a:lnTo>
                      <a:pt x="41" y="497"/>
                    </a:lnTo>
                    <a:lnTo>
                      <a:pt x="48" y="509"/>
                    </a:lnTo>
                    <a:lnTo>
                      <a:pt x="56" y="522"/>
                    </a:lnTo>
                    <a:lnTo>
                      <a:pt x="66" y="534"/>
                    </a:lnTo>
                    <a:lnTo>
                      <a:pt x="75" y="544"/>
                    </a:lnTo>
                    <a:lnTo>
                      <a:pt x="84" y="555"/>
                    </a:lnTo>
                    <a:lnTo>
                      <a:pt x="95" y="565"/>
                    </a:lnTo>
                    <a:lnTo>
                      <a:pt x="106" y="574"/>
                    </a:lnTo>
                    <a:lnTo>
                      <a:pt x="118" y="583"/>
                    </a:lnTo>
                    <a:lnTo>
                      <a:pt x="130" y="592"/>
                    </a:lnTo>
                    <a:lnTo>
                      <a:pt x="143" y="599"/>
                    </a:lnTo>
                    <a:lnTo>
                      <a:pt x="156" y="606"/>
                    </a:lnTo>
                    <a:lnTo>
                      <a:pt x="169" y="612"/>
                    </a:lnTo>
                    <a:lnTo>
                      <a:pt x="184" y="618"/>
                    </a:lnTo>
                    <a:lnTo>
                      <a:pt x="199" y="623"/>
                    </a:lnTo>
                    <a:lnTo>
                      <a:pt x="215" y="628"/>
                    </a:lnTo>
                    <a:lnTo>
                      <a:pt x="230" y="632"/>
                    </a:lnTo>
                    <a:lnTo>
                      <a:pt x="247" y="635"/>
                    </a:lnTo>
                    <a:lnTo>
                      <a:pt x="263" y="637"/>
                    </a:lnTo>
                    <a:lnTo>
                      <a:pt x="280" y="639"/>
                    </a:lnTo>
                    <a:lnTo>
                      <a:pt x="298" y="640"/>
                    </a:lnTo>
                    <a:lnTo>
                      <a:pt x="316" y="641"/>
                    </a:lnTo>
                    <a:lnTo>
                      <a:pt x="344" y="640"/>
                    </a:lnTo>
                    <a:lnTo>
                      <a:pt x="370" y="638"/>
                    </a:lnTo>
                    <a:lnTo>
                      <a:pt x="393" y="635"/>
                    </a:lnTo>
                    <a:lnTo>
                      <a:pt x="415" y="632"/>
                    </a:lnTo>
                    <a:lnTo>
                      <a:pt x="435" y="628"/>
                    </a:lnTo>
                    <a:lnTo>
                      <a:pt x="451" y="622"/>
                    </a:lnTo>
                    <a:lnTo>
                      <a:pt x="465" y="617"/>
                    </a:lnTo>
                    <a:lnTo>
                      <a:pt x="478" y="612"/>
                    </a:lnTo>
                    <a:lnTo>
                      <a:pt x="458" y="523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solidFill>
                    <a:schemeClr val="bg1"/>
                  </a:solidFill>
                  <a:latin typeface="Myriad Pro"/>
                </a:endParaRPr>
              </a:p>
            </p:txBody>
          </p:sp>
          <p:sp>
            <p:nvSpPr>
              <p:cNvPr id="179" name="Freeform 178"/>
              <p:cNvSpPr>
                <a:spLocks noEditPoints="1"/>
              </p:cNvSpPr>
              <p:nvPr userDrawn="1"/>
            </p:nvSpPr>
            <p:spPr bwMode="auto">
              <a:xfrm>
                <a:off x="1562183" y="208452"/>
                <a:ext cx="363379" cy="90524"/>
              </a:xfrm>
              <a:custGeom>
                <a:avLst/>
                <a:gdLst/>
                <a:ahLst/>
                <a:cxnLst>
                  <a:cxn ang="0">
                    <a:pos x="598" y="179"/>
                  </a:cxn>
                  <a:cxn ang="0">
                    <a:pos x="598" y="0"/>
                  </a:cxn>
                  <a:cxn ang="0">
                    <a:pos x="524" y="0"/>
                  </a:cxn>
                  <a:cxn ang="0">
                    <a:pos x="449" y="0"/>
                  </a:cxn>
                  <a:cxn ang="0">
                    <a:pos x="374" y="0"/>
                  </a:cxn>
                  <a:cxn ang="0">
                    <a:pos x="299" y="0"/>
                  </a:cxn>
                  <a:cxn ang="0">
                    <a:pos x="224" y="0"/>
                  </a:cxn>
                  <a:cxn ang="0">
                    <a:pos x="150" y="0"/>
                  </a:cxn>
                  <a:cxn ang="0">
                    <a:pos x="75" y="0"/>
                  </a:cxn>
                  <a:cxn ang="0">
                    <a:pos x="0" y="0"/>
                  </a:cxn>
                  <a:cxn ang="0">
                    <a:pos x="0" y="179"/>
                  </a:cxn>
                  <a:cxn ang="0">
                    <a:pos x="176" y="179"/>
                  </a:cxn>
                  <a:cxn ang="0">
                    <a:pos x="176" y="621"/>
                  </a:cxn>
                  <a:cxn ang="0">
                    <a:pos x="423" y="621"/>
                  </a:cxn>
                  <a:cxn ang="0">
                    <a:pos x="423" y="179"/>
                  </a:cxn>
                  <a:cxn ang="0">
                    <a:pos x="598" y="179"/>
                  </a:cxn>
                  <a:cxn ang="0">
                    <a:pos x="907" y="250"/>
                  </a:cxn>
                  <a:cxn ang="0">
                    <a:pos x="781" y="621"/>
                  </a:cxn>
                  <a:cxn ang="0">
                    <a:pos x="539" y="621"/>
                  </a:cxn>
                  <a:cxn ang="0">
                    <a:pos x="776" y="0"/>
                  </a:cxn>
                  <a:cxn ang="0">
                    <a:pos x="809" y="0"/>
                  </a:cxn>
                  <a:cxn ang="0">
                    <a:pos x="842" y="0"/>
                  </a:cxn>
                  <a:cxn ang="0">
                    <a:pos x="874" y="0"/>
                  </a:cxn>
                  <a:cxn ang="0">
                    <a:pos x="907" y="0"/>
                  </a:cxn>
                  <a:cxn ang="0">
                    <a:pos x="939" y="0"/>
                  </a:cxn>
                  <a:cxn ang="0">
                    <a:pos x="972" y="0"/>
                  </a:cxn>
                  <a:cxn ang="0">
                    <a:pos x="1005" y="0"/>
                  </a:cxn>
                  <a:cxn ang="0">
                    <a:pos x="1038" y="0"/>
                  </a:cxn>
                  <a:cxn ang="0">
                    <a:pos x="1275" y="621"/>
                  </a:cxn>
                  <a:cxn ang="0">
                    <a:pos x="1033" y="621"/>
                  </a:cxn>
                  <a:cxn ang="0">
                    <a:pos x="907" y="250"/>
                  </a:cxn>
                  <a:cxn ang="0">
                    <a:pos x="1814" y="179"/>
                  </a:cxn>
                  <a:cxn ang="0">
                    <a:pos x="1814" y="0"/>
                  </a:cxn>
                  <a:cxn ang="0">
                    <a:pos x="1740" y="0"/>
                  </a:cxn>
                  <a:cxn ang="0">
                    <a:pos x="1665" y="0"/>
                  </a:cxn>
                  <a:cxn ang="0">
                    <a:pos x="1590" y="0"/>
                  </a:cxn>
                  <a:cxn ang="0">
                    <a:pos x="1515" y="0"/>
                  </a:cxn>
                  <a:cxn ang="0">
                    <a:pos x="1440" y="0"/>
                  </a:cxn>
                  <a:cxn ang="0">
                    <a:pos x="1366" y="0"/>
                  </a:cxn>
                  <a:cxn ang="0">
                    <a:pos x="1291" y="0"/>
                  </a:cxn>
                  <a:cxn ang="0">
                    <a:pos x="1216" y="0"/>
                  </a:cxn>
                  <a:cxn ang="0">
                    <a:pos x="1216" y="179"/>
                  </a:cxn>
                  <a:cxn ang="0">
                    <a:pos x="1391" y="179"/>
                  </a:cxn>
                  <a:cxn ang="0">
                    <a:pos x="1391" y="621"/>
                  </a:cxn>
                  <a:cxn ang="0">
                    <a:pos x="1639" y="621"/>
                  </a:cxn>
                  <a:cxn ang="0">
                    <a:pos x="1639" y="179"/>
                  </a:cxn>
                  <a:cxn ang="0">
                    <a:pos x="1814" y="179"/>
                  </a:cxn>
                  <a:cxn ang="0">
                    <a:pos x="2123" y="250"/>
                  </a:cxn>
                  <a:cxn ang="0">
                    <a:pos x="1996" y="621"/>
                  </a:cxn>
                  <a:cxn ang="0">
                    <a:pos x="1754" y="621"/>
                  </a:cxn>
                  <a:cxn ang="0">
                    <a:pos x="1991" y="0"/>
                  </a:cxn>
                  <a:cxn ang="0">
                    <a:pos x="2024" y="0"/>
                  </a:cxn>
                  <a:cxn ang="0">
                    <a:pos x="2057" y="0"/>
                  </a:cxn>
                  <a:cxn ang="0">
                    <a:pos x="2090" y="0"/>
                  </a:cxn>
                  <a:cxn ang="0">
                    <a:pos x="2123" y="0"/>
                  </a:cxn>
                  <a:cxn ang="0">
                    <a:pos x="2155" y="0"/>
                  </a:cxn>
                  <a:cxn ang="0">
                    <a:pos x="2188" y="0"/>
                  </a:cxn>
                  <a:cxn ang="0">
                    <a:pos x="2220" y="0"/>
                  </a:cxn>
                  <a:cxn ang="0">
                    <a:pos x="2253" y="0"/>
                  </a:cxn>
                  <a:cxn ang="0">
                    <a:pos x="2491" y="621"/>
                  </a:cxn>
                  <a:cxn ang="0">
                    <a:pos x="2248" y="621"/>
                  </a:cxn>
                  <a:cxn ang="0">
                    <a:pos x="2123" y="250"/>
                  </a:cxn>
                </a:cxnLst>
                <a:rect l="0" t="0" r="r" b="b"/>
                <a:pathLst>
                  <a:path w="2491" h="621">
                    <a:moveTo>
                      <a:pt x="598" y="179"/>
                    </a:moveTo>
                    <a:lnTo>
                      <a:pt x="598" y="0"/>
                    </a:lnTo>
                    <a:lnTo>
                      <a:pt x="524" y="0"/>
                    </a:lnTo>
                    <a:lnTo>
                      <a:pt x="449" y="0"/>
                    </a:lnTo>
                    <a:lnTo>
                      <a:pt x="374" y="0"/>
                    </a:lnTo>
                    <a:lnTo>
                      <a:pt x="299" y="0"/>
                    </a:lnTo>
                    <a:lnTo>
                      <a:pt x="224" y="0"/>
                    </a:lnTo>
                    <a:lnTo>
                      <a:pt x="150" y="0"/>
                    </a:lnTo>
                    <a:lnTo>
                      <a:pt x="75" y="0"/>
                    </a:lnTo>
                    <a:lnTo>
                      <a:pt x="0" y="0"/>
                    </a:lnTo>
                    <a:lnTo>
                      <a:pt x="0" y="179"/>
                    </a:lnTo>
                    <a:lnTo>
                      <a:pt x="176" y="179"/>
                    </a:lnTo>
                    <a:lnTo>
                      <a:pt x="176" y="621"/>
                    </a:lnTo>
                    <a:lnTo>
                      <a:pt x="423" y="621"/>
                    </a:lnTo>
                    <a:lnTo>
                      <a:pt x="423" y="179"/>
                    </a:lnTo>
                    <a:lnTo>
                      <a:pt x="598" y="179"/>
                    </a:lnTo>
                    <a:close/>
                    <a:moveTo>
                      <a:pt x="907" y="250"/>
                    </a:moveTo>
                    <a:lnTo>
                      <a:pt x="781" y="621"/>
                    </a:lnTo>
                    <a:lnTo>
                      <a:pt x="539" y="621"/>
                    </a:lnTo>
                    <a:lnTo>
                      <a:pt x="776" y="0"/>
                    </a:lnTo>
                    <a:lnTo>
                      <a:pt x="809" y="0"/>
                    </a:lnTo>
                    <a:lnTo>
                      <a:pt x="842" y="0"/>
                    </a:lnTo>
                    <a:lnTo>
                      <a:pt x="874" y="0"/>
                    </a:lnTo>
                    <a:lnTo>
                      <a:pt x="907" y="0"/>
                    </a:lnTo>
                    <a:lnTo>
                      <a:pt x="939" y="0"/>
                    </a:lnTo>
                    <a:lnTo>
                      <a:pt x="972" y="0"/>
                    </a:lnTo>
                    <a:lnTo>
                      <a:pt x="1005" y="0"/>
                    </a:lnTo>
                    <a:lnTo>
                      <a:pt x="1038" y="0"/>
                    </a:lnTo>
                    <a:lnTo>
                      <a:pt x="1275" y="621"/>
                    </a:lnTo>
                    <a:lnTo>
                      <a:pt x="1033" y="621"/>
                    </a:lnTo>
                    <a:lnTo>
                      <a:pt x="907" y="250"/>
                    </a:lnTo>
                    <a:close/>
                    <a:moveTo>
                      <a:pt x="1814" y="179"/>
                    </a:moveTo>
                    <a:lnTo>
                      <a:pt x="1814" y="0"/>
                    </a:lnTo>
                    <a:lnTo>
                      <a:pt x="1740" y="0"/>
                    </a:lnTo>
                    <a:lnTo>
                      <a:pt x="1665" y="0"/>
                    </a:lnTo>
                    <a:lnTo>
                      <a:pt x="1590" y="0"/>
                    </a:lnTo>
                    <a:lnTo>
                      <a:pt x="1515" y="0"/>
                    </a:lnTo>
                    <a:lnTo>
                      <a:pt x="1440" y="0"/>
                    </a:lnTo>
                    <a:lnTo>
                      <a:pt x="1366" y="0"/>
                    </a:lnTo>
                    <a:lnTo>
                      <a:pt x="1291" y="0"/>
                    </a:lnTo>
                    <a:lnTo>
                      <a:pt x="1216" y="0"/>
                    </a:lnTo>
                    <a:lnTo>
                      <a:pt x="1216" y="179"/>
                    </a:lnTo>
                    <a:lnTo>
                      <a:pt x="1391" y="179"/>
                    </a:lnTo>
                    <a:lnTo>
                      <a:pt x="1391" y="621"/>
                    </a:lnTo>
                    <a:lnTo>
                      <a:pt x="1639" y="621"/>
                    </a:lnTo>
                    <a:lnTo>
                      <a:pt x="1639" y="179"/>
                    </a:lnTo>
                    <a:lnTo>
                      <a:pt x="1814" y="179"/>
                    </a:lnTo>
                    <a:close/>
                    <a:moveTo>
                      <a:pt x="2123" y="250"/>
                    </a:moveTo>
                    <a:lnTo>
                      <a:pt x="1996" y="621"/>
                    </a:lnTo>
                    <a:lnTo>
                      <a:pt x="1754" y="621"/>
                    </a:lnTo>
                    <a:lnTo>
                      <a:pt x="1991" y="0"/>
                    </a:lnTo>
                    <a:lnTo>
                      <a:pt x="2024" y="0"/>
                    </a:lnTo>
                    <a:lnTo>
                      <a:pt x="2057" y="0"/>
                    </a:lnTo>
                    <a:lnTo>
                      <a:pt x="2090" y="0"/>
                    </a:lnTo>
                    <a:lnTo>
                      <a:pt x="2123" y="0"/>
                    </a:lnTo>
                    <a:lnTo>
                      <a:pt x="2155" y="0"/>
                    </a:lnTo>
                    <a:lnTo>
                      <a:pt x="2188" y="0"/>
                    </a:lnTo>
                    <a:lnTo>
                      <a:pt x="2220" y="0"/>
                    </a:lnTo>
                    <a:lnTo>
                      <a:pt x="2253" y="0"/>
                    </a:lnTo>
                    <a:lnTo>
                      <a:pt x="2491" y="621"/>
                    </a:lnTo>
                    <a:lnTo>
                      <a:pt x="2248" y="621"/>
                    </a:lnTo>
                    <a:lnTo>
                      <a:pt x="2123" y="250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solidFill>
                    <a:schemeClr val="bg1"/>
                  </a:solidFill>
                  <a:latin typeface="Myriad Pro"/>
                </a:endParaRPr>
              </a:p>
            </p:txBody>
          </p:sp>
        </p:grpSp>
        <p:cxnSp>
          <p:nvCxnSpPr>
            <p:cNvPr id="175" name="Straight Connector 174"/>
            <p:cNvCxnSpPr/>
            <p:nvPr/>
          </p:nvCxnSpPr>
          <p:spPr>
            <a:xfrm>
              <a:off x="922267" y="166149"/>
              <a:ext cx="0" cy="342581"/>
            </a:xfrm>
            <a:prstGeom prst="line">
              <a:avLst/>
            </a:prstGeom>
            <a:solidFill>
              <a:schemeClr val="tx1"/>
            </a:solidFill>
            <a:ln w="12700">
              <a:solidFill>
                <a:srgbClr val="007DC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76" name="Picture 175"/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3755" y="174956"/>
              <a:ext cx="531679" cy="337014"/>
            </a:xfrm>
            <a:prstGeom prst="rect">
              <a:avLst/>
            </a:prstGeom>
          </p:spPr>
        </p:pic>
      </p:grpSp>
      <p:pic>
        <p:nvPicPr>
          <p:cNvPr id="180" name="Picture 179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826180"/>
            <a:ext cx="4891635" cy="317319"/>
          </a:xfrm>
          <a:prstGeom prst="rect">
            <a:avLst/>
          </a:prstGeom>
        </p:spPr>
      </p:pic>
      <p:sp>
        <p:nvSpPr>
          <p:cNvPr id="21" name="TextBox 20"/>
          <p:cNvSpPr txBox="1"/>
          <p:nvPr userDrawn="1"/>
        </p:nvSpPr>
        <p:spPr>
          <a:xfrm>
            <a:off x="366308" y="4669962"/>
            <a:ext cx="2117887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Copyright © 2021 </a:t>
            </a:r>
            <a:r>
              <a:rPr lang="en-US" sz="7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Tata Consultancy Services Limited</a:t>
            </a:r>
          </a:p>
        </p:txBody>
      </p:sp>
      <p:pic>
        <p:nvPicPr>
          <p:cNvPr id="19" name="Picture 18" descr="Logo&#10;&#10;Description automatically generated">
            <a:extLst>
              <a:ext uri="{FF2B5EF4-FFF2-40B4-BE49-F238E27FC236}">
                <a16:creationId xmlns:a16="http://schemas.microsoft.com/office/drawing/2014/main" id="{372531AF-C7C4-47A6-9634-DFEDDA9FC2C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1625" y="123438"/>
            <a:ext cx="1260839" cy="506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2506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416">
          <p15:clr>
            <a:srgbClr val="FBAE40"/>
          </p15:clr>
        </p15:guide>
        <p15:guide id="3" pos="288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3860" y="889736"/>
            <a:ext cx="5531919" cy="3690178"/>
          </a:xfrm>
          <a:prstGeom prst="rect">
            <a:avLst/>
          </a:prstGeom>
        </p:spPr>
      </p:pic>
      <p:sp>
        <p:nvSpPr>
          <p:cNvPr id="172" name="Rectangle 171"/>
          <p:cNvSpPr/>
          <p:nvPr userDrawn="1"/>
        </p:nvSpPr>
        <p:spPr>
          <a:xfrm>
            <a:off x="-8220" y="882041"/>
            <a:ext cx="9143999" cy="3697873"/>
          </a:xfrm>
          <a:prstGeom prst="rect">
            <a:avLst/>
          </a:prstGeom>
          <a:gradFill flip="none" rotWithShape="1">
            <a:gsLst>
              <a:gs pos="0">
                <a:srgbClr val="73459B"/>
              </a:gs>
              <a:gs pos="60000">
                <a:srgbClr val="D43A5F">
                  <a:alpha val="62000"/>
                </a:srgbClr>
              </a:gs>
              <a:gs pos="39000">
                <a:srgbClr val="BA2983"/>
              </a:gs>
              <a:gs pos="100000">
                <a:srgbClr val="F04D38">
                  <a:alpha val="3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766"/>
            <a:endParaRPr lang="en-IN" dirty="0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1003" y="2091673"/>
            <a:ext cx="5123095" cy="506724"/>
          </a:xfrm>
        </p:spPr>
        <p:txBody>
          <a:bodyPr vert="horz" wrap="square" lIns="68580" tIns="34290" rIns="68580" bIns="34290" rtlCol="0" anchor="ctr">
            <a:noAutofit/>
          </a:bodyPr>
          <a:lstStyle>
            <a:lvl1pPr>
              <a:defRPr lang="en-US" sz="240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>
              <a:lnSpc>
                <a:spcPct val="90000"/>
              </a:lnSpc>
              <a:spcBef>
                <a:spcPts val="100"/>
              </a:spcBef>
            </a:pPr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1003" y="2618201"/>
            <a:ext cx="5123095" cy="342900"/>
          </a:xfrm>
        </p:spPr>
        <p:txBody>
          <a:bodyPr vert="horz" lIns="68580" tIns="34290" rIns="68580" bIns="34290" rtlCol="0">
            <a:noAutofit/>
          </a:bodyPr>
          <a:lstStyle>
            <a:lvl1pPr marL="0" indent="0">
              <a:buNone/>
              <a:defRPr lang="en-US" sz="2000" dirty="0">
                <a:solidFill>
                  <a:schemeClr val="bg1"/>
                </a:solidFill>
              </a:defRPr>
            </a:lvl1pPr>
          </a:lstStyle>
          <a:p>
            <a:pPr marL="257175" marR="0" lvl="0" indent="-257175" fontAlgn="auto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SzTx/>
              <a:tabLst/>
            </a:pPr>
            <a:r>
              <a:rPr lang="en-US" dirty="0"/>
              <a:t>Click to edit Master subtitle style</a:t>
            </a:r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399646" y="3733898"/>
            <a:ext cx="1856666" cy="301760"/>
          </a:xfrm>
        </p:spPr>
        <p:txBody>
          <a:bodyPr vert="horz" lIns="68580" tIns="34290" rIns="68580" bIns="34290" rtlCol="0">
            <a:noAutofit/>
          </a:bodyPr>
          <a:lstStyle>
            <a:lvl1pPr marL="0" indent="0">
              <a:buNone/>
              <a:defRPr lang="en-US" sz="1400" dirty="0" smtClean="0">
                <a:solidFill>
                  <a:schemeClr val="bg1"/>
                </a:solidFill>
                <a:latin typeface="+mn-lt"/>
                <a:cs typeface="Calibri Light" panose="020F0302020204030204" pitchFamily="34" charset="0"/>
              </a:defRPr>
            </a:lvl1pPr>
          </a:lstStyle>
          <a:p>
            <a:pPr marL="257175" lvl="0" indent="-257175"/>
            <a:r>
              <a:rPr lang="en-US" dirty="0"/>
              <a:t>Insert Date</a:t>
            </a:r>
          </a:p>
        </p:txBody>
      </p:sp>
      <p:sp>
        <p:nvSpPr>
          <p:cNvPr id="171" name="Rectangle 170"/>
          <p:cNvSpPr/>
          <p:nvPr userDrawn="1"/>
        </p:nvSpPr>
        <p:spPr>
          <a:xfrm rot="5400000">
            <a:off x="-112141" y="2518005"/>
            <a:ext cx="869427" cy="4534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lvl="0" algn="ctr" defTabSz="685766"/>
            <a:endParaRPr lang="en-IN" dirty="0">
              <a:solidFill>
                <a:prstClr val="white"/>
              </a:solidFill>
            </a:endParaRPr>
          </a:p>
        </p:txBody>
      </p:sp>
      <p:grpSp>
        <p:nvGrpSpPr>
          <p:cNvPr id="173" name="Group 172"/>
          <p:cNvGrpSpPr/>
          <p:nvPr userDrawn="1"/>
        </p:nvGrpSpPr>
        <p:grpSpPr>
          <a:xfrm>
            <a:off x="283755" y="163261"/>
            <a:ext cx="2129833" cy="471311"/>
            <a:chOff x="283755" y="165687"/>
            <a:chExt cx="1564837" cy="346283"/>
          </a:xfrm>
        </p:grpSpPr>
        <p:grpSp>
          <p:nvGrpSpPr>
            <p:cNvPr id="174" name="Group 173"/>
            <p:cNvGrpSpPr/>
            <p:nvPr userDrawn="1"/>
          </p:nvGrpSpPr>
          <p:grpSpPr>
            <a:xfrm>
              <a:off x="1029100" y="165687"/>
              <a:ext cx="819492" cy="346282"/>
              <a:chOff x="1323430" y="208452"/>
              <a:chExt cx="838843" cy="354460"/>
            </a:xfrm>
            <a:solidFill>
              <a:srgbClr val="007DC5"/>
            </a:solidFill>
          </p:grpSpPr>
          <p:sp>
            <p:nvSpPr>
              <p:cNvPr id="177" name="Freeform 176"/>
              <p:cNvSpPr>
                <a:spLocks noEditPoints="1"/>
              </p:cNvSpPr>
              <p:nvPr userDrawn="1"/>
            </p:nvSpPr>
            <p:spPr bwMode="auto">
              <a:xfrm>
                <a:off x="1478162" y="472445"/>
                <a:ext cx="525842" cy="90467"/>
              </a:xfrm>
              <a:custGeom>
                <a:avLst/>
                <a:gdLst/>
                <a:ahLst/>
                <a:cxnLst>
                  <a:cxn ang="0">
                    <a:pos x="3511" y="637"/>
                  </a:cxn>
                  <a:cxn ang="0">
                    <a:pos x="3625" y="591"/>
                  </a:cxn>
                  <a:cxn ang="0">
                    <a:pos x="3691" y="454"/>
                  </a:cxn>
                  <a:cxn ang="0">
                    <a:pos x="3616" y="313"/>
                  </a:cxn>
                  <a:cxn ang="0">
                    <a:pos x="3441" y="224"/>
                  </a:cxn>
                  <a:cxn ang="0">
                    <a:pos x="3415" y="147"/>
                  </a:cxn>
                  <a:cxn ang="0">
                    <a:pos x="3489" y="95"/>
                  </a:cxn>
                  <a:cxn ang="0">
                    <a:pos x="3666" y="31"/>
                  </a:cxn>
                  <a:cxn ang="0">
                    <a:pos x="3447" y="8"/>
                  </a:cxn>
                  <a:cxn ang="0">
                    <a:pos x="3301" y="142"/>
                  </a:cxn>
                  <a:cxn ang="0">
                    <a:pos x="3355" y="299"/>
                  </a:cxn>
                  <a:cxn ang="0">
                    <a:pos x="3534" y="392"/>
                  </a:cxn>
                  <a:cxn ang="0">
                    <a:pos x="3575" y="471"/>
                  </a:cxn>
                  <a:cxn ang="0">
                    <a:pos x="3511" y="540"/>
                  </a:cxn>
                  <a:cxn ang="0">
                    <a:pos x="3327" y="514"/>
                  </a:cxn>
                  <a:cxn ang="0">
                    <a:pos x="3216" y="537"/>
                  </a:cxn>
                  <a:cxn ang="0">
                    <a:pos x="2637" y="544"/>
                  </a:cxn>
                  <a:cxn ang="0">
                    <a:pos x="2502" y="526"/>
                  </a:cxn>
                  <a:cxn ang="0">
                    <a:pos x="2420" y="453"/>
                  </a:cxn>
                  <a:cxn ang="0">
                    <a:pos x="2390" y="282"/>
                  </a:cxn>
                  <a:cxn ang="0">
                    <a:pos x="2435" y="168"/>
                  </a:cxn>
                  <a:cxn ang="0">
                    <a:pos x="2538" y="102"/>
                  </a:cxn>
                  <a:cxn ang="0">
                    <a:pos x="2726" y="118"/>
                  </a:cxn>
                  <a:cxn ang="0">
                    <a:pos x="2566" y="2"/>
                  </a:cxn>
                  <a:cxn ang="0">
                    <a:pos x="2399" y="59"/>
                  </a:cxn>
                  <a:cxn ang="0">
                    <a:pos x="2293" y="190"/>
                  </a:cxn>
                  <a:cxn ang="0">
                    <a:pos x="2272" y="380"/>
                  </a:cxn>
                  <a:cxn ang="0">
                    <a:pos x="2333" y="534"/>
                  </a:cxn>
                  <a:cxn ang="0">
                    <a:pos x="2467" y="623"/>
                  </a:cxn>
                  <a:cxn ang="0">
                    <a:pos x="2684" y="632"/>
                  </a:cxn>
                  <a:cxn ang="0">
                    <a:pos x="1776" y="631"/>
                  </a:cxn>
                  <a:cxn ang="0">
                    <a:pos x="1717" y="518"/>
                  </a:cxn>
                  <a:cxn ang="0">
                    <a:pos x="1447" y="10"/>
                  </a:cxn>
                  <a:cxn ang="0">
                    <a:pos x="1210" y="97"/>
                  </a:cxn>
                  <a:cxn ang="0">
                    <a:pos x="1281" y="178"/>
                  </a:cxn>
                  <a:cxn ang="0">
                    <a:pos x="1231" y="277"/>
                  </a:cxn>
                  <a:cxn ang="0">
                    <a:pos x="1090" y="375"/>
                  </a:cxn>
                  <a:cxn ang="0">
                    <a:pos x="1233" y="415"/>
                  </a:cxn>
                  <a:cxn ang="0">
                    <a:pos x="1297" y="622"/>
                  </a:cxn>
                  <a:cxn ang="0">
                    <a:pos x="1362" y="436"/>
                  </a:cxn>
                  <a:cxn ang="0">
                    <a:pos x="1282" y="337"/>
                  </a:cxn>
                  <a:cxn ang="0">
                    <a:pos x="1374" y="258"/>
                  </a:cxn>
                  <a:cxn ang="0">
                    <a:pos x="1373" y="94"/>
                  </a:cxn>
                  <a:cxn ang="0">
                    <a:pos x="1263" y="17"/>
                  </a:cxn>
                  <a:cxn ang="0">
                    <a:pos x="995" y="15"/>
                  </a:cxn>
                  <a:cxn ang="0">
                    <a:pos x="879" y="537"/>
                  </a:cxn>
                  <a:cxn ang="0">
                    <a:pos x="118" y="637"/>
                  </a:cxn>
                  <a:cxn ang="0">
                    <a:pos x="303" y="613"/>
                  </a:cxn>
                  <a:cxn ang="0">
                    <a:pos x="388" y="526"/>
                  </a:cxn>
                  <a:cxn ang="0">
                    <a:pos x="373" y="355"/>
                  </a:cxn>
                  <a:cxn ang="0">
                    <a:pos x="190" y="247"/>
                  </a:cxn>
                  <a:cxn ang="0">
                    <a:pos x="125" y="177"/>
                  </a:cxn>
                  <a:cxn ang="0">
                    <a:pos x="163" y="107"/>
                  </a:cxn>
                  <a:cxn ang="0">
                    <a:pos x="317" y="108"/>
                  </a:cxn>
                  <a:cxn ang="0">
                    <a:pos x="254" y="1"/>
                  </a:cxn>
                  <a:cxn ang="0">
                    <a:pos x="44" y="77"/>
                  </a:cxn>
                  <a:cxn ang="0">
                    <a:pos x="29" y="253"/>
                  </a:cxn>
                  <a:cxn ang="0">
                    <a:pos x="178" y="359"/>
                  </a:cxn>
                  <a:cxn ang="0">
                    <a:pos x="284" y="437"/>
                  </a:cxn>
                  <a:cxn ang="0">
                    <a:pos x="259" y="524"/>
                  </a:cxn>
                  <a:cxn ang="0">
                    <a:pos x="112" y="540"/>
                  </a:cxn>
                </a:cxnLst>
                <a:rect l="0" t="0" r="r" b="b"/>
                <a:pathLst>
                  <a:path w="3691" h="641">
                    <a:moveTo>
                      <a:pt x="3288" y="601"/>
                    </a:moveTo>
                    <a:lnTo>
                      <a:pt x="3302" y="609"/>
                    </a:lnTo>
                    <a:lnTo>
                      <a:pt x="3319" y="616"/>
                    </a:lnTo>
                    <a:lnTo>
                      <a:pt x="3338" y="622"/>
                    </a:lnTo>
                    <a:lnTo>
                      <a:pt x="3360" y="629"/>
                    </a:lnTo>
                    <a:lnTo>
                      <a:pt x="3382" y="634"/>
                    </a:lnTo>
                    <a:lnTo>
                      <a:pt x="3406" y="637"/>
                    </a:lnTo>
                    <a:lnTo>
                      <a:pt x="3431" y="640"/>
                    </a:lnTo>
                    <a:lnTo>
                      <a:pt x="3455" y="641"/>
                    </a:lnTo>
                    <a:lnTo>
                      <a:pt x="3484" y="640"/>
                    </a:lnTo>
                    <a:lnTo>
                      <a:pt x="3511" y="637"/>
                    </a:lnTo>
                    <a:lnTo>
                      <a:pt x="3524" y="635"/>
                    </a:lnTo>
                    <a:lnTo>
                      <a:pt x="3536" y="632"/>
                    </a:lnTo>
                    <a:lnTo>
                      <a:pt x="3548" y="629"/>
                    </a:lnTo>
                    <a:lnTo>
                      <a:pt x="3559" y="625"/>
                    </a:lnTo>
                    <a:lnTo>
                      <a:pt x="3570" y="621"/>
                    </a:lnTo>
                    <a:lnTo>
                      <a:pt x="3581" y="617"/>
                    </a:lnTo>
                    <a:lnTo>
                      <a:pt x="3590" y="613"/>
                    </a:lnTo>
                    <a:lnTo>
                      <a:pt x="3600" y="608"/>
                    </a:lnTo>
                    <a:lnTo>
                      <a:pt x="3608" y="603"/>
                    </a:lnTo>
                    <a:lnTo>
                      <a:pt x="3618" y="597"/>
                    </a:lnTo>
                    <a:lnTo>
                      <a:pt x="3625" y="591"/>
                    </a:lnTo>
                    <a:lnTo>
                      <a:pt x="3633" y="584"/>
                    </a:lnTo>
                    <a:lnTo>
                      <a:pt x="3639" y="578"/>
                    </a:lnTo>
                    <a:lnTo>
                      <a:pt x="3646" y="571"/>
                    </a:lnTo>
                    <a:lnTo>
                      <a:pt x="3653" y="564"/>
                    </a:lnTo>
                    <a:lnTo>
                      <a:pt x="3658" y="557"/>
                    </a:lnTo>
                    <a:lnTo>
                      <a:pt x="3668" y="541"/>
                    </a:lnTo>
                    <a:lnTo>
                      <a:pt x="3676" y="526"/>
                    </a:lnTo>
                    <a:lnTo>
                      <a:pt x="3682" y="508"/>
                    </a:lnTo>
                    <a:lnTo>
                      <a:pt x="3687" y="491"/>
                    </a:lnTo>
                    <a:lnTo>
                      <a:pt x="3690" y="472"/>
                    </a:lnTo>
                    <a:lnTo>
                      <a:pt x="3691" y="454"/>
                    </a:lnTo>
                    <a:lnTo>
                      <a:pt x="3690" y="437"/>
                    </a:lnTo>
                    <a:lnTo>
                      <a:pt x="3688" y="422"/>
                    </a:lnTo>
                    <a:lnTo>
                      <a:pt x="3684" y="407"/>
                    </a:lnTo>
                    <a:lnTo>
                      <a:pt x="3680" y="393"/>
                    </a:lnTo>
                    <a:lnTo>
                      <a:pt x="3675" y="380"/>
                    </a:lnTo>
                    <a:lnTo>
                      <a:pt x="3668" y="367"/>
                    </a:lnTo>
                    <a:lnTo>
                      <a:pt x="3660" y="355"/>
                    </a:lnTo>
                    <a:lnTo>
                      <a:pt x="3651" y="344"/>
                    </a:lnTo>
                    <a:lnTo>
                      <a:pt x="3640" y="332"/>
                    </a:lnTo>
                    <a:lnTo>
                      <a:pt x="3629" y="322"/>
                    </a:lnTo>
                    <a:lnTo>
                      <a:pt x="3616" y="313"/>
                    </a:lnTo>
                    <a:lnTo>
                      <a:pt x="3601" y="303"/>
                    </a:lnTo>
                    <a:lnTo>
                      <a:pt x="3586" y="294"/>
                    </a:lnTo>
                    <a:lnTo>
                      <a:pt x="3568" y="286"/>
                    </a:lnTo>
                    <a:lnTo>
                      <a:pt x="3550" y="278"/>
                    </a:lnTo>
                    <a:lnTo>
                      <a:pt x="3530" y="270"/>
                    </a:lnTo>
                    <a:lnTo>
                      <a:pt x="3502" y="258"/>
                    </a:lnTo>
                    <a:lnTo>
                      <a:pt x="3477" y="247"/>
                    </a:lnTo>
                    <a:lnTo>
                      <a:pt x="3467" y="242"/>
                    </a:lnTo>
                    <a:lnTo>
                      <a:pt x="3457" y="236"/>
                    </a:lnTo>
                    <a:lnTo>
                      <a:pt x="3448" y="230"/>
                    </a:lnTo>
                    <a:lnTo>
                      <a:pt x="3441" y="224"/>
                    </a:lnTo>
                    <a:lnTo>
                      <a:pt x="3434" y="219"/>
                    </a:lnTo>
                    <a:lnTo>
                      <a:pt x="3428" y="213"/>
                    </a:lnTo>
                    <a:lnTo>
                      <a:pt x="3423" y="206"/>
                    </a:lnTo>
                    <a:lnTo>
                      <a:pt x="3419" y="200"/>
                    </a:lnTo>
                    <a:lnTo>
                      <a:pt x="3416" y="192"/>
                    </a:lnTo>
                    <a:lnTo>
                      <a:pt x="3414" y="184"/>
                    </a:lnTo>
                    <a:lnTo>
                      <a:pt x="3412" y="177"/>
                    </a:lnTo>
                    <a:lnTo>
                      <a:pt x="3412" y="168"/>
                    </a:lnTo>
                    <a:lnTo>
                      <a:pt x="3412" y="162"/>
                    </a:lnTo>
                    <a:lnTo>
                      <a:pt x="3413" y="154"/>
                    </a:lnTo>
                    <a:lnTo>
                      <a:pt x="3415" y="147"/>
                    </a:lnTo>
                    <a:lnTo>
                      <a:pt x="3418" y="141"/>
                    </a:lnTo>
                    <a:lnTo>
                      <a:pt x="3421" y="135"/>
                    </a:lnTo>
                    <a:lnTo>
                      <a:pt x="3426" y="129"/>
                    </a:lnTo>
                    <a:lnTo>
                      <a:pt x="3431" y="122"/>
                    </a:lnTo>
                    <a:lnTo>
                      <a:pt x="3437" y="117"/>
                    </a:lnTo>
                    <a:lnTo>
                      <a:pt x="3443" y="112"/>
                    </a:lnTo>
                    <a:lnTo>
                      <a:pt x="3450" y="107"/>
                    </a:lnTo>
                    <a:lnTo>
                      <a:pt x="3459" y="103"/>
                    </a:lnTo>
                    <a:lnTo>
                      <a:pt x="3469" y="100"/>
                    </a:lnTo>
                    <a:lnTo>
                      <a:pt x="3479" y="97"/>
                    </a:lnTo>
                    <a:lnTo>
                      <a:pt x="3489" y="95"/>
                    </a:lnTo>
                    <a:lnTo>
                      <a:pt x="3502" y="94"/>
                    </a:lnTo>
                    <a:lnTo>
                      <a:pt x="3515" y="94"/>
                    </a:lnTo>
                    <a:lnTo>
                      <a:pt x="3535" y="94"/>
                    </a:lnTo>
                    <a:lnTo>
                      <a:pt x="3555" y="96"/>
                    </a:lnTo>
                    <a:lnTo>
                      <a:pt x="3573" y="100"/>
                    </a:lnTo>
                    <a:lnTo>
                      <a:pt x="3590" y="104"/>
                    </a:lnTo>
                    <a:lnTo>
                      <a:pt x="3604" y="108"/>
                    </a:lnTo>
                    <a:lnTo>
                      <a:pt x="3618" y="113"/>
                    </a:lnTo>
                    <a:lnTo>
                      <a:pt x="3629" y="118"/>
                    </a:lnTo>
                    <a:lnTo>
                      <a:pt x="3638" y="122"/>
                    </a:lnTo>
                    <a:lnTo>
                      <a:pt x="3666" y="31"/>
                    </a:lnTo>
                    <a:lnTo>
                      <a:pt x="3653" y="25"/>
                    </a:lnTo>
                    <a:lnTo>
                      <a:pt x="3638" y="20"/>
                    </a:lnTo>
                    <a:lnTo>
                      <a:pt x="3622" y="14"/>
                    </a:lnTo>
                    <a:lnTo>
                      <a:pt x="3604" y="9"/>
                    </a:lnTo>
                    <a:lnTo>
                      <a:pt x="3585" y="6"/>
                    </a:lnTo>
                    <a:lnTo>
                      <a:pt x="3564" y="3"/>
                    </a:lnTo>
                    <a:lnTo>
                      <a:pt x="3542" y="1"/>
                    </a:lnTo>
                    <a:lnTo>
                      <a:pt x="3517" y="0"/>
                    </a:lnTo>
                    <a:lnTo>
                      <a:pt x="3492" y="1"/>
                    </a:lnTo>
                    <a:lnTo>
                      <a:pt x="3469" y="4"/>
                    </a:lnTo>
                    <a:lnTo>
                      <a:pt x="3447" y="8"/>
                    </a:lnTo>
                    <a:lnTo>
                      <a:pt x="3426" y="14"/>
                    </a:lnTo>
                    <a:lnTo>
                      <a:pt x="3406" y="22"/>
                    </a:lnTo>
                    <a:lnTo>
                      <a:pt x="3389" y="30"/>
                    </a:lnTo>
                    <a:lnTo>
                      <a:pt x="3372" y="40"/>
                    </a:lnTo>
                    <a:lnTo>
                      <a:pt x="3357" y="51"/>
                    </a:lnTo>
                    <a:lnTo>
                      <a:pt x="3343" y="64"/>
                    </a:lnTo>
                    <a:lnTo>
                      <a:pt x="3331" y="77"/>
                    </a:lnTo>
                    <a:lnTo>
                      <a:pt x="3322" y="93"/>
                    </a:lnTo>
                    <a:lnTo>
                      <a:pt x="3312" y="108"/>
                    </a:lnTo>
                    <a:lnTo>
                      <a:pt x="3306" y="124"/>
                    </a:lnTo>
                    <a:lnTo>
                      <a:pt x="3301" y="142"/>
                    </a:lnTo>
                    <a:lnTo>
                      <a:pt x="3298" y="159"/>
                    </a:lnTo>
                    <a:lnTo>
                      <a:pt x="3297" y="179"/>
                    </a:lnTo>
                    <a:lnTo>
                      <a:pt x="3298" y="194"/>
                    </a:lnTo>
                    <a:lnTo>
                      <a:pt x="3300" y="211"/>
                    </a:lnTo>
                    <a:lnTo>
                      <a:pt x="3304" y="225"/>
                    </a:lnTo>
                    <a:lnTo>
                      <a:pt x="3309" y="240"/>
                    </a:lnTo>
                    <a:lnTo>
                      <a:pt x="3316" y="253"/>
                    </a:lnTo>
                    <a:lnTo>
                      <a:pt x="3324" y="265"/>
                    </a:lnTo>
                    <a:lnTo>
                      <a:pt x="3333" y="277"/>
                    </a:lnTo>
                    <a:lnTo>
                      <a:pt x="3343" y="288"/>
                    </a:lnTo>
                    <a:lnTo>
                      <a:pt x="3355" y="299"/>
                    </a:lnTo>
                    <a:lnTo>
                      <a:pt x="3367" y="310"/>
                    </a:lnTo>
                    <a:lnTo>
                      <a:pt x="3381" y="319"/>
                    </a:lnTo>
                    <a:lnTo>
                      <a:pt x="3396" y="328"/>
                    </a:lnTo>
                    <a:lnTo>
                      <a:pt x="3412" y="336"/>
                    </a:lnTo>
                    <a:lnTo>
                      <a:pt x="3429" y="345"/>
                    </a:lnTo>
                    <a:lnTo>
                      <a:pt x="3447" y="352"/>
                    </a:lnTo>
                    <a:lnTo>
                      <a:pt x="3466" y="359"/>
                    </a:lnTo>
                    <a:lnTo>
                      <a:pt x="3492" y="369"/>
                    </a:lnTo>
                    <a:lnTo>
                      <a:pt x="3516" y="381"/>
                    </a:lnTo>
                    <a:lnTo>
                      <a:pt x="3525" y="386"/>
                    </a:lnTo>
                    <a:lnTo>
                      <a:pt x="3534" y="392"/>
                    </a:lnTo>
                    <a:lnTo>
                      <a:pt x="3543" y="397"/>
                    </a:lnTo>
                    <a:lnTo>
                      <a:pt x="3550" y="403"/>
                    </a:lnTo>
                    <a:lnTo>
                      <a:pt x="3556" y="409"/>
                    </a:lnTo>
                    <a:lnTo>
                      <a:pt x="3561" y="417"/>
                    </a:lnTo>
                    <a:lnTo>
                      <a:pt x="3565" y="423"/>
                    </a:lnTo>
                    <a:lnTo>
                      <a:pt x="3569" y="430"/>
                    </a:lnTo>
                    <a:lnTo>
                      <a:pt x="3571" y="437"/>
                    </a:lnTo>
                    <a:lnTo>
                      <a:pt x="3573" y="445"/>
                    </a:lnTo>
                    <a:lnTo>
                      <a:pt x="3575" y="454"/>
                    </a:lnTo>
                    <a:lnTo>
                      <a:pt x="3576" y="462"/>
                    </a:lnTo>
                    <a:lnTo>
                      <a:pt x="3575" y="471"/>
                    </a:lnTo>
                    <a:lnTo>
                      <a:pt x="3573" y="480"/>
                    </a:lnTo>
                    <a:lnTo>
                      <a:pt x="3571" y="489"/>
                    </a:lnTo>
                    <a:lnTo>
                      <a:pt x="3567" y="497"/>
                    </a:lnTo>
                    <a:lnTo>
                      <a:pt x="3563" y="504"/>
                    </a:lnTo>
                    <a:lnTo>
                      <a:pt x="3558" y="511"/>
                    </a:lnTo>
                    <a:lnTo>
                      <a:pt x="3553" y="517"/>
                    </a:lnTo>
                    <a:lnTo>
                      <a:pt x="3546" y="524"/>
                    </a:lnTo>
                    <a:lnTo>
                      <a:pt x="3539" y="529"/>
                    </a:lnTo>
                    <a:lnTo>
                      <a:pt x="3530" y="533"/>
                    </a:lnTo>
                    <a:lnTo>
                      <a:pt x="3521" y="537"/>
                    </a:lnTo>
                    <a:lnTo>
                      <a:pt x="3511" y="540"/>
                    </a:lnTo>
                    <a:lnTo>
                      <a:pt x="3500" y="543"/>
                    </a:lnTo>
                    <a:lnTo>
                      <a:pt x="3488" y="545"/>
                    </a:lnTo>
                    <a:lnTo>
                      <a:pt x="3476" y="546"/>
                    </a:lnTo>
                    <a:lnTo>
                      <a:pt x="3463" y="546"/>
                    </a:lnTo>
                    <a:lnTo>
                      <a:pt x="3441" y="546"/>
                    </a:lnTo>
                    <a:lnTo>
                      <a:pt x="3420" y="543"/>
                    </a:lnTo>
                    <a:lnTo>
                      <a:pt x="3400" y="540"/>
                    </a:lnTo>
                    <a:lnTo>
                      <a:pt x="3379" y="535"/>
                    </a:lnTo>
                    <a:lnTo>
                      <a:pt x="3361" y="529"/>
                    </a:lnTo>
                    <a:lnTo>
                      <a:pt x="3343" y="523"/>
                    </a:lnTo>
                    <a:lnTo>
                      <a:pt x="3327" y="514"/>
                    </a:lnTo>
                    <a:lnTo>
                      <a:pt x="3312" y="507"/>
                    </a:lnTo>
                    <a:lnTo>
                      <a:pt x="3288" y="601"/>
                    </a:lnTo>
                    <a:close/>
                    <a:moveTo>
                      <a:pt x="3188" y="263"/>
                    </a:moveTo>
                    <a:lnTo>
                      <a:pt x="2955" y="263"/>
                    </a:lnTo>
                    <a:lnTo>
                      <a:pt x="2955" y="104"/>
                    </a:lnTo>
                    <a:lnTo>
                      <a:pt x="3202" y="104"/>
                    </a:lnTo>
                    <a:lnTo>
                      <a:pt x="3202" y="10"/>
                    </a:lnTo>
                    <a:lnTo>
                      <a:pt x="2841" y="10"/>
                    </a:lnTo>
                    <a:lnTo>
                      <a:pt x="2841" y="631"/>
                    </a:lnTo>
                    <a:lnTo>
                      <a:pt x="3216" y="631"/>
                    </a:lnTo>
                    <a:lnTo>
                      <a:pt x="3216" y="537"/>
                    </a:lnTo>
                    <a:lnTo>
                      <a:pt x="2955" y="537"/>
                    </a:lnTo>
                    <a:lnTo>
                      <a:pt x="2955" y="355"/>
                    </a:lnTo>
                    <a:lnTo>
                      <a:pt x="3188" y="355"/>
                    </a:lnTo>
                    <a:lnTo>
                      <a:pt x="3188" y="263"/>
                    </a:lnTo>
                    <a:close/>
                    <a:moveTo>
                      <a:pt x="2727" y="523"/>
                    </a:moveTo>
                    <a:lnTo>
                      <a:pt x="2714" y="528"/>
                    </a:lnTo>
                    <a:lnTo>
                      <a:pt x="2701" y="532"/>
                    </a:lnTo>
                    <a:lnTo>
                      <a:pt x="2687" y="536"/>
                    </a:lnTo>
                    <a:lnTo>
                      <a:pt x="2671" y="539"/>
                    </a:lnTo>
                    <a:lnTo>
                      <a:pt x="2655" y="542"/>
                    </a:lnTo>
                    <a:lnTo>
                      <a:pt x="2637" y="544"/>
                    </a:lnTo>
                    <a:lnTo>
                      <a:pt x="2621" y="545"/>
                    </a:lnTo>
                    <a:lnTo>
                      <a:pt x="2604" y="545"/>
                    </a:lnTo>
                    <a:lnTo>
                      <a:pt x="2590" y="545"/>
                    </a:lnTo>
                    <a:lnTo>
                      <a:pt x="2579" y="544"/>
                    </a:lnTo>
                    <a:lnTo>
                      <a:pt x="2567" y="543"/>
                    </a:lnTo>
                    <a:lnTo>
                      <a:pt x="2555" y="541"/>
                    </a:lnTo>
                    <a:lnTo>
                      <a:pt x="2544" y="539"/>
                    </a:lnTo>
                    <a:lnTo>
                      <a:pt x="2533" y="537"/>
                    </a:lnTo>
                    <a:lnTo>
                      <a:pt x="2522" y="534"/>
                    </a:lnTo>
                    <a:lnTo>
                      <a:pt x="2512" y="530"/>
                    </a:lnTo>
                    <a:lnTo>
                      <a:pt x="2502" y="526"/>
                    </a:lnTo>
                    <a:lnTo>
                      <a:pt x="2493" y="522"/>
                    </a:lnTo>
                    <a:lnTo>
                      <a:pt x="2483" y="516"/>
                    </a:lnTo>
                    <a:lnTo>
                      <a:pt x="2475" y="511"/>
                    </a:lnTo>
                    <a:lnTo>
                      <a:pt x="2467" y="505"/>
                    </a:lnTo>
                    <a:lnTo>
                      <a:pt x="2459" y="499"/>
                    </a:lnTo>
                    <a:lnTo>
                      <a:pt x="2451" y="492"/>
                    </a:lnTo>
                    <a:lnTo>
                      <a:pt x="2444" y="486"/>
                    </a:lnTo>
                    <a:lnTo>
                      <a:pt x="2437" y="477"/>
                    </a:lnTo>
                    <a:lnTo>
                      <a:pt x="2431" y="470"/>
                    </a:lnTo>
                    <a:lnTo>
                      <a:pt x="2426" y="462"/>
                    </a:lnTo>
                    <a:lnTo>
                      <a:pt x="2420" y="453"/>
                    </a:lnTo>
                    <a:lnTo>
                      <a:pt x="2414" y="443"/>
                    </a:lnTo>
                    <a:lnTo>
                      <a:pt x="2410" y="434"/>
                    </a:lnTo>
                    <a:lnTo>
                      <a:pt x="2406" y="425"/>
                    </a:lnTo>
                    <a:lnTo>
                      <a:pt x="2402" y="415"/>
                    </a:lnTo>
                    <a:lnTo>
                      <a:pt x="2396" y="393"/>
                    </a:lnTo>
                    <a:lnTo>
                      <a:pt x="2391" y="371"/>
                    </a:lnTo>
                    <a:lnTo>
                      <a:pt x="2389" y="347"/>
                    </a:lnTo>
                    <a:lnTo>
                      <a:pt x="2388" y="322"/>
                    </a:lnTo>
                    <a:lnTo>
                      <a:pt x="2388" y="309"/>
                    </a:lnTo>
                    <a:lnTo>
                      <a:pt x="2389" y="295"/>
                    </a:lnTo>
                    <a:lnTo>
                      <a:pt x="2390" y="282"/>
                    </a:lnTo>
                    <a:lnTo>
                      <a:pt x="2392" y="270"/>
                    </a:lnTo>
                    <a:lnTo>
                      <a:pt x="2394" y="257"/>
                    </a:lnTo>
                    <a:lnTo>
                      <a:pt x="2397" y="246"/>
                    </a:lnTo>
                    <a:lnTo>
                      <a:pt x="2400" y="235"/>
                    </a:lnTo>
                    <a:lnTo>
                      <a:pt x="2403" y="223"/>
                    </a:lnTo>
                    <a:lnTo>
                      <a:pt x="2408" y="213"/>
                    </a:lnTo>
                    <a:lnTo>
                      <a:pt x="2412" y="203"/>
                    </a:lnTo>
                    <a:lnTo>
                      <a:pt x="2418" y="193"/>
                    </a:lnTo>
                    <a:lnTo>
                      <a:pt x="2423" y="184"/>
                    </a:lnTo>
                    <a:lnTo>
                      <a:pt x="2429" y="176"/>
                    </a:lnTo>
                    <a:lnTo>
                      <a:pt x="2435" y="168"/>
                    </a:lnTo>
                    <a:lnTo>
                      <a:pt x="2441" y="159"/>
                    </a:lnTo>
                    <a:lnTo>
                      <a:pt x="2448" y="152"/>
                    </a:lnTo>
                    <a:lnTo>
                      <a:pt x="2457" y="145"/>
                    </a:lnTo>
                    <a:lnTo>
                      <a:pt x="2464" y="139"/>
                    </a:lnTo>
                    <a:lnTo>
                      <a:pt x="2472" y="133"/>
                    </a:lnTo>
                    <a:lnTo>
                      <a:pt x="2480" y="127"/>
                    </a:lnTo>
                    <a:lnTo>
                      <a:pt x="2489" y="121"/>
                    </a:lnTo>
                    <a:lnTo>
                      <a:pt x="2499" y="117"/>
                    </a:lnTo>
                    <a:lnTo>
                      <a:pt x="2508" y="112"/>
                    </a:lnTo>
                    <a:lnTo>
                      <a:pt x="2517" y="109"/>
                    </a:lnTo>
                    <a:lnTo>
                      <a:pt x="2538" y="102"/>
                    </a:lnTo>
                    <a:lnTo>
                      <a:pt x="2559" y="98"/>
                    </a:lnTo>
                    <a:lnTo>
                      <a:pt x="2582" y="95"/>
                    </a:lnTo>
                    <a:lnTo>
                      <a:pt x="2605" y="94"/>
                    </a:lnTo>
                    <a:lnTo>
                      <a:pt x="2623" y="95"/>
                    </a:lnTo>
                    <a:lnTo>
                      <a:pt x="2641" y="96"/>
                    </a:lnTo>
                    <a:lnTo>
                      <a:pt x="2658" y="98"/>
                    </a:lnTo>
                    <a:lnTo>
                      <a:pt x="2673" y="101"/>
                    </a:lnTo>
                    <a:lnTo>
                      <a:pt x="2688" y="105"/>
                    </a:lnTo>
                    <a:lnTo>
                      <a:pt x="2701" y="109"/>
                    </a:lnTo>
                    <a:lnTo>
                      <a:pt x="2714" y="113"/>
                    </a:lnTo>
                    <a:lnTo>
                      <a:pt x="2726" y="118"/>
                    </a:lnTo>
                    <a:lnTo>
                      <a:pt x="2750" y="28"/>
                    </a:lnTo>
                    <a:lnTo>
                      <a:pt x="2740" y="24"/>
                    </a:lnTo>
                    <a:lnTo>
                      <a:pt x="2728" y="19"/>
                    </a:lnTo>
                    <a:lnTo>
                      <a:pt x="2712" y="13"/>
                    </a:lnTo>
                    <a:lnTo>
                      <a:pt x="2695" y="9"/>
                    </a:lnTo>
                    <a:lnTo>
                      <a:pt x="2674" y="6"/>
                    </a:lnTo>
                    <a:lnTo>
                      <a:pt x="2652" y="3"/>
                    </a:lnTo>
                    <a:lnTo>
                      <a:pt x="2627" y="1"/>
                    </a:lnTo>
                    <a:lnTo>
                      <a:pt x="2600" y="0"/>
                    </a:lnTo>
                    <a:lnTo>
                      <a:pt x="2583" y="1"/>
                    </a:lnTo>
                    <a:lnTo>
                      <a:pt x="2566" y="2"/>
                    </a:lnTo>
                    <a:lnTo>
                      <a:pt x="2548" y="4"/>
                    </a:lnTo>
                    <a:lnTo>
                      <a:pt x="2532" y="6"/>
                    </a:lnTo>
                    <a:lnTo>
                      <a:pt x="2515" y="9"/>
                    </a:lnTo>
                    <a:lnTo>
                      <a:pt x="2499" y="13"/>
                    </a:lnTo>
                    <a:lnTo>
                      <a:pt x="2483" y="17"/>
                    </a:lnTo>
                    <a:lnTo>
                      <a:pt x="2468" y="23"/>
                    </a:lnTo>
                    <a:lnTo>
                      <a:pt x="2454" y="29"/>
                    </a:lnTo>
                    <a:lnTo>
                      <a:pt x="2439" y="35"/>
                    </a:lnTo>
                    <a:lnTo>
                      <a:pt x="2426" y="42"/>
                    </a:lnTo>
                    <a:lnTo>
                      <a:pt x="2411" y="50"/>
                    </a:lnTo>
                    <a:lnTo>
                      <a:pt x="2399" y="59"/>
                    </a:lnTo>
                    <a:lnTo>
                      <a:pt x="2387" y="68"/>
                    </a:lnTo>
                    <a:lnTo>
                      <a:pt x="2374" y="77"/>
                    </a:lnTo>
                    <a:lnTo>
                      <a:pt x="2363" y="87"/>
                    </a:lnTo>
                    <a:lnTo>
                      <a:pt x="2352" y="99"/>
                    </a:lnTo>
                    <a:lnTo>
                      <a:pt x="2342" y="110"/>
                    </a:lnTo>
                    <a:lnTo>
                      <a:pt x="2332" y="122"/>
                    </a:lnTo>
                    <a:lnTo>
                      <a:pt x="2323" y="135"/>
                    </a:lnTo>
                    <a:lnTo>
                      <a:pt x="2315" y="148"/>
                    </a:lnTo>
                    <a:lnTo>
                      <a:pt x="2307" y="162"/>
                    </a:lnTo>
                    <a:lnTo>
                      <a:pt x="2300" y="176"/>
                    </a:lnTo>
                    <a:lnTo>
                      <a:pt x="2293" y="190"/>
                    </a:lnTo>
                    <a:lnTo>
                      <a:pt x="2288" y="206"/>
                    </a:lnTo>
                    <a:lnTo>
                      <a:pt x="2283" y="222"/>
                    </a:lnTo>
                    <a:lnTo>
                      <a:pt x="2278" y="239"/>
                    </a:lnTo>
                    <a:lnTo>
                      <a:pt x="2275" y="255"/>
                    </a:lnTo>
                    <a:lnTo>
                      <a:pt x="2272" y="273"/>
                    </a:lnTo>
                    <a:lnTo>
                      <a:pt x="2270" y="290"/>
                    </a:lnTo>
                    <a:lnTo>
                      <a:pt x="2269" y="309"/>
                    </a:lnTo>
                    <a:lnTo>
                      <a:pt x="2269" y="328"/>
                    </a:lnTo>
                    <a:lnTo>
                      <a:pt x="2269" y="346"/>
                    </a:lnTo>
                    <a:lnTo>
                      <a:pt x="2270" y="362"/>
                    </a:lnTo>
                    <a:lnTo>
                      <a:pt x="2272" y="380"/>
                    </a:lnTo>
                    <a:lnTo>
                      <a:pt x="2274" y="395"/>
                    </a:lnTo>
                    <a:lnTo>
                      <a:pt x="2277" y="412"/>
                    </a:lnTo>
                    <a:lnTo>
                      <a:pt x="2281" y="427"/>
                    </a:lnTo>
                    <a:lnTo>
                      <a:pt x="2285" y="441"/>
                    </a:lnTo>
                    <a:lnTo>
                      <a:pt x="2290" y="457"/>
                    </a:lnTo>
                    <a:lnTo>
                      <a:pt x="2295" y="470"/>
                    </a:lnTo>
                    <a:lnTo>
                      <a:pt x="2302" y="484"/>
                    </a:lnTo>
                    <a:lnTo>
                      <a:pt x="2309" y="497"/>
                    </a:lnTo>
                    <a:lnTo>
                      <a:pt x="2317" y="509"/>
                    </a:lnTo>
                    <a:lnTo>
                      <a:pt x="2325" y="522"/>
                    </a:lnTo>
                    <a:lnTo>
                      <a:pt x="2333" y="534"/>
                    </a:lnTo>
                    <a:lnTo>
                      <a:pt x="2343" y="544"/>
                    </a:lnTo>
                    <a:lnTo>
                      <a:pt x="2353" y="555"/>
                    </a:lnTo>
                    <a:lnTo>
                      <a:pt x="2363" y="565"/>
                    </a:lnTo>
                    <a:lnTo>
                      <a:pt x="2374" y="574"/>
                    </a:lnTo>
                    <a:lnTo>
                      <a:pt x="2386" y="583"/>
                    </a:lnTo>
                    <a:lnTo>
                      <a:pt x="2398" y="592"/>
                    </a:lnTo>
                    <a:lnTo>
                      <a:pt x="2411" y="599"/>
                    </a:lnTo>
                    <a:lnTo>
                      <a:pt x="2424" y="606"/>
                    </a:lnTo>
                    <a:lnTo>
                      <a:pt x="2438" y="612"/>
                    </a:lnTo>
                    <a:lnTo>
                      <a:pt x="2452" y="618"/>
                    </a:lnTo>
                    <a:lnTo>
                      <a:pt x="2467" y="623"/>
                    </a:lnTo>
                    <a:lnTo>
                      <a:pt x="2482" y="628"/>
                    </a:lnTo>
                    <a:lnTo>
                      <a:pt x="2499" y="632"/>
                    </a:lnTo>
                    <a:lnTo>
                      <a:pt x="2515" y="635"/>
                    </a:lnTo>
                    <a:lnTo>
                      <a:pt x="2532" y="637"/>
                    </a:lnTo>
                    <a:lnTo>
                      <a:pt x="2549" y="639"/>
                    </a:lnTo>
                    <a:lnTo>
                      <a:pt x="2567" y="640"/>
                    </a:lnTo>
                    <a:lnTo>
                      <a:pt x="2585" y="641"/>
                    </a:lnTo>
                    <a:lnTo>
                      <a:pt x="2612" y="640"/>
                    </a:lnTo>
                    <a:lnTo>
                      <a:pt x="2637" y="638"/>
                    </a:lnTo>
                    <a:lnTo>
                      <a:pt x="2661" y="635"/>
                    </a:lnTo>
                    <a:lnTo>
                      <a:pt x="2684" y="632"/>
                    </a:lnTo>
                    <a:lnTo>
                      <a:pt x="2702" y="628"/>
                    </a:lnTo>
                    <a:lnTo>
                      <a:pt x="2720" y="622"/>
                    </a:lnTo>
                    <a:lnTo>
                      <a:pt x="2734" y="617"/>
                    </a:lnTo>
                    <a:lnTo>
                      <a:pt x="2745" y="612"/>
                    </a:lnTo>
                    <a:lnTo>
                      <a:pt x="2727" y="523"/>
                    </a:lnTo>
                    <a:close/>
                    <a:moveTo>
                      <a:pt x="2058" y="10"/>
                    </a:moveTo>
                    <a:lnTo>
                      <a:pt x="2058" y="631"/>
                    </a:lnTo>
                    <a:lnTo>
                      <a:pt x="2171" y="631"/>
                    </a:lnTo>
                    <a:lnTo>
                      <a:pt x="2171" y="10"/>
                    </a:lnTo>
                    <a:lnTo>
                      <a:pt x="2058" y="10"/>
                    </a:lnTo>
                    <a:close/>
                    <a:moveTo>
                      <a:pt x="1776" y="631"/>
                    </a:moveTo>
                    <a:lnTo>
                      <a:pt x="1991" y="10"/>
                    </a:lnTo>
                    <a:lnTo>
                      <a:pt x="1871" y="10"/>
                    </a:lnTo>
                    <a:lnTo>
                      <a:pt x="1780" y="294"/>
                    </a:lnTo>
                    <a:lnTo>
                      <a:pt x="1771" y="322"/>
                    </a:lnTo>
                    <a:lnTo>
                      <a:pt x="1762" y="351"/>
                    </a:lnTo>
                    <a:lnTo>
                      <a:pt x="1754" y="379"/>
                    </a:lnTo>
                    <a:lnTo>
                      <a:pt x="1746" y="407"/>
                    </a:lnTo>
                    <a:lnTo>
                      <a:pt x="1738" y="435"/>
                    </a:lnTo>
                    <a:lnTo>
                      <a:pt x="1730" y="463"/>
                    </a:lnTo>
                    <a:lnTo>
                      <a:pt x="1724" y="491"/>
                    </a:lnTo>
                    <a:lnTo>
                      <a:pt x="1717" y="518"/>
                    </a:lnTo>
                    <a:lnTo>
                      <a:pt x="1715" y="518"/>
                    </a:lnTo>
                    <a:lnTo>
                      <a:pt x="1709" y="491"/>
                    </a:lnTo>
                    <a:lnTo>
                      <a:pt x="1702" y="462"/>
                    </a:lnTo>
                    <a:lnTo>
                      <a:pt x="1695" y="434"/>
                    </a:lnTo>
                    <a:lnTo>
                      <a:pt x="1688" y="406"/>
                    </a:lnTo>
                    <a:lnTo>
                      <a:pt x="1680" y="379"/>
                    </a:lnTo>
                    <a:lnTo>
                      <a:pt x="1672" y="350"/>
                    </a:lnTo>
                    <a:lnTo>
                      <a:pt x="1663" y="321"/>
                    </a:lnTo>
                    <a:lnTo>
                      <a:pt x="1654" y="292"/>
                    </a:lnTo>
                    <a:lnTo>
                      <a:pt x="1570" y="10"/>
                    </a:lnTo>
                    <a:lnTo>
                      <a:pt x="1447" y="10"/>
                    </a:lnTo>
                    <a:lnTo>
                      <a:pt x="1647" y="631"/>
                    </a:lnTo>
                    <a:lnTo>
                      <a:pt x="1776" y="631"/>
                    </a:lnTo>
                    <a:close/>
                    <a:moveTo>
                      <a:pt x="1090" y="97"/>
                    </a:moveTo>
                    <a:lnTo>
                      <a:pt x="1101" y="95"/>
                    </a:lnTo>
                    <a:lnTo>
                      <a:pt x="1117" y="93"/>
                    </a:lnTo>
                    <a:lnTo>
                      <a:pt x="1136" y="92"/>
                    </a:lnTo>
                    <a:lnTo>
                      <a:pt x="1161" y="91"/>
                    </a:lnTo>
                    <a:lnTo>
                      <a:pt x="1174" y="92"/>
                    </a:lnTo>
                    <a:lnTo>
                      <a:pt x="1187" y="93"/>
                    </a:lnTo>
                    <a:lnTo>
                      <a:pt x="1199" y="95"/>
                    </a:lnTo>
                    <a:lnTo>
                      <a:pt x="1210" y="97"/>
                    </a:lnTo>
                    <a:lnTo>
                      <a:pt x="1222" y="100"/>
                    </a:lnTo>
                    <a:lnTo>
                      <a:pt x="1231" y="105"/>
                    </a:lnTo>
                    <a:lnTo>
                      <a:pt x="1240" y="109"/>
                    </a:lnTo>
                    <a:lnTo>
                      <a:pt x="1248" y="115"/>
                    </a:lnTo>
                    <a:lnTo>
                      <a:pt x="1256" y="121"/>
                    </a:lnTo>
                    <a:lnTo>
                      <a:pt x="1263" y="130"/>
                    </a:lnTo>
                    <a:lnTo>
                      <a:pt x="1268" y="137"/>
                    </a:lnTo>
                    <a:lnTo>
                      <a:pt x="1273" y="146"/>
                    </a:lnTo>
                    <a:lnTo>
                      <a:pt x="1277" y="156"/>
                    </a:lnTo>
                    <a:lnTo>
                      <a:pt x="1279" y="167"/>
                    </a:lnTo>
                    <a:lnTo>
                      <a:pt x="1281" y="178"/>
                    </a:lnTo>
                    <a:lnTo>
                      <a:pt x="1281" y="190"/>
                    </a:lnTo>
                    <a:lnTo>
                      <a:pt x="1281" y="202"/>
                    </a:lnTo>
                    <a:lnTo>
                      <a:pt x="1279" y="212"/>
                    </a:lnTo>
                    <a:lnTo>
                      <a:pt x="1277" y="222"/>
                    </a:lnTo>
                    <a:lnTo>
                      <a:pt x="1273" y="232"/>
                    </a:lnTo>
                    <a:lnTo>
                      <a:pt x="1268" y="242"/>
                    </a:lnTo>
                    <a:lnTo>
                      <a:pt x="1263" y="250"/>
                    </a:lnTo>
                    <a:lnTo>
                      <a:pt x="1255" y="257"/>
                    </a:lnTo>
                    <a:lnTo>
                      <a:pt x="1248" y="264"/>
                    </a:lnTo>
                    <a:lnTo>
                      <a:pt x="1240" y="271"/>
                    </a:lnTo>
                    <a:lnTo>
                      <a:pt x="1231" y="277"/>
                    </a:lnTo>
                    <a:lnTo>
                      <a:pt x="1221" y="281"/>
                    </a:lnTo>
                    <a:lnTo>
                      <a:pt x="1209" y="285"/>
                    </a:lnTo>
                    <a:lnTo>
                      <a:pt x="1197" y="288"/>
                    </a:lnTo>
                    <a:lnTo>
                      <a:pt x="1185" y="291"/>
                    </a:lnTo>
                    <a:lnTo>
                      <a:pt x="1171" y="292"/>
                    </a:lnTo>
                    <a:lnTo>
                      <a:pt x="1158" y="292"/>
                    </a:lnTo>
                    <a:lnTo>
                      <a:pt x="1090" y="292"/>
                    </a:lnTo>
                    <a:lnTo>
                      <a:pt x="1090" y="97"/>
                    </a:lnTo>
                    <a:close/>
                    <a:moveTo>
                      <a:pt x="978" y="631"/>
                    </a:moveTo>
                    <a:lnTo>
                      <a:pt x="1090" y="631"/>
                    </a:lnTo>
                    <a:lnTo>
                      <a:pt x="1090" y="375"/>
                    </a:lnTo>
                    <a:lnTo>
                      <a:pt x="1148" y="375"/>
                    </a:lnTo>
                    <a:lnTo>
                      <a:pt x="1159" y="377"/>
                    </a:lnTo>
                    <a:lnTo>
                      <a:pt x="1170" y="378"/>
                    </a:lnTo>
                    <a:lnTo>
                      <a:pt x="1180" y="380"/>
                    </a:lnTo>
                    <a:lnTo>
                      <a:pt x="1190" y="382"/>
                    </a:lnTo>
                    <a:lnTo>
                      <a:pt x="1198" y="385"/>
                    </a:lnTo>
                    <a:lnTo>
                      <a:pt x="1206" y="389"/>
                    </a:lnTo>
                    <a:lnTo>
                      <a:pt x="1213" y="394"/>
                    </a:lnTo>
                    <a:lnTo>
                      <a:pt x="1221" y="400"/>
                    </a:lnTo>
                    <a:lnTo>
                      <a:pt x="1227" y="407"/>
                    </a:lnTo>
                    <a:lnTo>
                      <a:pt x="1233" y="415"/>
                    </a:lnTo>
                    <a:lnTo>
                      <a:pt x="1238" y="424"/>
                    </a:lnTo>
                    <a:lnTo>
                      <a:pt x="1243" y="433"/>
                    </a:lnTo>
                    <a:lnTo>
                      <a:pt x="1247" y="444"/>
                    </a:lnTo>
                    <a:lnTo>
                      <a:pt x="1251" y="457"/>
                    </a:lnTo>
                    <a:lnTo>
                      <a:pt x="1255" y="470"/>
                    </a:lnTo>
                    <a:lnTo>
                      <a:pt x="1259" y="485"/>
                    </a:lnTo>
                    <a:lnTo>
                      <a:pt x="1272" y="537"/>
                    </a:lnTo>
                    <a:lnTo>
                      <a:pt x="1283" y="579"/>
                    </a:lnTo>
                    <a:lnTo>
                      <a:pt x="1288" y="597"/>
                    </a:lnTo>
                    <a:lnTo>
                      <a:pt x="1292" y="611"/>
                    </a:lnTo>
                    <a:lnTo>
                      <a:pt x="1297" y="622"/>
                    </a:lnTo>
                    <a:lnTo>
                      <a:pt x="1301" y="631"/>
                    </a:lnTo>
                    <a:lnTo>
                      <a:pt x="1417" y="631"/>
                    </a:lnTo>
                    <a:lnTo>
                      <a:pt x="1413" y="619"/>
                    </a:lnTo>
                    <a:lnTo>
                      <a:pt x="1406" y="605"/>
                    </a:lnTo>
                    <a:lnTo>
                      <a:pt x="1401" y="585"/>
                    </a:lnTo>
                    <a:lnTo>
                      <a:pt x="1395" y="565"/>
                    </a:lnTo>
                    <a:lnTo>
                      <a:pt x="1389" y="540"/>
                    </a:lnTo>
                    <a:lnTo>
                      <a:pt x="1382" y="514"/>
                    </a:lnTo>
                    <a:lnTo>
                      <a:pt x="1376" y="487"/>
                    </a:lnTo>
                    <a:lnTo>
                      <a:pt x="1368" y="458"/>
                    </a:lnTo>
                    <a:lnTo>
                      <a:pt x="1362" y="436"/>
                    </a:lnTo>
                    <a:lnTo>
                      <a:pt x="1354" y="416"/>
                    </a:lnTo>
                    <a:lnTo>
                      <a:pt x="1346" y="398"/>
                    </a:lnTo>
                    <a:lnTo>
                      <a:pt x="1336" y="382"/>
                    </a:lnTo>
                    <a:lnTo>
                      <a:pt x="1330" y="374"/>
                    </a:lnTo>
                    <a:lnTo>
                      <a:pt x="1324" y="367"/>
                    </a:lnTo>
                    <a:lnTo>
                      <a:pt x="1318" y="361"/>
                    </a:lnTo>
                    <a:lnTo>
                      <a:pt x="1312" y="355"/>
                    </a:lnTo>
                    <a:lnTo>
                      <a:pt x="1305" y="350"/>
                    </a:lnTo>
                    <a:lnTo>
                      <a:pt x="1298" y="346"/>
                    </a:lnTo>
                    <a:lnTo>
                      <a:pt x="1290" y="342"/>
                    </a:lnTo>
                    <a:lnTo>
                      <a:pt x="1282" y="337"/>
                    </a:lnTo>
                    <a:lnTo>
                      <a:pt x="1282" y="335"/>
                    </a:lnTo>
                    <a:lnTo>
                      <a:pt x="1292" y="330"/>
                    </a:lnTo>
                    <a:lnTo>
                      <a:pt x="1304" y="326"/>
                    </a:lnTo>
                    <a:lnTo>
                      <a:pt x="1314" y="320"/>
                    </a:lnTo>
                    <a:lnTo>
                      <a:pt x="1324" y="314"/>
                    </a:lnTo>
                    <a:lnTo>
                      <a:pt x="1334" y="306"/>
                    </a:lnTo>
                    <a:lnTo>
                      <a:pt x="1343" y="298"/>
                    </a:lnTo>
                    <a:lnTo>
                      <a:pt x="1352" y="289"/>
                    </a:lnTo>
                    <a:lnTo>
                      <a:pt x="1360" y="280"/>
                    </a:lnTo>
                    <a:lnTo>
                      <a:pt x="1367" y="270"/>
                    </a:lnTo>
                    <a:lnTo>
                      <a:pt x="1374" y="258"/>
                    </a:lnTo>
                    <a:lnTo>
                      <a:pt x="1380" y="247"/>
                    </a:lnTo>
                    <a:lnTo>
                      <a:pt x="1385" y="235"/>
                    </a:lnTo>
                    <a:lnTo>
                      <a:pt x="1389" y="222"/>
                    </a:lnTo>
                    <a:lnTo>
                      <a:pt x="1392" y="209"/>
                    </a:lnTo>
                    <a:lnTo>
                      <a:pt x="1394" y="194"/>
                    </a:lnTo>
                    <a:lnTo>
                      <a:pt x="1394" y="180"/>
                    </a:lnTo>
                    <a:lnTo>
                      <a:pt x="1393" y="160"/>
                    </a:lnTo>
                    <a:lnTo>
                      <a:pt x="1391" y="142"/>
                    </a:lnTo>
                    <a:lnTo>
                      <a:pt x="1386" y="124"/>
                    </a:lnTo>
                    <a:lnTo>
                      <a:pt x="1381" y="108"/>
                    </a:lnTo>
                    <a:lnTo>
                      <a:pt x="1373" y="94"/>
                    </a:lnTo>
                    <a:lnTo>
                      <a:pt x="1363" y="79"/>
                    </a:lnTo>
                    <a:lnTo>
                      <a:pt x="1353" y="67"/>
                    </a:lnTo>
                    <a:lnTo>
                      <a:pt x="1341" y="56"/>
                    </a:lnTo>
                    <a:lnTo>
                      <a:pt x="1333" y="49"/>
                    </a:lnTo>
                    <a:lnTo>
                      <a:pt x="1324" y="43"/>
                    </a:lnTo>
                    <a:lnTo>
                      <a:pt x="1315" y="38"/>
                    </a:lnTo>
                    <a:lnTo>
                      <a:pt x="1306" y="33"/>
                    </a:lnTo>
                    <a:lnTo>
                      <a:pt x="1296" y="28"/>
                    </a:lnTo>
                    <a:lnTo>
                      <a:pt x="1285" y="24"/>
                    </a:lnTo>
                    <a:lnTo>
                      <a:pt x="1275" y="21"/>
                    </a:lnTo>
                    <a:lnTo>
                      <a:pt x="1263" y="17"/>
                    </a:lnTo>
                    <a:lnTo>
                      <a:pt x="1238" y="12"/>
                    </a:lnTo>
                    <a:lnTo>
                      <a:pt x="1211" y="8"/>
                    </a:lnTo>
                    <a:lnTo>
                      <a:pt x="1181" y="6"/>
                    </a:lnTo>
                    <a:lnTo>
                      <a:pt x="1150" y="5"/>
                    </a:lnTo>
                    <a:lnTo>
                      <a:pt x="1125" y="5"/>
                    </a:lnTo>
                    <a:lnTo>
                      <a:pt x="1101" y="6"/>
                    </a:lnTo>
                    <a:lnTo>
                      <a:pt x="1078" y="7"/>
                    </a:lnTo>
                    <a:lnTo>
                      <a:pt x="1055" y="9"/>
                    </a:lnTo>
                    <a:lnTo>
                      <a:pt x="1034" y="11"/>
                    </a:lnTo>
                    <a:lnTo>
                      <a:pt x="1014" y="13"/>
                    </a:lnTo>
                    <a:lnTo>
                      <a:pt x="995" y="15"/>
                    </a:lnTo>
                    <a:lnTo>
                      <a:pt x="978" y="19"/>
                    </a:lnTo>
                    <a:lnTo>
                      <a:pt x="978" y="631"/>
                    </a:lnTo>
                    <a:close/>
                    <a:moveTo>
                      <a:pt x="852" y="263"/>
                    </a:moveTo>
                    <a:lnTo>
                      <a:pt x="617" y="263"/>
                    </a:lnTo>
                    <a:lnTo>
                      <a:pt x="617" y="104"/>
                    </a:lnTo>
                    <a:lnTo>
                      <a:pt x="865" y="104"/>
                    </a:lnTo>
                    <a:lnTo>
                      <a:pt x="865" y="10"/>
                    </a:lnTo>
                    <a:lnTo>
                      <a:pt x="504" y="10"/>
                    </a:lnTo>
                    <a:lnTo>
                      <a:pt x="504" y="631"/>
                    </a:lnTo>
                    <a:lnTo>
                      <a:pt x="879" y="631"/>
                    </a:lnTo>
                    <a:lnTo>
                      <a:pt x="879" y="537"/>
                    </a:lnTo>
                    <a:lnTo>
                      <a:pt x="617" y="537"/>
                    </a:lnTo>
                    <a:lnTo>
                      <a:pt x="617" y="355"/>
                    </a:lnTo>
                    <a:lnTo>
                      <a:pt x="852" y="355"/>
                    </a:lnTo>
                    <a:lnTo>
                      <a:pt x="852" y="263"/>
                    </a:lnTo>
                    <a:close/>
                    <a:moveTo>
                      <a:pt x="0" y="601"/>
                    </a:moveTo>
                    <a:lnTo>
                      <a:pt x="14" y="609"/>
                    </a:lnTo>
                    <a:lnTo>
                      <a:pt x="32" y="616"/>
                    </a:lnTo>
                    <a:lnTo>
                      <a:pt x="50" y="622"/>
                    </a:lnTo>
                    <a:lnTo>
                      <a:pt x="72" y="629"/>
                    </a:lnTo>
                    <a:lnTo>
                      <a:pt x="94" y="634"/>
                    </a:lnTo>
                    <a:lnTo>
                      <a:pt x="118" y="637"/>
                    </a:lnTo>
                    <a:lnTo>
                      <a:pt x="143" y="640"/>
                    </a:lnTo>
                    <a:lnTo>
                      <a:pt x="167" y="641"/>
                    </a:lnTo>
                    <a:lnTo>
                      <a:pt x="196" y="640"/>
                    </a:lnTo>
                    <a:lnTo>
                      <a:pt x="224" y="637"/>
                    </a:lnTo>
                    <a:lnTo>
                      <a:pt x="236" y="635"/>
                    </a:lnTo>
                    <a:lnTo>
                      <a:pt x="248" y="632"/>
                    </a:lnTo>
                    <a:lnTo>
                      <a:pt x="261" y="629"/>
                    </a:lnTo>
                    <a:lnTo>
                      <a:pt x="272" y="625"/>
                    </a:lnTo>
                    <a:lnTo>
                      <a:pt x="282" y="621"/>
                    </a:lnTo>
                    <a:lnTo>
                      <a:pt x="293" y="617"/>
                    </a:lnTo>
                    <a:lnTo>
                      <a:pt x="303" y="613"/>
                    </a:lnTo>
                    <a:lnTo>
                      <a:pt x="312" y="608"/>
                    </a:lnTo>
                    <a:lnTo>
                      <a:pt x="321" y="603"/>
                    </a:lnTo>
                    <a:lnTo>
                      <a:pt x="330" y="597"/>
                    </a:lnTo>
                    <a:lnTo>
                      <a:pt x="338" y="591"/>
                    </a:lnTo>
                    <a:lnTo>
                      <a:pt x="345" y="584"/>
                    </a:lnTo>
                    <a:lnTo>
                      <a:pt x="352" y="578"/>
                    </a:lnTo>
                    <a:lnTo>
                      <a:pt x="358" y="571"/>
                    </a:lnTo>
                    <a:lnTo>
                      <a:pt x="365" y="564"/>
                    </a:lnTo>
                    <a:lnTo>
                      <a:pt x="371" y="557"/>
                    </a:lnTo>
                    <a:lnTo>
                      <a:pt x="380" y="541"/>
                    </a:lnTo>
                    <a:lnTo>
                      <a:pt x="388" y="526"/>
                    </a:lnTo>
                    <a:lnTo>
                      <a:pt x="394" y="508"/>
                    </a:lnTo>
                    <a:lnTo>
                      <a:pt x="400" y="491"/>
                    </a:lnTo>
                    <a:lnTo>
                      <a:pt x="402" y="472"/>
                    </a:lnTo>
                    <a:lnTo>
                      <a:pt x="403" y="454"/>
                    </a:lnTo>
                    <a:lnTo>
                      <a:pt x="402" y="437"/>
                    </a:lnTo>
                    <a:lnTo>
                      <a:pt x="401" y="422"/>
                    </a:lnTo>
                    <a:lnTo>
                      <a:pt x="397" y="407"/>
                    </a:lnTo>
                    <a:lnTo>
                      <a:pt x="393" y="393"/>
                    </a:lnTo>
                    <a:lnTo>
                      <a:pt x="387" y="380"/>
                    </a:lnTo>
                    <a:lnTo>
                      <a:pt x="381" y="367"/>
                    </a:lnTo>
                    <a:lnTo>
                      <a:pt x="373" y="355"/>
                    </a:lnTo>
                    <a:lnTo>
                      <a:pt x="364" y="344"/>
                    </a:lnTo>
                    <a:lnTo>
                      <a:pt x="353" y="332"/>
                    </a:lnTo>
                    <a:lnTo>
                      <a:pt x="341" y="322"/>
                    </a:lnTo>
                    <a:lnTo>
                      <a:pt x="328" y="313"/>
                    </a:lnTo>
                    <a:lnTo>
                      <a:pt x="313" y="303"/>
                    </a:lnTo>
                    <a:lnTo>
                      <a:pt x="298" y="294"/>
                    </a:lnTo>
                    <a:lnTo>
                      <a:pt x="281" y="286"/>
                    </a:lnTo>
                    <a:lnTo>
                      <a:pt x="263" y="278"/>
                    </a:lnTo>
                    <a:lnTo>
                      <a:pt x="243" y="270"/>
                    </a:lnTo>
                    <a:lnTo>
                      <a:pt x="215" y="258"/>
                    </a:lnTo>
                    <a:lnTo>
                      <a:pt x="190" y="247"/>
                    </a:lnTo>
                    <a:lnTo>
                      <a:pt x="179" y="242"/>
                    </a:lnTo>
                    <a:lnTo>
                      <a:pt x="169" y="236"/>
                    </a:lnTo>
                    <a:lnTo>
                      <a:pt x="161" y="230"/>
                    </a:lnTo>
                    <a:lnTo>
                      <a:pt x="153" y="224"/>
                    </a:lnTo>
                    <a:lnTo>
                      <a:pt x="146" y="219"/>
                    </a:lnTo>
                    <a:lnTo>
                      <a:pt x="141" y="213"/>
                    </a:lnTo>
                    <a:lnTo>
                      <a:pt x="135" y="206"/>
                    </a:lnTo>
                    <a:lnTo>
                      <a:pt x="131" y="200"/>
                    </a:lnTo>
                    <a:lnTo>
                      <a:pt x="128" y="192"/>
                    </a:lnTo>
                    <a:lnTo>
                      <a:pt x="126" y="184"/>
                    </a:lnTo>
                    <a:lnTo>
                      <a:pt x="125" y="177"/>
                    </a:lnTo>
                    <a:lnTo>
                      <a:pt x="125" y="168"/>
                    </a:lnTo>
                    <a:lnTo>
                      <a:pt x="125" y="162"/>
                    </a:lnTo>
                    <a:lnTo>
                      <a:pt x="126" y="154"/>
                    </a:lnTo>
                    <a:lnTo>
                      <a:pt x="128" y="147"/>
                    </a:lnTo>
                    <a:lnTo>
                      <a:pt x="130" y="141"/>
                    </a:lnTo>
                    <a:lnTo>
                      <a:pt x="134" y="135"/>
                    </a:lnTo>
                    <a:lnTo>
                      <a:pt x="139" y="129"/>
                    </a:lnTo>
                    <a:lnTo>
                      <a:pt x="143" y="122"/>
                    </a:lnTo>
                    <a:lnTo>
                      <a:pt x="149" y="117"/>
                    </a:lnTo>
                    <a:lnTo>
                      <a:pt x="156" y="112"/>
                    </a:lnTo>
                    <a:lnTo>
                      <a:pt x="163" y="107"/>
                    </a:lnTo>
                    <a:lnTo>
                      <a:pt x="171" y="103"/>
                    </a:lnTo>
                    <a:lnTo>
                      <a:pt x="181" y="100"/>
                    </a:lnTo>
                    <a:lnTo>
                      <a:pt x="191" y="97"/>
                    </a:lnTo>
                    <a:lnTo>
                      <a:pt x="202" y="95"/>
                    </a:lnTo>
                    <a:lnTo>
                      <a:pt x="215" y="94"/>
                    </a:lnTo>
                    <a:lnTo>
                      <a:pt x="227" y="94"/>
                    </a:lnTo>
                    <a:lnTo>
                      <a:pt x="248" y="94"/>
                    </a:lnTo>
                    <a:lnTo>
                      <a:pt x="268" y="96"/>
                    </a:lnTo>
                    <a:lnTo>
                      <a:pt x="285" y="100"/>
                    </a:lnTo>
                    <a:lnTo>
                      <a:pt x="302" y="104"/>
                    </a:lnTo>
                    <a:lnTo>
                      <a:pt x="317" y="108"/>
                    </a:lnTo>
                    <a:lnTo>
                      <a:pt x="331" y="113"/>
                    </a:lnTo>
                    <a:lnTo>
                      <a:pt x="342" y="118"/>
                    </a:lnTo>
                    <a:lnTo>
                      <a:pt x="351" y="122"/>
                    </a:lnTo>
                    <a:lnTo>
                      <a:pt x="378" y="31"/>
                    </a:lnTo>
                    <a:lnTo>
                      <a:pt x="366" y="25"/>
                    </a:lnTo>
                    <a:lnTo>
                      <a:pt x="350" y="20"/>
                    </a:lnTo>
                    <a:lnTo>
                      <a:pt x="335" y="14"/>
                    </a:lnTo>
                    <a:lnTo>
                      <a:pt x="316" y="9"/>
                    </a:lnTo>
                    <a:lnTo>
                      <a:pt x="298" y="6"/>
                    </a:lnTo>
                    <a:lnTo>
                      <a:pt x="276" y="3"/>
                    </a:lnTo>
                    <a:lnTo>
                      <a:pt x="254" y="1"/>
                    </a:lnTo>
                    <a:lnTo>
                      <a:pt x="229" y="0"/>
                    </a:lnTo>
                    <a:lnTo>
                      <a:pt x="204" y="1"/>
                    </a:lnTo>
                    <a:lnTo>
                      <a:pt x="182" y="4"/>
                    </a:lnTo>
                    <a:lnTo>
                      <a:pt x="159" y="8"/>
                    </a:lnTo>
                    <a:lnTo>
                      <a:pt x="139" y="14"/>
                    </a:lnTo>
                    <a:lnTo>
                      <a:pt x="119" y="22"/>
                    </a:lnTo>
                    <a:lnTo>
                      <a:pt x="101" y="30"/>
                    </a:lnTo>
                    <a:lnTo>
                      <a:pt x="84" y="40"/>
                    </a:lnTo>
                    <a:lnTo>
                      <a:pt x="70" y="51"/>
                    </a:lnTo>
                    <a:lnTo>
                      <a:pt x="56" y="64"/>
                    </a:lnTo>
                    <a:lnTo>
                      <a:pt x="44" y="77"/>
                    </a:lnTo>
                    <a:lnTo>
                      <a:pt x="34" y="93"/>
                    </a:lnTo>
                    <a:lnTo>
                      <a:pt x="26" y="108"/>
                    </a:lnTo>
                    <a:lnTo>
                      <a:pt x="18" y="124"/>
                    </a:lnTo>
                    <a:lnTo>
                      <a:pt x="14" y="142"/>
                    </a:lnTo>
                    <a:lnTo>
                      <a:pt x="11" y="159"/>
                    </a:lnTo>
                    <a:lnTo>
                      <a:pt x="10" y="179"/>
                    </a:lnTo>
                    <a:lnTo>
                      <a:pt x="11" y="194"/>
                    </a:lnTo>
                    <a:lnTo>
                      <a:pt x="13" y="211"/>
                    </a:lnTo>
                    <a:lnTo>
                      <a:pt x="16" y="225"/>
                    </a:lnTo>
                    <a:lnTo>
                      <a:pt x="21" y="240"/>
                    </a:lnTo>
                    <a:lnTo>
                      <a:pt x="29" y="253"/>
                    </a:lnTo>
                    <a:lnTo>
                      <a:pt x="36" y="265"/>
                    </a:lnTo>
                    <a:lnTo>
                      <a:pt x="45" y="277"/>
                    </a:lnTo>
                    <a:lnTo>
                      <a:pt x="55" y="288"/>
                    </a:lnTo>
                    <a:lnTo>
                      <a:pt x="67" y="299"/>
                    </a:lnTo>
                    <a:lnTo>
                      <a:pt x="80" y="310"/>
                    </a:lnTo>
                    <a:lnTo>
                      <a:pt x="93" y="319"/>
                    </a:lnTo>
                    <a:lnTo>
                      <a:pt x="109" y="328"/>
                    </a:lnTo>
                    <a:lnTo>
                      <a:pt x="124" y="336"/>
                    </a:lnTo>
                    <a:lnTo>
                      <a:pt x="142" y="345"/>
                    </a:lnTo>
                    <a:lnTo>
                      <a:pt x="159" y="352"/>
                    </a:lnTo>
                    <a:lnTo>
                      <a:pt x="178" y="359"/>
                    </a:lnTo>
                    <a:lnTo>
                      <a:pt x="205" y="369"/>
                    </a:lnTo>
                    <a:lnTo>
                      <a:pt x="228" y="381"/>
                    </a:lnTo>
                    <a:lnTo>
                      <a:pt x="238" y="386"/>
                    </a:lnTo>
                    <a:lnTo>
                      <a:pt x="247" y="392"/>
                    </a:lnTo>
                    <a:lnTo>
                      <a:pt x="255" y="397"/>
                    </a:lnTo>
                    <a:lnTo>
                      <a:pt x="262" y="403"/>
                    </a:lnTo>
                    <a:lnTo>
                      <a:pt x="268" y="409"/>
                    </a:lnTo>
                    <a:lnTo>
                      <a:pt x="273" y="417"/>
                    </a:lnTo>
                    <a:lnTo>
                      <a:pt x="278" y="423"/>
                    </a:lnTo>
                    <a:lnTo>
                      <a:pt x="281" y="430"/>
                    </a:lnTo>
                    <a:lnTo>
                      <a:pt x="284" y="437"/>
                    </a:lnTo>
                    <a:lnTo>
                      <a:pt x="287" y="445"/>
                    </a:lnTo>
                    <a:lnTo>
                      <a:pt x="288" y="454"/>
                    </a:lnTo>
                    <a:lnTo>
                      <a:pt x="288" y="462"/>
                    </a:lnTo>
                    <a:lnTo>
                      <a:pt x="288" y="471"/>
                    </a:lnTo>
                    <a:lnTo>
                      <a:pt x="285" y="480"/>
                    </a:lnTo>
                    <a:lnTo>
                      <a:pt x="283" y="489"/>
                    </a:lnTo>
                    <a:lnTo>
                      <a:pt x="280" y="497"/>
                    </a:lnTo>
                    <a:lnTo>
                      <a:pt x="276" y="504"/>
                    </a:lnTo>
                    <a:lnTo>
                      <a:pt x="271" y="511"/>
                    </a:lnTo>
                    <a:lnTo>
                      <a:pt x="265" y="517"/>
                    </a:lnTo>
                    <a:lnTo>
                      <a:pt x="259" y="524"/>
                    </a:lnTo>
                    <a:lnTo>
                      <a:pt x="251" y="529"/>
                    </a:lnTo>
                    <a:lnTo>
                      <a:pt x="242" y="533"/>
                    </a:lnTo>
                    <a:lnTo>
                      <a:pt x="233" y="537"/>
                    </a:lnTo>
                    <a:lnTo>
                      <a:pt x="223" y="540"/>
                    </a:lnTo>
                    <a:lnTo>
                      <a:pt x="213" y="543"/>
                    </a:lnTo>
                    <a:lnTo>
                      <a:pt x="200" y="545"/>
                    </a:lnTo>
                    <a:lnTo>
                      <a:pt x="188" y="546"/>
                    </a:lnTo>
                    <a:lnTo>
                      <a:pt x="175" y="546"/>
                    </a:lnTo>
                    <a:lnTo>
                      <a:pt x="154" y="546"/>
                    </a:lnTo>
                    <a:lnTo>
                      <a:pt x="132" y="543"/>
                    </a:lnTo>
                    <a:lnTo>
                      <a:pt x="112" y="540"/>
                    </a:lnTo>
                    <a:lnTo>
                      <a:pt x="92" y="535"/>
                    </a:lnTo>
                    <a:lnTo>
                      <a:pt x="74" y="529"/>
                    </a:lnTo>
                    <a:lnTo>
                      <a:pt x="56" y="523"/>
                    </a:lnTo>
                    <a:lnTo>
                      <a:pt x="40" y="514"/>
                    </a:lnTo>
                    <a:lnTo>
                      <a:pt x="26" y="507"/>
                    </a:lnTo>
                    <a:lnTo>
                      <a:pt x="0" y="601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solidFill>
                    <a:schemeClr val="bg1"/>
                  </a:solidFill>
                  <a:latin typeface="Myriad Pro"/>
                </a:endParaRPr>
              </a:p>
            </p:txBody>
          </p:sp>
          <p:sp>
            <p:nvSpPr>
              <p:cNvPr id="178" name="Freeform 177"/>
              <p:cNvSpPr>
                <a:spLocks noEditPoints="1"/>
              </p:cNvSpPr>
              <p:nvPr userDrawn="1"/>
            </p:nvSpPr>
            <p:spPr bwMode="auto">
              <a:xfrm>
                <a:off x="1323430" y="339059"/>
                <a:ext cx="838843" cy="90467"/>
              </a:xfrm>
              <a:custGeom>
                <a:avLst/>
                <a:gdLst/>
                <a:ahLst/>
                <a:cxnLst>
                  <a:cxn ang="0">
                    <a:pos x="5506" y="10"/>
                  </a:cxn>
                  <a:cxn ang="0">
                    <a:pos x="5169" y="544"/>
                  </a:cxn>
                  <a:cxn ang="0">
                    <a:pos x="5029" y="477"/>
                  </a:cxn>
                  <a:cxn ang="0">
                    <a:pos x="4982" y="270"/>
                  </a:cxn>
                  <a:cxn ang="0">
                    <a:pos x="5063" y="133"/>
                  </a:cxn>
                  <a:cxn ang="0">
                    <a:pos x="5293" y="109"/>
                  </a:cxn>
                  <a:cxn ang="0">
                    <a:pos x="5122" y="6"/>
                  </a:cxn>
                  <a:cxn ang="0">
                    <a:pos x="4924" y="122"/>
                  </a:cxn>
                  <a:cxn ang="0">
                    <a:pos x="4861" y="362"/>
                  </a:cxn>
                  <a:cxn ang="0">
                    <a:pos x="4955" y="565"/>
                  </a:cxn>
                  <a:cxn ang="0">
                    <a:pos x="5175" y="641"/>
                  </a:cxn>
                  <a:cxn ang="0">
                    <a:pos x="4373" y="269"/>
                  </a:cxn>
                  <a:cxn ang="0">
                    <a:pos x="4761" y="631"/>
                  </a:cxn>
                  <a:cxn ang="0">
                    <a:pos x="4630" y="407"/>
                  </a:cxn>
                  <a:cxn ang="0">
                    <a:pos x="3905" y="100"/>
                  </a:cxn>
                  <a:cxn ang="0">
                    <a:pos x="3809" y="456"/>
                  </a:cxn>
                  <a:cxn ang="0">
                    <a:pos x="3020" y="10"/>
                  </a:cxn>
                  <a:cxn ang="0">
                    <a:pos x="2324" y="528"/>
                  </a:cxn>
                  <a:cxn ang="0">
                    <a:pos x="2455" y="633"/>
                  </a:cxn>
                  <a:cxn ang="0">
                    <a:pos x="2663" y="610"/>
                  </a:cxn>
                  <a:cxn ang="0">
                    <a:pos x="2767" y="461"/>
                  </a:cxn>
                  <a:cxn ang="0">
                    <a:pos x="2644" y="481"/>
                  </a:cxn>
                  <a:cxn ang="0">
                    <a:pos x="2470" y="533"/>
                  </a:cxn>
                  <a:cxn ang="0">
                    <a:pos x="1803" y="609"/>
                  </a:cxn>
                  <a:cxn ang="0">
                    <a:pos x="2082" y="617"/>
                  </a:cxn>
                  <a:cxn ang="0">
                    <a:pos x="2191" y="472"/>
                  </a:cxn>
                  <a:cxn ang="0">
                    <a:pos x="2070" y="286"/>
                  </a:cxn>
                  <a:cxn ang="0">
                    <a:pos x="1914" y="177"/>
                  </a:cxn>
                  <a:cxn ang="0">
                    <a:pos x="1991" y="95"/>
                  </a:cxn>
                  <a:cxn ang="0">
                    <a:pos x="2106" y="9"/>
                  </a:cxn>
                  <a:cxn ang="0">
                    <a:pos x="1823" y="93"/>
                  </a:cxn>
                  <a:cxn ang="0">
                    <a:pos x="1869" y="310"/>
                  </a:cxn>
                  <a:cxn ang="0">
                    <a:pos x="2067" y="423"/>
                  </a:cxn>
                  <a:cxn ang="0">
                    <a:pos x="2031" y="533"/>
                  </a:cxn>
                  <a:cxn ang="0">
                    <a:pos x="1789" y="601"/>
                  </a:cxn>
                  <a:cxn ang="0">
                    <a:pos x="1348" y="251"/>
                  </a:cxn>
                  <a:cxn ang="0">
                    <a:pos x="1587" y="422"/>
                  </a:cxn>
                  <a:cxn ang="0">
                    <a:pos x="1300" y="631"/>
                  </a:cxn>
                  <a:cxn ang="0">
                    <a:pos x="679" y="482"/>
                  </a:cxn>
                  <a:cxn ang="0">
                    <a:pos x="668" y="177"/>
                  </a:cxn>
                  <a:cxn ang="0">
                    <a:pos x="807" y="91"/>
                  </a:cxn>
                  <a:cxn ang="0">
                    <a:pos x="944" y="177"/>
                  </a:cxn>
                  <a:cxn ang="0">
                    <a:pos x="933" y="482"/>
                  </a:cxn>
                  <a:cxn ang="0">
                    <a:pos x="804" y="550"/>
                  </a:cxn>
                  <a:cxn ang="0">
                    <a:pos x="993" y="575"/>
                  </a:cxn>
                  <a:cxn ang="0">
                    <a:pos x="1094" y="370"/>
                  </a:cxn>
                  <a:cxn ang="0">
                    <a:pos x="1054" y="137"/>
                  </a:cxn>
                  <a:cxn ang="0">
                    <a:pos x="890" y="9"/>
                  </a:cxn>
                  <a:cxn ang="0">
                    <a:pos x="665" y="37"/>
                  </a:cxn>
                  <a:cxn ang="0">
                    <a:pos x="531" y="209"/>
                  </a:cxn>
                  <a:cxn ang="0">
                    <a:pos x="535" y="452"/>
                  </a:cxn>
                  <a:cxn ang="0">
                    <a:pos x="670" y="611"/>
                  </a:cxn>
                  <a:cxn ang="0">
                    <a:pos x="403" y="539"/>
                  </a:cxn>
                  <a:cxn ang="0">
                    <a:pos x="216" y="516"/>
                  </a:cxn>
                  <a:cxn ang="0">
                    <a:pos x="123" y="371"/>
                  </a:cxn>
                  <a:cxn ang="0">
                    <a:pos x="160" y="176"/>
                  </a:cxn>
                  <a:cxn ang="0">
                    <a:pos x="337" y="94"/>
                  </a:cxn>
                  <a:cxn ang="0">
                    <a:pos x="383" y="3"/>
                  </a:cxn>
                  <a:cxn ang="0">
                    <a:pos x="130" y="59"/>
                  </a:cxn>
                  <a:cxn ang="0">
                    <a:pos x="6" y="255"/>
                  </a:cxn>
                  <a:cxn ang="0">
                    <a:pos x="41" y="497"/>
                  </a:cxn>
                  <a:cxn ang="0">
                    <a:pos x="215" y="628"/>
                  </a:cxn>
                  <a:cxn ang="0">
                    <a:pos x="458" y="523"/>
                  </a:cxn>
                </a:cxnLst>
                <a:rect l="0" t="0" r="r" b="b"/>
                <a:pathLst>
                  <a:path w="5893" h="641">
                    <a:moveTo>
                      <a:pt x="5686" y="631"/>
                    </a:moveTo>
                    <a:lnTo>
                      <a:pt x="5686" y="369"/>
                    </a:lnTo>
                    <a:lnTo>
                      <a:pt x="5893" y="10"/>
                    </a:lnTo>
                    <a:lnTo>
                      <a:pt x="5764" y="10"/>
                    </a:lnTo>
                    <a:lnTo>
                      <a:pt x="5690" y="169"/>
                    </a:lnTo>
                    <a:lnTo>
                      <a:pt x="5675" y="202"/>
                    </a:lnTo>
                    <a:lnTo>
                      <a:pt x="5661" y="232"/>
                    </a:lnTo>
                    <a:lnTo>
                      <a:pt x="5648" y="262"/>
                    </a:lnTo>
                    <a:lnTo>
                      <a:pt x="5636" y="292"/>
                    </a:lnTo>
                    <a:lnTo>
                      <a:pt x="5635" y="292"/>
                    </a:lnTo>
                    <a:lnTo>
                      <a:pt x="5621" y="261"/>
                    </a:lnTo>
                    <a:lnTo>
                      <a:pt x="5609" y="232"/>
                    </a:lnTo>
                    <a:lnTo>
                      <a:pt x="5596" y="202"/>
                    </a:lnTo>
                    <a:lnTo>
                      <a:pt x="5580" y="170"/>
                    </a:lnTo>
                    <a:lnTo>
                      <a:pt x="5506" y="10"/>
                    </a:lnTo>
                    <a:lnTo>
                      <a:pt x="5377" y="10"/>
                    </a:lnTo>
                    <a:lnTo>
                      <a:pt x="5573" y="372"/>
                    </a:lnTo>
                    <a:lnTo>
                      <a:pt x="5573" y="631"/>
                    </a:lnTo>
                    <a:lnTo>
                      <a:pt x="5686" y="631"/>
                    </a:lnTo>
                    <a:close/>
                    <a:moveTo>
                      <a:pt x="5318" y="523"/>
                    </a:moveTo>
                    <a:lnTo>
                      <a:pt x="5306" y="528"/>
                    </a:lnTo>
                    <a:lnTo>
                      <a:pt x="5293" y="532"/>
                    </a:lnTo>
                    <a:lnTo>
                      <a:pt x="5277" y="536"/>
                    </a:lnTo>
                    <a:lnTo>
                      <a:pt x="5262" y="539"/>
                    </a:lnTo>
                    <a:lnTo>
                      <a:pt x="5245" y="542"/>
                    </a:lnTo>
                    <a:lnTo>
                      <a:pt x="5229" y="544"/>
                    </a:lnTo>
                    <a:lnTo>
                      <a:pt x="5211" y="545"/>
                    </a:lnTo>
                    <a:lnTo>
                      <a:pt x="5194" y="545"/>
                    </a:lnTo>
                    <a:lnTo>
                      <a:pt x="5182" y="545"/>
                    </a:lnTo>
                    <a:lnTo>
                      <a:pt x="5169" y="544"/>
                    </a:lnTo>
                    <a:lnTo>
                      <a:pt x="5157" y="543"/>
                    </a:lnTo>
                    <a:lnTo>
                      <a:pt x="5146" y="541"/>
                    </a:lnTo>
                    <a:lnTo>
                      <a:pt x="5134" y="539"/>
                    </a:lnTo>
                    <a:lnTo>
                      <a:pt x="5124" y="537"/>
                    </a:lnTo>
                    <a:lnTo>
                      <a:pt x="5113" y="534"/>
                    </a:lnTo>
                    <a:lnTo>
                      <a:pt x="5104" y="530"/>
                    </a:lnTo>
                    <a:lnTo>
                      <a:pt x="5093" y="526"/>
                    </a:lnTo>
                    <a:lnTo>
                      <a:pt x="5084" y="522"/>
                    </a:lnTo>
                    <a:lnTo>
                      <a:pt x="5075" y="516"/>
                    </a:lnTo>
                    <a:lnTo>
                      <a:pt x="5067" y="511"/>
                    </a:lnTo>
                    <a:lnTo>
                      <a:pt x="5057" y="505"/>
                    </a:lnTo>
                    <a:lnTo>
                      <a:pt x="5050" y="499"/>
                    </a:lnTo>
                    <a:lnTo>
                      <a:pt x="5042" y="492"/>
                    </a:lnTo>
                    <a:lnTo>
                      <a:pt x="5036" y="486"/>
                    </a:lnTo>
                    <a:lnTo>
                      <a:pt x="5029" y="477"/>
                    </a:lnTo>
                    <a:lnTo>
                      <a:pt x="5022" y="470"/>
                    </a:lnTo>
                    <a:lnTo>
                      <a:pt x="5016" y="462"/>
                    </a:lnTo>
                    <a:lnTo>
                      <a:pt x="5011" y="453"/>
                    </a:lnTo>
                    <a:lnTo>
                      <a:pt x="5006" y="443"/>
                    </a:lnTo>
                    <a:lnTo>
                      <a:pt x="5001" y="434"/>
                    </a:lnTo>
                    <a:lnTo>
                      <a:pt x="4997" y="425"/>
                    </a:lnTo>
                    <a:lnTo>
                      <a:pt x="4993" y="415"/>
                    </a:lnTo>
                    <a:lnTo>
                      <a:pt x="4986" y="393"/>
                    </a:lnTo>
                    <a:lnTo>
                      <a:pt x="4982" y="371"/>
                    </a:lnTo>
                    <a:lnTo>
                      <a:pt x="4979" y="347"/>
                    </a:lnTo>
                    <a:lnTo>
                      <a:pt x="4978" y="322"/>
                    </a:lnTo>
                    <a:lnTo>
                      <a:pt x="4979" y="309"/>
                    </a:lnTo>
                    <a:lnTo>
                      <a:pt x="4979" y="295"/>
                    </a:lnTo>
                    <a:lnTo>
                      <a:pt x="4981" y="282"/>
                    </a:lnTo>
                    <a:lnTo>
                      <a:pt x="4982" y="270"/>
                    </a:lnTo>
                    <a:lnTo>
                      <a:pt x="4985" y="257"/>
                    </a:lnTo>
                    <a:lnTo>
                      <a:pt x="4987" y="246"/>
                    </a:lnTo>
                    <a:lnTo>
                      <a:pt x="4991" y="235"/>
                    </a:lnTo>
                    <a:lnTo>
                      <a:pt x="4995" y="223"/>
                    </a:lnTo>
                    <a:lnTo>
                      <a:pt x="4999" y="213"/>
                    </a:lnTo>
                    <a:lnTo>
                      <a:pt x="5004" y="203"/>
                    </a:lnTo>
                    <a:lnTo>
                      <a:pt x="5008" y="193"/>
                    </a:lnTo>
                    <a:lnTo>
                      <a:pt x="5014" y="184"/>
                    </a:lnTo>
                    <a:lnTo>
                      <a:pt x="5019" y="176"/>
                    </a:lnTo>
                    <a:lnTo>
                      <a:pt x="5026" y="168"/>
                    </a:lnTo>
                    <a:lnTo>
                      <a:pt x="5033" y="159"/>
                    </a:lnTo>
                    <a:lnTo>
                      <a:pt x="5040" y="152"/>
                    </a:lnTo>
                    <a:lnTo>
                      <a:pt x="5047" y="145"/>
                    </a:lnTo>
                    <a:lnTo>
                      <a:pt x="5055" y="139"/>
                    </a:lnTo>
                    <a:lnTo>
                      <a:pt x="5063" y="133"/>
                    </a:lnTo>
                    <a:lnTo>
                      <a:pt x="5072" y="127"/>
                    </a:lnTo>
                    <a:lnTo>
                      <a:pt x="5080" y="121"/>
                    </a:lnTo>
                    <a:lnTo>
                      <a:pt x="5089" y="117"/>
                    </a:lnTo>
                    <a:lnTo>
                      <a:pt x="5098" y="112"/>
                    </a:lnTo>
                    <a:lnTo>
                      <a:pt x="5109" y="109"/>
                    </a:lnTo>
                    <a:lnTo>
                      <a:pt x="5129" y="102"/>
                    </a:lnTo>
                    <a:lnTo>
                      <a:pt x="5150" y="98"/>
                    </a:lnTo>
                    <a:lnTo>
                      <a:pt x="5172" y="95"/>
                    </a:lnTo>
                    <a:lnTo>
                      <a:pt x="5196" y="94"/>
                    </a:lnTo>
                    <a:lnTo>
                      <a:pt x="5215" y="95"/>
                    </a:lnTo>
                    <a:lnTo>
                      <a:pt x="5232" y="96"/>
                    </a:lnTo>
                    <a:lnTo>
                      <a:pt x="5248" y="98"/>
                    </a:lnTo>
                    <a:lnTo>
                      <a:pt x="5264" y="101"/>
                    </a:lnTo>
                    <a:lnTo>
                      <a:pt x="5279" y="105"/>
                    </a:lnTo>
                    <a:lnTo>
                      <a:pt x="5293" y="109"/>
                    </a:lnTo>
                    <a:lnTo>
                      <a:pt x="5305" y="113"/>
                    </a:lnTo>
                    <a:lnTo>
                      <a:pt x="5316" y="118"/>
                    </a:lnTo>
                    <a:lnTo>
                      <a:pt x="5341" y="28"/>
                    </a:lnTo>
                    <a:lnTo>
                      <a:pt x="5332" y="24"/>
                    </a:lnTo>
                    <a:lnTo>
                      <a:pt x="5318" y="19"/>
                    </a:lnTo>
                    <a:lnTo>
                      <a:pt x="5303" y="13"/>
                    </a:lnTo>
                    <a:lnTo>
                      <a:pt x="5285" y="9"/>
                    </a:lnTo>
                    <a:lnTo>
                      <a:pt x="5265" y="6"/>
                    </a:lnTo>
                    <a:lnTo>
                      <a:pt x="5242" y="3"/>
                    </a:lnTo>
                    <a:lnTo>
                      <a:pt x="5218" y="1"/>
                    </a:lnTo>
                    <a:lnTo>
                      <a:pt x="5191" y="0"/>
                    </a:lnTo>
                    <a:lnTo>
                      <a:pt x="5173" y="1"/>
                    </a:lnTo>
                    <a:lnTo>
                      <a:pt x="5156" y="2"/>
                    </a:lnTo>
                    <a:lnTo>
                      <a:pt x="5139" y="4"/>
                    </a:lnTo>
                    <a:lnTo>
                      <a:pt x="5122" y="6"/>
                    </a:lnTo>
                    <a:lnTo>
                      <a:pt x="5106" y="9"/>
                    </a:lnTo>
                    <a:lnTo>
                      <a:pt x="5090" y="13"/>
                    </a:lnTo>
                    <a:lnTo>
                      <a:pt x="5075" y="17"/>
                    </a:lnTo>
                    <a:lnTo>
                      <a:pt x="5059" y="23"/>
                    </a:lnTo>
                    <a:lnTo>
                      <a:pt x="5045" y="29"/>
                    </a:lnTo>
                    <a:lnTo>
                      <a:pt x="5031" y="35"/>
                    </a:lnTo>
                    <a:lnTo>
                      <a:pt x="5016" y="42"/>
                    </a:lnTo>
                    <a:lnTo>
                      <a:pt x="5003" y="50"/>
                    </a:lnTo>
                    <a:lnTo>
                      <a:pt x="4989" y="59"/>
                    </a:lnTo>
                    <a:lnTo>
                      <a:pt x="4977" y="68"/>
                    </a:lnTo>
                    <a:lnTo>
                      <a:pt x="4966" y="77"/>
                    </a:lnTo>
                    <a:lnTo>
                      <a:pt x="4955" y="87"/>
                    </a:lnTo>
                    <a:lnTo>
                      <a:pt x="4943" y="99"/>
                    </a:lnTo>
                    <a:lnTo>
                      <a:pt x="4933" y="110"/>
                    </a:lnTo>
                    <a:lnTo>
                      <a:pt x="4924" y="122"/>
                    </a:lnTo>
                    <a:lnTo>
                      <a:pt x="4914" y="135"/>
                    </a:lnTo>
                    <a:lnTo>
                      <a:pt x="4906" y="148"/>
                    </a:lnTo>
                    <a:lnTo>
                      <a:pt x="4898" y="162"/>
                    </a:lnTo>
                    <a:lnTo>
                      <a:pt x="4891" y="176"/>
                    </a:lnTo>
                    <a:lnTo>
                      <a:pt x="4885" y="190"/>
                    </a:lnTo>
                    <a:lnTo>
                      <a:pt x="4879" y="206"/>
                    </a:lnTo>
                    <a:lnTo>
                      <a:pt x="4873" y="222"/>
                    </a:lnTo>
                    <a:lnTo>
                      <a:pt x="4869" y="239"/>
                    </a:lnTo>
                    <a:lnTo>
                      <a:pt x="4866" y="255"/>
                    </a:lnTo>
                    <a:lnTo>
                      <a:pt x="4863" y="273"/>
                    </a:lnTo>
                    <a:lnTo>
                      <a:pt x="4861" y="290"/>
                    </a:lnTo>
                    <a:lnTo>
                      <a:pt x="4860" y="309"/>
                    </a:lnTo>
                    <a:lnTo>
                      <a:pt x="4859" y="328"/>
                    </a:lnTo>
                    <a:lnTo>
                      <a:pt x="4860" y="346"/>
                    </a:lnTo>
                    <a:lnTo>
                      <a:pt x="4861" y="362"/>
                    </a:lnTo>
                    <a:lnTo>
                      <a:pt x="4862" y="380"/>
                    </a:lnTo>
                    <a:lnTo>
                      <a:pt x="4865" y="395"/>
                    </a:lnTo>
                    <a:lnTo>
                      <a:pt x="4868" y="412"/>
                    </a:lnTo>
                    <a:lnTo>
                      <a:pt x="4871" y="427"/>
                    </a:lnTo>
                    <a:lnTo>
                      <a:pt x="4876" y="441"/>
                    </a:lnTo>
                    <a:lnTo>
                      <a:pt x="4881" y="457"/>
                    </a:lnTo>
                    <a:lnTo>
                      <a:pt x="4887" y="470"/>
                    </a:lnTo>
                    <a:lnTo>
                      <a:pt x="4893" y="484"/>
                    </a:lnTo>
                    <a:lnTo>
                      <a:pt x="4900" y="497"/>
                    </a:lnTo>
                    <a:lnTo>
                      <a:pt x="4907" y="509"/>
                    </a:lnTo>
                    <a:lnTo>
                      <a:pt x="4915" y="522"/>
                    </a:lnTo>
                    <a:lnTo>
                      <a:pt x="4925" y="534"/>
                    </a:lnTo>
                    <a:lnTo>
                      <a:pt x="4934" y="544"/>
                    </a:lnTo>
                    <a:lnTo>
                      <a:pt x="4943" y="555"/>
                    </a:lnTo>
                    <a:lnTo>
                      <a:pt x="4955" y="565"/>
                    </a:lnTo>
                    <a:lnTo>
                      <a:pt x="4965" y="574"/>
                    </a:lnTo>
                    <a:lnTo>
                      <a:pt x="4977" y="583"/>
                    </a:lnTo>
                    <a:lnTo>
                      <a:pt x="4989" y="592"/>
                    </a:lnTo>
                    <a:lnTo>
                      <a:pt x="5002" y="599"/>
                    </a:lnTo>
                    <a:lnTo>
                      <a:pt x="5015" y="606"/>
                    </a:lnTo>
                    <a:lnTo>
                      <a:pt x="5029" y="612"/>
                    </a:lnTo>
                    <a:lnTo>
                      <a:pt x="5043" y="618"/>
                    </a:lnTo>
                    <a:lnTo>
                      <a:pt x="5058" y="623"/>
                    </a:lnTo>
                    <a:lnTo>
                      <a:pt x="5074" y="628"/>
                    </a:lnTo>
                    <a:lnTo>
                      <a:pt x="5089" y="632"/>
                    </a:lnTo>
                    <a:lnTo>
                      <a:pt x="5106" y="635"/>
                    </a:lnTo>
                    <a:lnTo>
                      <a:pt x="5122" y="637"/>
                    </a:lnTo>
                    <a:lnTo>
                      <a:pt x="5139" y="639"/>
                    </a:lnTo>
                    <a:lnTo>
                      <a:pt x="5158" y="640"/>
                    </a:lnTo>
                    <a:lnTo>
                      <a:pt x="5175" y="641"/>
                    </a:lnTo>
                    <a:lnTo>
                      <a:pt x="5203" y="640"/>
                    </a:lnTo>
                    <a:lnTo>
                      <a:pt x="5229" y="638"/>
                    </a:lnTo>
                    <a:lnTo>
                      <a:pt x="5253" y="635"/>
                    </a:lnTo>
                    <a:lnTo>
                      <a:pt x="5274" y="632"/>
                    </a:lnTo>
                    <a:lnTo>
                      <a:pt x="5294" y="628"/>
                    </a:lnTo>
                    <a:lnTo>
                      <a:pt x="5310" y="622"/>
                    </a:lnTo>
                    <a:lnTo>
                      <a:pt x="5324" y="617"/>
                    </a:lnTo>
                    <a:lnTo>
                      <a:pt x="5337" y="612"/>
                    </a:lnTo>
                    <a:lnTo>
                      <a:pt x="5318" y="523"/>
                    </a:lnTo>
                    <a:close/>
                    <a:moveTo>
                      <a:pt x="4374" y="631"/>
                    </a:moveTo>
                    <a:lnTo>
                      <a:pt x="4374" y="408"/>
                    </a:lnTo>
                    <a:lnTo>
                      <a:pt x="4374" y="371"/>
                    </a:lnTo>
                    <a:lnTo>
                      <a:pt x="4374" y="335"/>
                    </a:lnTo>
                    <a:lnTo>
                      <a:pt x="4374" y="301"/>
                    </a:lnTo>
                    <a:lnTo>
                      <a:pt x="4373" y="269"/>
                    </a:lnTo>
                    <a:lnTo>
                      <a:pt x="4372" y="237"/>
                    </a:lnTo>
                    <a:lnTo>
                      <a:pt x="4371" y="205"/>
                    </a:lnTo>
                    <a:lnTo>
                      <a:pt x="4370" y="175"/>
                    </a:lnTo>
                    <a:lnTo>
                      <a:pt x="4369" y="144"/>
                    </a:lnTo>
                    <a:lnTo>
                      <a:pt x="4371" y="144"/>
                    </a:lnTo>
                    <a:lnTo>
                      <a:pt x="4383" y="170"/>
                    </a:lnTo>
                    <a:lnTo>
                      <a:pt x="4396" y="198"/>
                    </a:lnTo>
                    <a:lnTo>
                      <a:pt x="4410" y="224"/>
                    </a:lnTo>
                    <a:lnTo>
                      <a:pt x="4423" y="251"/>
                    </a:lnTo>
                    <a:lnTo>
                      <a:pt x="4438" y="279"/>
                    </a:lnTo>
                    <a:lnTo>
                      <a:pt x="4453" y="306"/>
                    </a:lnTo>
                    <a:lnTo>
                      <a:pt x="4468" y="332"/>
                    </a:lnTo>
                    <a:lnTo>
                      <a:pt x="4483" y="358"/>
                    </a:lnTo>
                    <a:lnTo>
                      <a:pt x="4644" y="631"/>
                    </a:lnTo>
                    <a:lnTo>
                      <a:pt x="4761" y="631"/>
                    </a:lnTo>
                    <a:lnTo>
                      <a:pt x="4761" y="10"/>
                    </a:lnTo>
                    <a:lnTo>
                      <a:pt x="4657" y="10"/>
                    </a:lnTo>
                    <a:lnTo>
                      <a:pt x="4657" y="226"/>
                    </a:lnTo>
                    <a:lnTo>
                      <a:pt x="4657" y="261"/>
                    </a:lnTo>
                    <a:lnTo>
                      <a:pt x="4658" y="295"/>
                    </a:lnTo>
                    <a:lnTo>
                      <a:pt x="4658" y="328"/>
                    </a:lnTo>
                    <a:lnTo>
                      <a:pt x="4659" y="360"/>
                    </a:lnTo>
                    <a:lnTo>
                      <a:pt x="4661" y="391"/>
                    </a:lnTo>
                    <a:lnTo>
                      <a:pt x="4662" y="422"/>
                    </a:lnTo>
                    <a:lnTo>
                      <a:pt x="4665" y="453"/>
                    </a:lnTo>
                    <a:lnTo>
                      <a:pt x="4667" y="484"/>
                    </a:lnTo>
                    <a:lnTo>
                      <a:pt x="4665" y="485"/>
                    </a:lnTo>
                    <a:lnTo>
                      <a:pt x="4653" y="459"/>
                    </a:lnTo>
                    <a:lnTo>
                      <a:pt x="4642" y="433"/>
                    </a:lnTo>
                    <a:lnTo>
                      <a:pt x="4630" y="407"/>
                    </a:lnTo>
                    <a:lnTo>
                      <a:pt x="4616" y="381"/>
                    </a:lnTo>
                    <a:lnTo>
                      <a:pt x="4603" y="355"/>
                    </a:lnTo>
                    <a:lnTo>
                      <a:pt x="4589" y="328"/>
                    </a:lnTo>
                    <a:lnTo>
                      <a:pt x="4574" y="302"/>
                    </a:lnTo>
                    <a:lnTo>
                      <a:pt x="4559" y="277"/>
                    </a:lnTo>
                    <a:lnTo>
                      <a:pt x="4399" y="10"/>
                    </a:lnTo>
                    <a:lnTo>
                      <a:pt x="4270" y="10"/>
                    </a:lnTo>
                    <a:lnTo>
                      <a:pt x="4270" y="631"/>
                    </a:lnTo>
                    <a:lnTo>
                      <a:pt x="4374" y="631"/>
                    </a:lnTo>
                    <a:close/>
                    <a:moveTo>
                      <a:pt x="3827" y="369"/>
                    </a:moveTo>
                    <a:lnTo>
                      <a:pt x="3876" y="216"/>
                    </a:lnTo>
                    <a:lnTo>
                      <a:pt x="3884" y="187"/>
                    </a:lnTo>
                    <a:lnTo>
                      <a:pt x="3891" y="158"/>
                    </a:lnTo>
                    <a:lnTo>
                      <a:pt x="3898" y="129"/>
                    </a:lnTo>
                    <a:lnTo>
                      <a:pt x="3905" y="100"/>
                    </a:lnTo>
                    <a:lnTo>
                      <a:pt x="3908" y="100"/>
                    </a:lnTo>
                    <a:lnTo>
                      <a:pt x="3915" y="128"/>
                    </a:lnTo>
                    <a:lnTo>
                      <a:pt x="3922" y="157"/>
                    </a:lnTo>
                    <a:lnTo>
                      <a:pt x="3930" y="187"/>
                    </a:lnTo>
                    <a:lnTo>
                      <a:pt x="3938" y="217"/>
                    </a:lnTo>
                    <a:lnTo>
                      <a:pt x="3988" y="369"/>
                    </a:lnTo>
                    <a:lnTo>
                      <a:pt x="3827" y="369"/>
                    </a:lnTo>
                    <a:close/>
                    <a:moveTo>
                      <a:pt x="4006" y="456"/>
                    </a:moveTo>
                    <a:lnTo>
                      <a:pt x="4063" y="631"/>
                    </a:lnTo>
                    <a:lnTo>
                      <a:pt x="4184" y="631"/>
                    </a:lnTo>
                    <a:lnTo>
                      <a:pt x="3983" y="10"/>
                    </a:lnTo>
                    <a:lnTo>
                      <a:pt x="3839" y="10"/>
                    </a:lnTo>
                    <a:lnTo>
                      <a:pt x="3639" y="631"/>
                    </a:lnTo>
                    <a:lnTo>
                      <a:pt x="3756" y="631"/>
                    </a:lnTo>
                    <a:lnTo>
                      <a:pt x="3809" y="456"/>
                    </a:lnTo>
                    <a:lnTo>
                      <a:pt x="4006" y="456"/>
                    </a:lnTo>
                    <a:close/>
                    <a:moveTo>
                      <a:pt x="3389" y="631"/>
                    </a:moveTo>
                    <a:lnTo>
                      <a:pt x="3502" y="631"/>
                    </a:lnTo>
                    <a:lnTo>
                      <a:pt x="3502" y="105"/>
                    </a:lnTo>
                    <a:lnTo>
                      <a:pt x="3680" y="105"/>
                    </a:lnTo>
                    <a:lnTo>
                      <a:pt x="3680" y="10"/>
                    </a:lnTo>
                    <a:lnTo>
                      <a:pt x="3211" y="10"/>
                    </a:lnTo>
                    <a:lnTo>
                      <a:pt x="3211" y="105"/>
                    </a:lnTo>
                    <a:lnTo>
                      <a:pt x="3389" y="105"/>
                    </a:lnTo>
                    <a:lnTo>
                      <a:pt x="3389" y="631"/>
                    </a:lnTo>
                    <a:close/>
                    <a:moveTo>
                      <a:pt x="2906" y="631"/>
                    </a:moveTo>
                    <a:lnTo>
                      <a:pt x="3275" y="631"/>
                    </a:lnTo>
                    <a:lnTo>
                      <a:pt x="3275" y="536"/>
                    </a:lnTo>
                    <a:lnTo>
                      <a:pt x="3020" y="536"/>
                    </a:lnTo>
                    <a:lnTo>
                      <a:pt x="3020" y="10"/>
                    </a:lnTo>
                    <a:lnTo>
                      <a:pt x="2906" y="10"/>
                    </a:lnTo>
                    <a:lnTo>
                      <a:pt x="2906" y="631"/>
                    </a:lnTo>
                    <a:close/>
                    <a:moveTo>
                      <a:pt x="2293" y="10"/>
                    </a:moveTo>
                    <a:lnTo>
                      <a:pt x="2293" y="365"/>
                    </a:lnTo>
                    <a:lnTo>
                      <a:pt x="2293" y="383"/>
                    </a:lnTo>
                    <a:lnTo>
                      <a:pt x="2294" y="400"/>
                    </a:lnTo>
                    <a:lnTo>
                      <a:pt x="2295" y="417"/>
                    </a:lnTo>
                    <a:lnTo>
                      <a:pt x="2297" y="433"/>
                    </a:lnTo>
                    <a:lnTo>
                      <a:pt x="2299" y="449"/>
                    </a:lnTo>
                    <a:lnTo>
                      <a:pt x="2303" y="463"/>
                    </a:lnTo>
                    <a:lnTo>
                      <a:pt x="2306" y="477"/>
                    </a:lnTo>
                    <a:lnTo>
                      <a:pt x="2310" y="491"/>
                    </a:lnTo>
                    <a:lnTo>
                      <a:pt x="2314" y="503"/>
                    </a:lnTo>
                    <a:lnTo>
                      <a:pt x="2319" y="515"/>
                    </a:lnTo>
                    <a:lnTo>
                      <a:pt x="2324" y="528"/>
                    </a:lnTo>
                    <a:lnTo>
                      <a:pt x="2330" y="538"/>
                    </a:lnTo>
                    <a:lnTo>
                      <a:pt x="2336" y="548"/>
                    </a:lnTo>
                    <a:lnTo>
                      <a:pt x="2343" y="559"/>
                    </a:lnTo>
                    <a:lnTo>
                      <a:pt x="2350" y="568"/>
                    </a:lnTo>
                    <a:lnTo>
                      <a:pt x="2357" y="576"/>
                    </a:lnTo>
                    <a:lnTo>
                      <a:pt x="2365" y="584"/>
                    </a:lnTo>
                    <a:lnTo>
                      <a:pt x="2373" y="592"/>
                    </a:lnTo>
                    <a:lnTo>
                      <a:pt x="2383" y="599"/>
                    </a:lnTo>
                    <a:lnTo>
                      <a:pt x="2392" y="605"/>
                    </a:lnTo>
                    <a:lnTo>
                      <a:pt x="2401" y="611"/>
                    </a:lnTo>
                    <a:lnTo>
                      <a:pt x="2411" y="616"/>
                    </a:lnTo>
                    <a:lnTo>
                      <a:pt x="2422" y="621"/>
                    </a:lnTo>
                    <a:lnTo>
                      <a:pt x="2432" y="625"/>
                    </a:lnTo>
                    <a:lnTo>
                      <a:pt x="2443" y="629"/>
                    </a:lnTo>
                    <a:lnTo>
                      <a:pt x="2455" y="633"/>
                    </a:lnTo>
                    <a:lnTo>
                      <a:pt x="2466" y="635"/>
                    </a:lnTo>
                    <a:lnTo>
                      <a:pt x="2478" y="637"/>
                    </a:lnTo>
                    <a:lnTo>
                      <a:pt x="2503" y="640"/>
                    </a:lnTo>
                    <a:lnTo>
                      <a:pt x="2530" y="641"/>
                    </a:lnTo>
                    <a:lnTo>
                      <a:pt x="2543" y="641"/>
                    </a:lnTo>
                    <a:lnTo>
                      <a:pt x="2556" y="640"/>
                    </a:lnTo>
                    <a:lnTo>
                      <a:pt x="2570" y="639"/>
                    </a:lnTo>
                    <a:lnTo>
                      <a:pt x="2583" y="637"/>
                    </a:lnTo>
                    <a:lnTo>
                      <a:pt x="2595" y="635"/>
                    </a:lnTo>
                    <a:lnTo>
                      <a:pt x="2608" y="632"/>
                    </a:lnTo>
                    <a:lnTo>
                      <a:pt x="2619" y="629"/>
                    </a:lnTo>
                    <a:lnTo>
                      <a:pt x="2631" y="624"/>
                    </a:lnTo>
                    <a:lnTo>
                      <a:pt x="2643" y="620"/>
                    </a:lnTo>
                    <a:lnTo>
                      <a:pt x="2653" y="615"/>
                    </a:lnTo>
                    <a:lnTo>
                      <a:pt x="2663" y="610"/>
                    </a:lnTo>
                    <a:lnTo>
                      <a:pt x="2673" y="604"/>
                    </a:lnTo>
                    <a:lnTo>
                      <a:pt x="2683" y="598"/>
                    </a:lnTo>
                    <a:lnTo>
                      <a:pt x="2692" y="591"/>
                    </a:lnTo>
                    <a:lnTo>
                      <a:pt x="2701" y="582"/>
                    </a:lnTo>
                    <a:lnTo>
                      <a:pt x="2709" y="574"/>
                    </a:lnTo>
                    <a:lnTo>
                      <a:pt x="2718" y="566"/>
                    </a:lnTo>
                    <a:lnTo>
                      <a:pt x="2725" y="557"/>
                    </a:lnTo>
                    <a:lnTo>
                      <a:pt x="2732" y="546"/>
                    </a:lnTo>
                    <a:lnTo>
                      <a:pt x="2738" y="536"/>
                    </a:lnTo>
                    <a:lnTo>
                      <a:pt x="2744" y="525"/>
                    </a:lnTo>
                    <a:lnTo>
                      <a:pt x="2750" y="513"/>
                    </a:lnTo>
                    <a:lnTo>
                      <a:pt x="2755" y="501"/>
                    </a:lnTo>
                    <a:lnTo>
                      <a:pt x="2760" y="489"/>
                    </a:lnTo>
                    <a:lnTo>
                      <a:pt x="2764" y="475"/>
                    </a:lnTo>
                    <a:lnTo>
                      <a:pt x="2767" y="461"/>
                    </a:lnTo>
                    <a:lnTo>
                      <a:pt x="2770" y="446"/>
                    </a:lnTo>
                    <a:lnTo>
                      <a:pt x="2772" y="431"/>
                    </a:lnTo>
                    <a:lnTo>
                      <a:pt x="2774" y="416"/>
                    </a:lnTo>
                    <a:lnTo>
                      <a:pt x="2776" y="399"/>
                    </a:lnTo>
                    <a:lnTo>
                      <a:pt x="2777" y="383"/>
                    </a:lnTo>
                    <a:lnTo>
                      <a:pt x="2777" y="364"/>
                    </a:lnTo>
                    <a:lnTo>
                      <a:pt x="2777" y="10"/>
                    </a:lnTo>
                    <a:lnTo>
                      <a:pt x="2664" y="10"/>
                    </a:lnTo>
                    <a:lnTo>
                      <a:pt x="2664" y="372"/>
                    </a:lnTo>
                    <a:lnTo>
                      <a:pt x="2663" y="394"/>
                    </a:lnTo>
                    <a:lnTo>
                      <a:pt x="2661" y="415"/>
                    </a:lnTo>
                    <a:lnTo>
                      <a:pt x="2659" y="433"/>
                    </a:lnTo>
                    <a:lnTo>
                      <a:pt x="2655" y="451"/>
                    </a:lnTo>
                    <a:lnTo>
                      <a:pt x="2650" y="467"/>
                    </a:lnTo>
                    <a:lnTo>
                      <a:pt x="2644" y="481"/>
                    </a:lnTo>
                    <a:lnTo>
                      <a:pt x="2638" y="495"/>
                    </a:lnTo>
                    <a:lnTo>
                      <a:pt x="2629" y="506"/>
                    </a:lnTo>
                    <a:lnTo>
                      <a:pt x="2620" y="516"/>
                    </a:lnTo>
                    <a:lnTo>
                      <a:pt x="2611" y="526"/>
                    </a:lnTo>
                    <a:lnTo>
                      <a:pt x="2600" y="533"/>
                    </a:lnTo>
                    <a:lnTo>
                      <a:pt x="2588" y="539"/>
                    </a:lnTo>
                    <a:lnTo>
                      <a:pt x="2576" y="544"/>
                    </a:lnTo>
                    <a:lnTo>
                      <a:pt x="2563" y="547"/>
                    </a:lnTo>
                    <a:lnTo>
                      <a:pt x="2548" y="549"/>
                    </a:lnTo>
                    <a:lnTo>
                      <a:pt x="2534" y="549"/>
                    </a:lnTo>
                    <a:lnTo>
                      <a:pt x="2519" y="549"/>
                    </a:lnTo>
                    <a:lnTo>
                      <a:pt x="2506" y="547"/>
                    </a:lnTo>
                    <a:lnTo>
                      <a:pt x="2493" y="543"/>
                    </a:lnTo>
                    <a:lnTo>
                      <a:pt x="2481" y="539"/>
                    </a:lnTo>
                    <a:lnTo>
                      <a:pt x="2470" y="533"/>
                    </a:lnTo>
                    <a:lnTo>
                      <a:pt x="2460" y="526"/>
                    </a:lnTo>
                    <a:lnTo>
                      <a:pt x="2449" y="516"/>
                    </a:lnTo>
                    <a:lnTo>
                      <a:pt x="2441" y="506"/>
                    </a:lnTo>
                    <a:lnTo>
                      <a:pt x="2433" y="495"/>
                    </a:lnTo>
                    <a:lnTo>
                      <a:pt x="2426" y="481"/>
                    </a:lnTo>
                    <a:lnTo>
                      <a:pt x="2421" y="467"/>
                    </a:lnTo>
                    <a:lnTo>
                      <a:pt x="2416" y="451"/>
                    </a:lnTo>
                    <a:lnTo>
                      <a:pt x="2411" y="433"/>
                    </a:lnTo>
                    <a:lnTo>
                      <a:pt x="2408" y="415"/>
                    </a:lnTo>
                    <a:lnTo>
                      <a:pt x="2406" y="394"/>
                    </a:lnTo>
                    <a:lnTo>
                      <a:pt x="2406" y="372"/>
                    </a:lnTo>
                    <a:lnTo>
                      <a:pt x="2406" y="10"/>
                    </a:lnTo>
                    <a:lnTo>
                      <a:pt x="2293" y="10"/>
                    </a:lnTo>
                    <a:close/>
                    <a:moveTo>
                      <a:pt x="1789" y="601"/>
                    </a:moveTo>
                    <a:lnTo>
                      <a:pt x="1803" y="609"/>
                    </a:lnTo>
                    <a:lnTo>
                      <a:pt x="1821" y="616"/>
                    </a:lnTo>
                    <a:lnTo>
                      <a:pt x="1840" y="622"/>
                    </a:lnTo>
                    <a:lnTo>
                      <a:pt x="1861" y="629"/>
                    </a:lnTo>
                    <a:lnTo>
                      <a:pt x="1883" y="634"/>
                    </a:lnTo>
                    <a:lnTo>
                      <a:pt x="1908" y="637"/>
                    </a:lnTo>
                    <a:lnTo>
                      <a:pt x="1932" y="640"/>
                    </a:lnTo>
                    <a:lnTo>
                      <a:pt x="1956" y="641"/>
                    </a:lnTo>
                    <a:lnTo>
                      <a:pt x="1986" y="640"/>
                    </a:lnTo>
                    <a:lnTo>
                      <a:pt x="2013" y="637"/>
                    </a:lnTo>
                    <a:lnTo>
                      <a:pt x="2025" y="635"/>
                    </a:lnTo>
                    <a:lnTo>
                      <a:pt x="2037" y="632"/>
                    </a:lnTo>
                    <a:lnTo>
                      <a:pt x="2050" y="629"/>
                    </a:lnTo>
                    <a:lnTo>
                      <a:pt x="2061" y="625"/>
                    </a:lnTo>
                    <a:lnTo>
                      <a:pt x="2071" y="621"/>
                    </a:lnTo>
                    <a:lnTo>
                      <a:pt x="2082" y="617"/>
                    </a:lnTo>
                    <a:lnTo>
                      <a:pt x="2092" y="613"/>
                    </a:lnTo>
                    <a:lnTo>
                      <a:pt x="2101" y="608"/>
                    </a:lnTo>
                    <a:lnTo>
                      <a:pt x="2110" y="603"/>
                    </a:lnTo>
                    <a:lnTo>
                      <a:pt x="2119" y="597"/>
                    </a:lnTo>
                    <a:lnTo>
                      <a:pt x="2127" y="591"/>
                    </a:lnTo>
                    <a:lnTo>
                      <a:pt x="2134" y="584"/>
                    </a:lnTo>
                    <a:lnTo>
                      <a:pt x="2141" y="578"/>
                    </a:lnTo>
                    <a:lnTo>
                      <a:pt x="2147" y="571"/>
                    </a:lnTo>
                    <a:lnTo>
                      <a:pt x="2154" y="564"/>
                    </a:lnTo>
                    <a:lnTo>
                      <a:pt x="2160" y="557"/>
                    </a:lnTo>
                    <a:lnTo>
                      <a:pt x="2170" y="541"/>
                    </a:lnTo>
                    <a:lnTo>
                      <a:pt x="2177" y="526"/>
                    </a:lnTo>
                    <a:lnTo>
                      <a:pt x="2183" y="508"/>
                    </a:lnTo>
                    <a:lnTo>
                      <a:pt x="2189" y="491"/>
                    </a:lnTo>
                    <a:lnTo>
                      <a:pt x="2191" y="472"/>
                    </a:lnTo>
                    <a:lnTo>
                      <a:pt x="2192" y="454"/>
                    </a:lnTo>
                    <a:lnTo>
                      <a:pt x="2192" y="437"/>
                    </a:lnTo>
                    <a:lnTo>
                      <a:pt x="2190" y="422"/>
                    </a:lnTo>
                    <a:lnTo>
                      <a:pt x="2186" y="407"/>
                    </a:lnTo>
                    <a:lnTo>
                      <a:pt x="2182" y="393"/>
                    </a:lnTo>
                    <a:lnTo>
                      <a:pt x="2176" y="380"/>
                    </a:lnTo>
                    <a:lnTo>
                      <a:pt x="2170" y="367"/>
                    </a:lnTo>
                    <a:lnTo>
                      <a:pt x="2162" y="355"/>
                    </a:lnTo>
                    <a:lnTo>
                      <a:pt x="2153" y="344"/>
                    </a:lnTo>
                    <a:lnTo>
                      <a:pt x="2142" y="332"/>
                    </a:lnTo>
                    <a:lnTo>
                      <a:pt x="2130" y="322"/>
                    </a:lnTo>
                    <a:lnTo>
                      <a:pt x="2117" y="313"/>
                    </a:lnTo>
                    <a:lnTo>
                      <a:pt x="2102" y="303"/>
                    </a:lnTo>
                    <a:lnTo>
                      <a:pt x="2087" y="294"/>
                    </a:lnTo>
                    <a:lnTo>
                      <a:pt x="2070" y="286"/>
                    </a:lnTo>
                    <a:lnTo>
                      <a:pt x="2052" y="278"/>
                    </a:lnTo>
                    <a:lnTo>
                      <a:pt x="2032" y="270"/>
                    </a:lnTo>
                    <a:lnTo>
                      <a:pt x="2004" y="258"/>
                    </a:lnTo>
                    <a:lnTo>
                      <a:pt x="1979" y="247"/>
                    </a:lnTo>
                    <a:lnTo>
                      <a:pt x="1969" y="242"/>
                    </a:lnTo>
                    <a:lnTo>
                      <a:pt x="1958" y="236"/>
                    </a:lnTo>
                    <a:lnTo>
                      <a:pt x="1950" y="230"/>
                    </a:lnTo>
                    <a:lnTo>
                      <a:pt x="1942" y="224"/>
                    </a:lnTo>
                    <a:lnTo>
                      <a:pt x="1936" y="219"/>
                    </a:lnTo>
                    <a:lnTo>
                      <a:pt x="1930" y="213"/>
                    </a:lnTo>
                    <a:lnTo>
                      <a:pt x="1924" y="206"/>
                    </a:lnTo>
                    <a:lnTo>
                      <a:pt x="1920" y="200"/>
                    </a:lnTo>
                    <a:lnTo>
                      <a:pt x="1917" y="192"/>
                    </a:lnTo>
                    <a:lnTo>
                      <a:pt x="1915" y="184"/>
                    </a:lnTo>
                    <a:lnTo>
                      <a:pt x="1914" y="177"/>
                    </a:lnTo>
                    <a:lnTo>
                      <a:pt x="1914" y="168"/>
                    </a:lnTo>
                    <a:lnTo>
                      <a:pt x="1914" y="162"/>
                    </a:lnTo>
                    <a:lnTo>
                      <a:pt x="1915" y="154"/>
                    </a:lnTo>
                    <a:lnTo>
                      <a:pt x="1917" y="147"/>
                    </a:lnTo>
                    <a:lnTo>
                      <a:pt x="1919" y="141"/>
                    </a:lnTo>
                    <a:lnTo>
                      <a:pt x="1923" y="135"/>
                    </a:lnTo>
                    <a:lnTo>
                      <a:pt x="1928" y="129"/>
                    </a:lnTo>
                    <a:lnTo>
                      <a:pt x="1933" y="122"/>
                    </a:lnTo>
                    <a:lnTo>
                      <a:pt x="1938" y="117"/>
                    </a:lnTo>
                    <a:lnTo>
                      <a:pt x="1945" y="112"/>
                    </a:lnTo>
                    <a:lnTo>
                      <a:pt x="1952" y="107"/>
                    </a:lnTo>
                    <a:lnTo>
                      <a:pt x="1960" y="103"/>
                    </a:lnTo>
                    <a:lnTo>
                      <a:pt x="1970" y="100"/>
                    </a:lnTo>
                    <a:lnTo>
                      <a:pt x="1980" y="97"/>
                    </a:lnTo>
                    <a:lnTo>
                      <a:pt x="1991" y="95"/>
                    </a:lnTo>
                    <a:lnTo>
                      <a:pt x="2004" y="94"/>
                    </a:lnTo>
                    <a:lnTo>
                      <a:pt x="2016" y="94"/>
                    </a:lnTo>
                    <a:lnTo>
                      <a:pt x="2037" y="94"/>
                    </a:lnTo>
                    <a:lnTo>
                      <a:pt x="2057" y="96"/>
                    </a:lnTo>
                    <a:lnTo>
                      <a:pt x="2075" y="100"/>
                    </a:lnTo>
                    <a:lnTo>
                      <a:pt x="2092" y="104"/>
                    </a:lnTo>
                    <a:lnTo>
                      <a:pt x="2106" y="108"/>
                    </a:lnTo>
                    <a:lnTo>
                      <a:pt x="2120" y="113"/>
                    </a:lnTo>
                    <a:lnTo>
                      <a:pt x="2131" y="118"/>
                    </a:lnTo>
                    <a:lnTo>
                      <a:pt x="2140" y="122"/>
                    </a:lnTo>
                    <a:lnTo>
                      <a:pt x="2167" y="31"/>
                    </a:lnTo>
                    <a:lnTo>
                      <a:pt x="2155" y="25"/>
                    </a:lnTo>
                    <a:lnTo>
                      <a:pt x="2139" y="20"/>
                    </a:lnTo>
                    <a:lnTo>
                      <a:pt x="2124" y="14"/>
                    </a:lnTo>
                    <a:lnTo>
                      <a:pt x="2106" y="9"/>
                    </a:lnTo>
                    <a:lnTo>
                      <a:pt x="2087" y="6"/>
                    </a:lnTo>
                    <a:lnTo>
                      <a:pt x="2065" y="3"/>
                    </a:lnTo>
                    <a:lnTo>
                      <a:pt x="2043" y="1"/>
                    </a:lnTo>
                    <a:lnTo>
                      <a:pt x="2019" y="0"/>
                    </a:lnTo>
                    <a:lnTo>
                      <a:pt x="1994" y="1"/>
                    </a:lnTo>
                    <a:lnTo>
                      <a:pt x="1971" y="4"/>
                    </a:lnTo>
                    <a:lnTo>
                      <a:pt x="1948" y="8"/>
                    </a:lnTo>
                    <a:lnTo>
                      <a:pt x="1928" y="14"/>
                    </a:lnTo>
                    <a:lnTo>
                      <a:pt x="1908" y="22"/>
                    </a:lnTo>
                    <a:lnTo>
                      <a:pt x="1890" y="30"/>
                    </a:lnTo>
                    <a:lnTo>
                      <a:pt x="1873" y="40"/>
                    </a:lnTo>
                    <a:lnTo>
                      <a:pt x="1859" y="51"/>
                    </a:lnTo>
                    <a:lnTo>
                      <a:pt x="1845" y="64"/>
                    </a:lnTo>
                    <a:lnTo>
                      <a:pt x="1833" y="77"/>
                    </a:lnTo>
                    <a:lnTo>
                      <a:pt x="1823" y="93"/>
                    </a:lnTo>
                    <a:lnTo>
                      <a:pt x="1815" y="108"/>
                    </a:lnTo>
                    <a:lnTo>
                      <a:pt x="1808" y="124"/>
                    </a:lnTo>
                    <a:lnTo>
                      <a:pt x="1803" y="142"/>
                    </a:lnTo>
                    <a:lnTo>
                      <a:pt x="1800" y="159"/>
                    </a:lnTo>
                    <a:lnTo>
                      <a:pt x="1799" y="179"/>
                    </a:lnTo>
                    <a:lnTo>
                      <a:pt x="1800" y="194"/>
                    </a:lnTo>
                    <a:lnTo>
                      <a:pt x="1802" y="211"/>
                    </a:lnTo>
                    <a:lnTo>
                      <a:pt x="1806" y="225"/>
                    </a:lnTo>
                    <a:lnTo>
                      <a:pt x="1811" y="240"/>
                    </a:lnTo>
                    <a:lnTo>
                      <a:pt x="1818" y="253"/>
                    </a:lnTo>
                    <a:lnTo>
                      <a:pt x="1825" y="265"/>
                    </a:lnTo>
                    <a:lnTo>
                      <a:pt x="1834" y="277"/>
                    </a:lnTo>
                    <a:lnTo>
                      <a:pt x="1844" y="288"/>
                    </a:lnTo>
                    <a:lnTo>
                      <a:pt x="1857" y="299"/>
                    </a:lnTo>
                    <a:lnTo>
                      <a:pt x="1869" y="310"/>
                    </a:lnTo>
                    <a:lnTo>
                      <a:pt x="1882" y="319"/>
                    </a:lnTo>
                    <a:lnTo>
                      <a:pt x="1898" y="328"/>
                    </a:lnTo>
                    <a:lnTo>
                      <a:pt x="1913" y="336"/>
                    </a:lnTo>
                    <a:lnTo>
                      <a:pt x="1931" y="345"/>
                    </a:lnTo>
                    <a:lnTo>
                      <a:pt x="1948" y="352"/>
                    </a:lnTo>
                    <a:lnTo>
                      <a:pt x="1967" y="359"/>
                    </a:lnTo>
                    <a:lnTo>
                      <a:pt x="1994" y="369"/>
                    </a:lnTo>
                    <a:lnTo>
                      <a:pt x="2017" y="381"/>
                    </a:lnTo>
                    <a:lnTo>
                      <a:pt x="2027" y="386"/>
                    </a:lnTo>
                    <a:lnTo>
                      <a:pt x="2036" y="392"/>
                    </a:lnTo>
                    <a:lnTo>
                      <a:pt x="2044" y="397"/>
                    </a:lnTo>
                    <a:lnTo>
                      <a:pt x="2051" y="403"/>
                    </a:lnTo>
                    <a:lnTo>
                      <a:pt x="2057" y="409"/>
                    </a:lnTo>
                    <a:lnTo>
                      <a:pt x="2062" y="417"/>
                    </a:lnTo>
                    <a:lnTo>
                      <a:pt x="2067" y="423"/>
                    </a:lnTo>
                    <a:lnTo>
                      <a:pt x="2070" y="430"/>
                    </a:lnTo>
                    <a:lnTo>
                      <a:pt x="2073" y="437"/>
                    </a:lnTo>
                    <a:lnTo>
                      <a:pt x="2075" y="445"/>
                    </a:lnTo>
                    <a:lnTo>
                      <a:pt x="2077" y="454"/>
                    </a:lnTo>
                    <a:lnTo>
                      <a:pt x="2077" y="462"/>
                    </a:lnTo>
                    <a:lnTo>
                      <a:pt x="2077" y="471"/>
                    </a:lnTo>
                    <a:lnTo>
                      <a:pt x="2074" y="480"/>
                    </a:lnTo>
                    <a:lnTo>
                      <a:pt x="2072" y="489"/>
                    </a:lnTo>
                    <a:lnTo>
                      <a:pt x="2069" y="497"/>
                    </a:lnTo>
                    <a:lnTo>
                      <a:pt x="2065" y="504"/>
                    </a:lnTo>
                    <a:lnTo>
                      <a:pt x="2060" y="511"/>
                    </a:lnTo>
                    <a:lnTo>
                      <a:pt x="2054" y="517"/>
                    </a:lnTo>
                    <a:lnTo>
                      <a:pt x="2048" y="524"/>
                    </a:lnTo>
                    <a:lnTo>
                      <a:pt x="2040" y="529"/>
                    </a:lnTo>
                    <a:lnTo>
                      <a:pt x="2031" y="533"/>
                    </a:lnTo>
                    <a:lnTo>
                      <a:pt x="2022" y="537"/>
                    </a:lnTo>
                    <a:lnTo>
                      <a:pt x="2012" y="540"/>
                    </a:lnTo>
                    <a:lnTo>
                      <a:pt x="2002" y="543"/>
                    </a:lnTo>
                    <a:lnTo>
                      <a:pt x="1989" y="545"/>
                    </a:lnTo>
                    <a:lnTo>
                      <a:pt x="1977" y="546"/>
                    </a:lnTo>
                    <a:lnTo>
                      <a:pt x="1965" y="546"/>
                    </a:lnTo>
                    <a:lnTo>
                      <a:pt x="1943" y="546"/>
                    </a:lnTo>
                    <a:lnTo>
                      <a:pt x="1921" y="543"/>
                    </a:lnTo>
                    <a:lnTo>
                      <a:pt x="1901" y="540"/>
                    </a:lnTo>
                    <a:lnTo>
                      <a:pt x="1881" y="535"/>
                    </a:lnTo>
                    <a:lnTo>
                      <a:pt x="1863" y="529"/>
                    </a:lnTo>
                    <a:lnTo>
                      <a:pt x="1845" y="523"/>
                    </a:lnTo>
                    <a:lnTo>
                      <a:pt x="1829" y="514"/>
                    </a:lnTo>
                    <a:lnTo>
                      <a:pt x="1815" y="507"/>
                    </a:lnTo>
                    <a:lnTo>
                      <a:pt x="1789" y="601"/>
                    </a:lnTo>
                    <a:close/>
                    <a:moveTo>
                      <a:pt x="1300" y="631"/>
                    </a:moveTo>
                    <a:lnTo>
                      <a:pt x="1300" y="408"/>
                    </a:lnTo>
                    <a:lnTo>
                      <a:pt x="1300" y="371"/>
                    </a:lnTo>
                    <a:lnTo>
                      <a:pt x="1299" y="335"/>
                    </a:lnTo>
                    <a:lnTo>
                      <a:pt x="1299" y="301"/>
                    </a:lnTo>
                    <a:lnTo>
                      <a:pt x="1298" y="269"/>
                    </a:lnTo>
                    <a:lnTo>
                      <a:pt x="1298" y="237"/>
                    </a:lnTo>
                    <a:lnTo>
                      <a:pt x="1297" y="205"/>
                    </a:lnTo>
                    <a:lnTo>
                      <a:pt x="1295" y="175"/>
                    </a:lnTo>
                    <a:lnTo>
                      <a:pt x="1294" y="144"/>
                    </a:lnTo>
                    <a:lnTo>
                      <a:pt x="1297" y="144"/>
                    </a:lnTo>
                    <a:lnTo>
                      <a:pt x="1308" y="170"/>
                    </a:lnTo>
                    <a:lnTo>
                      <a:pt x="1321" y="198"/>
                    </a:lnTo>
                    <a:lnTo>
                      <a:pt x="1335" y="224"/>
                    </a:lnTo>
                    <a:lnTo>
                      <a:pt x="1348" y="251"/>
                    </a:lnTo>
                    <a:lnTo>
                      <a:pt x="1362" y="279"/>
                    </a:lnTo>
                    <a:lnTo>
                      <a:pt x="1378" y="306"/>
                    </a:lnTo>
                    <a:lnTo>
                      <a:pt x="1392" y="332"/>
                    </a:lnTo>
                    <a:lnTo>
                      <a:pt x="1408" y="358"/>
                    </a:lnTo>
                    <a:lnTo>
                      <a:pt x="1569" y="631"/>
                    </a:lnTo>
                    <a:lnTo>
                      <a:pt x="1686" y="631"/>
                    </a:lnTo>
                    <a:lnTo>
                      <a:pt x="1686" y="10"/>
                    </a:lnTo>
                    <a:lnTo>
                      <a:pt x="1582" y="10"/>
                    </a:lnTo>
                    <a:lnTo>
                      <a:pt x="1582" y="226"/>
                    </a:lnTo>
                    <a:lnTo>
                      <a:pt x="1582" y="261"/>
                    </a:lnTo>
                    <a:lnTo>
                      <a:pt x="1582" y="295"/>
                    </a:lnTo>
                    <a:lnTo>
                      <a:pt x="1583" y="328"/>
                    </a:lnTo>
                    <a:lnTo>
                      <a:pt x="1584" y="360"/>
                    </a:lnTo>
                    <a:lnTo>
                      <a:pt x="1585" y="391"/>
                    </a:lnTo>
                    <a:lnTo>
                      <a:pt x="1587" y="422"/>
                    </a:lnTo>
                    <a:lnTo>
                      <a:pt x="1589" y="453"/>
                    </a:lnTo>
                    <a:lnTo>
                      <a:pt x="1592" y="484"/>
                    </a:lnTo>
                    <a:lnTo>
                      <a:pt x="1589" y="485"/>
                    </a:lnTo>
                    <a:lnTo>
                      <a:pt x="1578" y="459"/>
                    </a:lnTo>
                    <a:lnTo>
                      <a:pt x="1567" y="433"/>
                    </a:lnTo>
                    <a:lnTo>
                      <a:pt x="1555" y="407"/>
                    </a:lnTo>
                    <a:lnTo>
                      <a:pt x="1541" y="381"/>
                    </a:lnTo>
                    <a:lnTo>
                      <a:pt x="1528" y="355"/>
                    </a:lnTo>
                    <a:lnTo>
                      <a:pt x="1513" y="328"/>
                    </a:lnTo>
                    <a:lnTo>
                      <a:pt x="1499" y="302"/>
                    </a:lnTo>
                    <a:lnTo>
                      <a:pt x="1484" y="277"/>
                    </a:lnTo>
                    <a:lnTo>
                      <a:pt x="1324" y="10"/>
                    </a:lnTo>
                    <a:lnTo>
                      <a:pt x="1195" y="10"/>
                    </a:lnTo>
                    <a:lnTo>
                      <a:pt x="1195" y="631"/>
                    </a:lnTo>
                    <a:lnTo>
                      <a:pt x="1300" y="631"/>
                    </a:lnTo>
                    <a:close/>
                    <a:moveTo>
                      <a:pt x="804" y="550"/>
                    </a:moveTo>
                    <a:lnTo>
                      <a:pt x="795" y="549"/>
                    </a:lnTo>
                    <a:lnTo>
                      <a:pt x="785" y="549"/>
                    </a:lnTo>
                    <a:lnTo>
                      <a:pt x="776" y="547"/>
                    </a:lnTo>
                    <a:lnTo>
                      <a:pt x="766" y="545"/>
                    </a:lnTo>
                    <a:lnTo>
                      <a:pt x="757" y="543"/>
                    </a:lnTo>
                    <a:lnTo>
                      <a:pt x="749" y="540"/>
                    </a:lnTo>
                    <a:lnTo>
                      <a:pt x="741" y="536"/>
                    </a:lnTo>
                    <a:lnTo>
                      <a:pt x="733" y="532"/>
                    </a:lnTo>
                    <a:lnTo>
                      <a:pt x="724" y="527"/>
                    </a:lnTo>
                    <a:lnTo>
                      <a:pt x="717" y="523"/>
                    </a:lnTo>
                    <a:lnTo>
                      <a:pt x="710" y="516"/>
                    </a:lnTo>
                    <a:lnTo>
                      <a:pt x="703" y="510"/>
                    </a:lnTo>
                    <a:lnTo>
                      <a:pt x="690" y="497"/>
                    </a:lnTo>
                    <a:lnTo>
                      <a:pt x="679" y="482"/>
                    </a:lnTo>
                    <a:lnTo>
                      <a:pt x="668" y="466"/>
                    </a:lnTo>
                    <a:lnTo>
                      <a:pt x="660" y="449"/>
                    </a:lnTo>
                    <a:lnTo>
                      <a:pt x="651" y="430"/>
                    </a:lnTo>
                    <a:lnTo>
                      <a:pt x="645" y="410"/>
                    </a:lnTo>
                    <a:lnTo>
                      <a:pt x="640" y="389"/>
                    </a:lnTo>
                    <a:lnTo>
                      <a:pt x="637" y="367"/>
                    </a:lnTo>
                    <a:lnTo>
                      <a:pt x="634" y="346"/>
                    </a:lnTo>
                    <a:lnTo>
                      <a:pt x="634" y="322"/>
                    </a:lnTo>
                    <a:lnTo>
                      <a:pt x="634" y="299"/>
                    </a:lnTo>
                    <a:lnTo>
                      <a:pt x="636" y="277"/>
                    </a:lnTo>
                    <a:lnTo>
                      <a:pt x="640" y="255"/>
                    </a:lnTo>
                    <a:lnTo>
                      <a:pt x="645" y="235"/>
                    </a:lnTo>
                    <a:lnTo>
                      <a:pt x="651" y="214"/>
                    </a:lnTo>
                    <a:lnTo>
                      <a:pt x="659" y="194"/>
                    </a:lnTo>
                    <a:lnTo>
                      <a:pt x="668" y="177"/>
                    </a:lnTo>
                    <a:lnTo>
                      <a:pt x="677" y="160"/>
                    </a:lnTo>
                    <a:lnTo>
                      <a:pt x="689" y="145"/>
                    </a:lnTo>
                    <a:lnTo>
                      <a:pt x="702" y="132"/>
                    </a:lnTo>
                    <a:lnTo>
                      <a:pt x="709" y="126"/>
                    </a:lnTo>
                    <a:lnTo>
                      <a:pt x="716" y="119"/>
                    </a:lnTo>
                    <a:lnTo>
                      <a:pt x="723" y="114"/>
                    </a:lnTo>
                    <a:lnTo>
                      <a:pt x="732" y="109"/>
                    </a:lnTo>
                    <a:lnTo>
                      <a:pt x="740" y="105"/>
                    </a:lnTo>
                    <a:lnTo>
                      <a:pt x="748" y="102"/>
                    </a:lnTo>
                    <a:lnTo>
                      <a:pt x="757" y="99"/>
                    </a:lnTo>
                    <a:lnTo>
                      <a:pt x="766" y="96"/>
                    </a:lnTo>
                    <a:lnTo>
                      <a:pt x="776" y="94"/>
                    </a:lnTo>
                    <a:lnTo>
                      <a:pt x="786" y="92"/>
                    </a:lnTo>
                    <a:lnTo>
                      <a:pt x="795" y="91"/>
                    </a:lnTo>
                    <a:lnTo>
                      <a:pt x="807" y="91"/>
                    </a:lnTo>
                    <a:lnTo>
                      <a:pt x="817" y="91"/>
                    </a:lnTo>
                    <a:lnTo>
                      <a:pt x="827" y="92"/>
                    </a:lnTo>
                    <a:lnTo>
                      <a:pt x="836" y="94"/>
                    </a:lnTo>
                    <a:lnTo>
                      <a:pt x="846" y="96"/>
                    </a:lnTo>
                    <a:lnTo>
                      <a:pt x="855" y="99"/>
                    </a:lnTo>
                    <a:lnTo>
                      <a:pt x="864" y="102"/>
                    </a:lnTo>
                    <a:lnTo>
                      <a:pt x="872" y="106"/>
                    </a:lnTo>
                    <a:lnTo>
                      <a:pt x="881" y="110"/>
                    </a:lnTo>
                    <a:lnTo>
                      <a:pt x="889" y="114"/>
                    </a:lnTo>
                    <a:lnTo>
                      <a:pt x="896" y="120"/>
                    </a:lnTo>
                    <a:lnTo>
                      <a:pt x="903" y="126"/>
                    </a:lnTo>
                    <a:lnTo>
                      <a:pt x="910" y="132"/>
                    </a:lnTo>
                    <a:lnTo>
                      <a:pt x="923" y="145"/>
                    </a:lnTo>
                    <a:lnTo>
                      <a:pt x="934" y="160"/>
                    </a:lnTo>
                    <a:lnTo>
                      <a:pt x="944" y="177"/>
                    </a:lnTo>
                    <a:lnTo>
                      <a:pt x="952" y="194"/>
                    </a:lnTo>
                    <a:lnTo>
                      <a:pt x="961" y="214"/>
                    </a:lnTo>
                    <a:lnTo>
                      <a:pt x="967" y="234"/>
                    </a:lnTo>
                    <a:lnTo>
                      <a:pt x="971" y="254"/>
                    </a:lnTo>
                    <a:lnTo>
                      <a:pt x="974" y="275"/>
                    </a:lnTo>
                    <a:lnTo>
                      <a:pt x="976" y="296"/>
                    </a:lnTo>
                    <a:lnTo>
                      <a:pt x="977" y="318"/>
                    </a:lnTo>
                    <a:lnTo>
                      <a:pt x="976" y="343"/>
                    </a:lnTo>
                    <a:lnTo>
                      <a:pt x="974" y="365"/>
                    </a:lnTo>
                    <a:lnTo>
                      <a:pt x="971" y="388"/>
                    </a:lnTo>
                    <a:lnTo>
                      <a:pt x="966" y="409"/>
                    </a:lnTo>
                    <a:lnTo>
                      <a:pt x="960" y="430"/>
                    </a:lnTo>
                    <a:lnTo>
                      <a:pt x="951" y="449"/>
                    </a:lnTo>
                    <a:lnTo>
                      <a:pt x="943" y="467"/>
                    </a:lnTo>
                    <a:lnTo>
                      <a:pt x="933" y="482"/>
                    </a:lnTo>
                    <a:lnTo>
                      <a:pt x="921" y="498"/>
                    </a:lnTo>
                    <a:lnTo>
                      <a:pt x="908" y="511"/>
                    </a:lnTo>
                    <a:lnTo>
                      <a:pt x="901" y="517"/>
                    </a:lnTo>
                    <a:lnTo>
                      <a:pt x="894" y="523"/>
                    </a:lnTo>
                    <a:lnTo>
                      <a:pt x="887" y="528"/>
                    </a:lnTo>
                    <a:lnTo>
                      <a:pt x="878" y="532"/>
                    </a:lnTo>
                    <a:lnTo>
                      <a:pt x="870" y="536"/>
                    </a:lnTo>
                    <a:lnTo>
                      <a:pt x="862" y="540"/>
                    </a:lnTo>
                    <a:lnTo>
                      <a:pt x="854" y="543"/>
                    </a:lnTo>
                    <a:lnTo>
                      <a:pt x="845" y="545"/>
                    </a:lnTo>
                    <a:lnTo>
                      <a:pt x="835" y="547"/>
                    </a:lnTo>
                    <a:lnTo>
                      <a:pt x="826" y="549"/>
                    </a:lnTo>
                    <a:lnTo>
                      <a:pt x="816" y="549"/>
                    </a:lnTo>
                    <a:lnTo>
                      <a:pt x="805" y="550"/>
                    </a:lnTo>
                    <a:lnTo>
                      <a:pt x="804" y="550"/>
                    </a:lnTo>
                    <a:close/>
                    <a:moveTo>
                      <a:pt x="802" y="641"/>
                    </a:moveTo>
                    <a:lnTo>
                      <a:pt x="818" y="641"/>
                    </a:lnTo>
                    <a:lnTo>
                      <a:pt x="833" y="640"/>
                    </a:lnTo>
                    <a:lnTo>
                      <a:pt x="849" y="638"/>
                    </a:lnTo>
                    <a:lnTo>
                      <a:pt x="863" y="636"/>
                    </a:lnTo>
                    <a:lnTo>
                      <a:pt x="878" y="633"/>
                    </a:lnTo>
                    <a:lnTo>
                      <a:pt x="893" y="629"/>
                    </a:lnTo>
                    <a:lnTo>
                      <a:pt x="906" y="624"/>
                    </a:lnTo>
                    <a:lnTo>
                      <a:pt x="920" y="619"/>
                    </a:lnTo>
                    <a:lnTo>
                      <a:pt x="933" y="613"/>
                    </a:lnTo>
                    <a:lnTo>
                      <a:pt x="946" y="607"/>
                    </a:lnTo>
                    <a:lnTo>
                      <a:pt x="959" y="600"/>
                    </a:lnTo>
                    <a:lnTo>
                      <a:pt x="970" y="593"/>
                    </a:lnTo>
                    <a:lnTo>
                      <a:pt x="982" y="584"/>
                    </a:lnTo>
                    <a:lnTo>
                      <a:pt x="993" y="575"/>
                    </a:lnTo>
                    <a:lnTo>
                      <a:pt x="1004" y="566"/>
                    </a:lnTo>
                    <a:lnTo>
                      <a:pt x="1013" y="556"/>
                    </a:lnTo>
                    <a:lnTo>
                      <a:pt x="1023" y="545"/>
                    </a:lnTo>
                    <a:lnTo>
                      <a:pt x="1033" y="533"/>
                    </a:lnTo>
                    <a:lnTo>
                      <a:pt x="1041" y="522"/>
                    </a:lnTo>
                    <a:lnTo>
                      <a:pt x="1049" y="509"/>
                    </a:lnTo>
                    <a:lnTo>
                      <a:pt x="1056" y="496"/>
                    </a:lnTo>
                    <a:lnTo>
                      <a:pt x="1063" y="482"/>
                    </a:lnTo>
                    <a:lnTo>
                      <a:pt x="1070" y="468"/>
                    </a:lnTo>
                    <a:lnTo>
                      <a:pt x="1076" y="453"/>
                    </a:lnTo>
                    <a:lnTo>
                      <a:pt x="1081" y="437"/>
                    </a:lnTo>
                    <a:lnTo>
                      <a:pt x="1085" y="422"/>
                    </a:lnTo>
                    <a:lnTo>
                      <a:pt x="1089" y="405"/>
                    </a:lnTo>
                    <a:lnTo>
                      <a:pt x="1092" y="388"/>
                    </a:lnTo>
                    <a:lnTo>
                      <a:pt x="1094" y="370"/>
                    </a:lnTo>
                    <a:lnTo>
                      <a:pt x="1096" y="352"/>
                    </a:lnTo>
                    <a:lnTo>
                      <a:pt x="1097" y="333"/>
                    </a:lnTo>
                    <a:lnTo>
                      <a:pt x="1097" y="314"/>
                    </a:lnTo>
                    <a:lnTo>
                      <a:pt x="1097" y="297"/>
                    </a:lnTo>
                    <a:lnTo>
                      <a:pt x="1096" y="281"/>
                    </a:lnTo>
                    <a:lnTo>
                      <a:pt x="1095" y="265"/>
                    </a:lnTo>
                    <a:lnTo>
                      <a:pt x="1093" y="250"/>
                    </a:lnTo>
                    <a:lnTo>
                      <a:pt x="1090" y="235"/>
                    </a:lnTo>
                    <a:lnTo>
                      <a:pt x="1087" y="219"/>
                    </a:lnTo>
                    <a:lnTo>
                      <a:pt x="1083" y="205"/>
                    </a:lnTo>
                    <a:lnTo>
                      <a:pt x="1078" y="190"/>
                    </a:lnTo>
                    <a:lnTo>
                      <a:pt x="1073" y="176"/>
                    </a:lnTo>
                    <a:lnTo>
                      <a:pt x="1068" y="163"/>
                    </a:lnTo>
                    <a:lnTo>
                      <a:pt x="1061" y="149"/>
                    </a:lnTo>
                    <a:lnTo>
                      <a:pt x="1054" y="137"/>
                    </a:lnTo>
                    <a:lnTo>
                      <a:pt x="1047" y="124"/>
                    </a:lnTo>
                    <a:lnTo>
                      <a:pt x="1039" y="113"/>
                    </a:lnTo>
                    <a:lnTo>
                      <a:pt x="1031" y="102"/>
                    </a:lnTo>
                    <a:lnTo>
                      <a:pt x="1021" y="91"/>
                    </a:lnTo>
                    <a:lnTo>
                      <a:pt x="1012" y="80"/>
                    </a:lnTo>
                    <a:lnTo>
                      <a:pt x="1002" y="71"/>
                    </a:lnTo>
                    <a:lnTo>
                      <a:pt x="991" y="62"/>
                    </a:lnTo>
                    <a:lnTo>
                      <a:pt x="980" y="52"/>
                    </a:lnTo>
                    <a:lnTo>
                      <a:pt x="969" y="44"/>
                    </a:lnTo>
                    <a:lnTo>
                      <a:pt x="957" y="37"/>
                    </a:lnTo>
                    <a:lnTo>
                      <a:pt x="944" y="30"/>
                    </a:lnTo>
                    <a:lnTo>
                      <a:pt x="932" y="24"/>
                    </a:lnTo>
                    <a:lnTo>
                      <a:pt x="917" y="19"/>
                    </a:lnTo>
                    <a:lnTo>
                      <a:pt x="904" y="13"/>
                    </a:lnTo>
                    <a:lnTo>
                      <a:pt x="890" y="9"/>
                    </a:lnTo>
                    <a:lnTo>
                      <a:pt x="874" y="6"/>
                    </a:lnTo>
                    <a:lnTo>
                      <a:pt x="859" y="3"/>
                    </a:lnTo>
                    <a:lnTo>
                      <a:pt x="844" y="2"/>
                    </a:lnTo>
                    <a:lnTo>
                      <a:pt x="827" y="0"/>
                    </a:lnTo>
                    <a:lnTo>
                      <a:pt x="811" y="0"/>
                    </a:lnTo>
                    <a:lnTo>
                      <a:pt x="794" y="0"/>
                    </a:lnTo>
                    <a:lnTo>
                      <a:pt x="778" y="2"/>
                    </a:lnTo>
                    <a:lnTo>
                      <a:pt x="762" y="3"/>
                    </a:lnTo>
                    <a:lnTo>
                      <a:pt x="747" y="6"/>
                    </a:lnTo>
                    <a:lnTo>
                      <a:pt x="733" y="9"/>
                    </a:lnTo>
                    <a:lnTo>
                      <a:pt x="718" y="13"/>
                    </a:lnTo>
                    <a:lnTo>
                      <a:pt x="704" y="19"/>
                    </a:lnTo>
                    <a:lnTo>
                      <a:pt x="690" y="24"/>
                    </a:lnTo>
                    <a:lnTo>
                      <a:pt x="677" y="30"/>
                    </a:lnTo>
                    <a:lnTo>
                      <a:pt x="665" y="37"/>
                    </a:lnTo>
                    <a:lnTo>
                      <a:pt x="652" y="44"/>
                    </a:lnTo>
                    <a:lnTo>
                      <a:pt x="640" y="52"/>
                    </a:lnTo>
                    <a:lnTo>
                      <a:pt x="629" y="62"/>
                    </a:lnTo>
                    <a:lnTo>
                      <a:pt x="617" y="71"/>
                    </a:lnTo>
                    <a:lnTo>
                      <a:pt x="607" y="80"/>
                    </a:lnTo>
                    <a:lnTo>
                      <a:pt x="597" y="92"/>
                    </a:lnTo>
                    <a:lnTo>
                      <a:pt x="588" y="102"/>
                    </a:lnTo>
                    <a:lnTo>
                      <a:pt x="578" y="114"/>
                    </a:lnTo>
                    <a:lnTo>
                      <a:pt x="570" y="126"/>
                    </a:lnTo>
                    <a:lnTo>
                      <a:pt x="562" y="139"/>
                    </a:lnTo>
                    <a:lnTo>
                      <a:pt x="555" y="151"/>
                    </a:lnTo>
                    <a:lnTo>
                      <a:pt x="549" y="166"/>
                    </a:lnTo>
                    <a:lnTo>
                      <a:pt x="542" y="179"/>
                    </a:lnTo>
                    <a:lnTo>
                      <a:pt x="536" y="194"/>
                    </a:lnTo>
                    <a:lnTo>
                      <a:pt x="531" y="209"/>
                    </a:lnTo>
                    <a:lnTo>
                      <a:pt x="527" y="224"/>
                    </a:lnTo>
                    <a:lnTo>
                      <a:pt x="524" y="241"/>
                    </a:lnTo>
                    <a:lnTo>
                      <a:pt x="521" y="256"/>
                    </a:lnTo>
                    <a:lnTo>
                      <a:pt x="518" y="273"/>
                    </a:lnTo>
                    <a:lnTo>
                      <a:pt x="517" y="290"/>
                    </a:lnTo>
                    <a:lnTo>
                      <a:pt x="516" y="308"/>
                    </a:lnTo>
                    <a:lnTo>
                      <a:pt x="515" y="325"/>
                    </a:lnTo>
                    <a:lnTo>
                      <a:pt x="516" y="342"/>
                    </a:lnTo>
                    <a:lnTo>
                      <a:pt x="517" y="359"/>
                    </a:lnTo>
                    <a:lnTo>
                      <a:pt x="518" y="374"/>
                    </a:lnTo>
                    <a:lnTo>
                      <a:pt x="520" y="391"/>
                    </a:lnTo>
                    <a:lnTo>
                      <a:pt x="523" y="406"/>
                    </a:lnTo>
                    <a:lnTo>
                      <a:pt x="526" y="422"/>
                    </a:lnTo>
                    <a:lnTo>
                      <a:pt x="530" y="436"/>
                    </a:lnTo>
                    <a:lnTo>
                      <a:pt x="535" y="452"/>
                    </a:lnTo>
                    <a:lnTo>
                      <a:pt x="540" y="465"/>
                    </a:lnTo>
                    <a:lnTo>
                      <a:pt x="547" y="479"/>
                    </a:lnTo>
                    <a:lnTo>
                      <a:pt x="553" y="492"/>
                    </a:lnTo>
                    <a:lnTo>
                      <a:pt x="559" y="505"/>
                    </a:lnTo>
                    <a:lnTo>
                      <a:pt x="567" y="517"/>
                    </a:lnTo>
                    <a:lnTo>
                      <a:pt x="575" y="529"/>
                    </a:lnTo>
                    <a:lnTo>
                      <a:pt x="584" y="540"/>
                    </a:lnTo>
                    <a:lnTo>
                      <a:pt x="593" y="551"/>
                    </a:lnTo>
                    <a:lnTo>
                      <a:pt x="602" y="562"/>
                    </a:lnTo>
                    <a:lnTo>
                      <a:pt x="612" y="571"/>
                    </a:lnTo>
                    <a:lnTo>
                      <a:pt x="623" y="580"/>
                    </a:lnTo>
                    <a:lnTo>
                      <a:pt x="634" y="588"/>
                    </a:lnTo>
                    <a:lnTo>
                      <a:pt x="645" y="597"/>
                    </a:lnTo>
                    <a:lnTo>
                      <a:pt x="658" y="604"/>
                    </a:lnTo>
                    <a:lnTo>
                      <a:pt x="670" y="611"/>
                    </a:lnTo>
                    <a:lnTo>
                      <a:pt x="682" y="617"/>
                    </a:lnTo>
                    <a:lnTo>
                      <a:pt x="696" y="622"/>
                    </a:lnTo>
                    <a:lnTo>
                      <a:pt x="710" y="628"/>
                    </a:lnTo>
                    <a:lnTo>
                      <a:pt x="724" y="632"/>
                    </a:lnTo>
                    <a:lnTo>
                      <a:pt x="739" y="635"/>
                    </a:lnTo>
                    <a:lnTo>
                      <a:pt x="753" y="638"/>
                    </a:lnTo>
                    <a:lnTo>
                      <a:pt x="769" y="640"/>
                    </a:lnTo>
                    <a:lnTo>
                      <a:pt x="785" y="641"/>
                    </a:lnTo>
                    <a:lnTo>
                      <a:pt x="801" y="641"/>
                    </a:lnTo>
                    <a:lnTo>
                      <a:pt x="802" y="641"/>
                    </a:lnTo>
                    <a:close/>
                    <a:moveTo>
                      <a:pt x="458" y="523"/>
                    </a:moveTo>
                    <a:lnTo>
                      <a:pt x="447" y="528"/>
                    </a:lnTo>
                    <a:lnTo>
                      <a:pt x="434" y="532"/>
                    </a:lnTo>
                    <a:lnTo>
                      <a:pt x="418" y="536"/>
                    </a:lnTo>
                    <a:lnTo>
                      <a:pt x="403" y="539"/>
                    </a:lnTo>
                    <a:lnTo>
                      <a:pt x="386" y="542"/>
                    </a:lnTo>
                    <a:lnTo>
                      <a:pt x="370" y="544"/>
                    </a:lnTo>
                    <a:lnTo>
                      <a:pt x="352" y="545"/>
                    </a:lnTo>
                    <a:lnTo>
                      <a:pt x="335" y="545"/>
                    </a:lnTo>
                    <a:lnTo>
                      <a:pt x="323" y="545"/>
                    </a:lnTo>
                    <a:lnTo>
                      <a:pt x="310" y="544"/>
                    </a:lnTo>
                    <a:lnTo>
                      <a:pt x="298" y="543"/>
                    </a:lnTo>
                    <a:lnTo>
                      <a:pt x="287" y="541"/>
                    </a:lnTo>
                    <a:lnTo>
                      <a:pt x="275" y="539"/>
                    </a:lnTo>
                    <a:lnTo>
                      <a:pt x="265" y="537"/>
                    </a:lnTo>
                    <a:lnTo>
                      <a:pt x="254" y="534"/>
                    </a:lnTo>
                    <a:lnTo>
                      <a:pt x="243" y="530"/>
                    </a:lnTo>
                    <a:lnTo>
                      <a:pt x="234" y="526"/>
                    </a:lnTo>
                    <a:lnTo>
                      <a:pt x="225" y="522"/>
                    </a:lnTo>
                    <a:lnTo>
                      <a:pt x="216" y="516"/>
                    </a:lnTo>
                    <a:lnTo>
                      <a:pt x="207" y="511"/>
                    </a:lnTo>
                    <a:lnTo>
                      <a:pt x="198" y="505"/>
                    </a:lnTo>
                    <a:lnTo>
                      <a:pt x="191" y="499"/>
                    </a:lnTo>
                    <a:lnTo>
                      <a:pt x="183" y="492"/>
                    </a:lnTo>
                    <a:lnTo>
                      <a:pt x="177" y="486"/>
                    </a:lnTo>
                    <a:lnTo>
                      <a:pt x="169" y="477"/>
                    </a:lnTo>
                    <a:lnTo>
                      <a:pt x="163" y="470"/>
                    </a:lnTo>
                    <a:lnTo>
                      <a:pt x="157" y="462"/>
                    </a:lnTo>
                    <a:lnTo>
                      <a:pt x="152" y="453"/>
                    </a:lnTo>
                    <a:lnTo>
                      <a:pt x="147" y="443"/>
                    </a:lnTo>
                    <a:lnTo>
                      <a:pt x="142" y="434"/>
                    </a:lnTo>
                    <a:lnTo>
                      <a:pt x="138" y="425"/>
                    </a:lnTo>
                    <a:lnTo>
                      <a:pt x="134" y="415"/>
                    </a:lnTo>
                    <a:lnTo>
                      <a:pt x="127" y="393"/>
                    </a:lnTo>
                    <a:lnTo>
                      <a:pt x="123" y="371"/>
                    </a:lnTo>
                    <a:lnTo>
                      <a:pt x="120" y="347"/>
                    </a:lnTo>
                    <a:lnTo>
                      <a:pt x="119" y="322"/>
                    </a:lnTo>
                    <a:lnTo>
                      <a:pt x="119" y="309"/>
                    </a:lnTo>
                    <a:lnTo>
                      <a:pt x="120" y="295"/>
                    </a:lnTo>
                    <a:lnTo>
                      <a:pt x="122" y="282"/>
                    </a:lnTo>
                    <a:lnTo>
                      <a:pt x="123" y="270"/>
                    </a:lnTo>
                    <a:lnTo>
                      <a:pt x="125" y="257"/>
                    </a:lnTo>
                    <a:lnTo>
                      <a:pt x="128" y="246"/>
                    </a:lnTo>
                    <a:lnTo>
                      <a:pt x="131" y="235"/>
                    </a:lnTo>
                    <a:lnTo>
                      <a:pt x="136" y="223"/>
                    </a:lnTo>
                    <a:lnTo>
                      <a:pt x="140" y="213"/>
                    </a:lnTo>
                    <a:lnTo>
                      <a:pt x="145" y="203"/>
                    </a:lnTo>
                    <a:lnTo>
                      <a:pt x="149" y="193"/>
                    </a:lnTo>
                    <a:lnTo>
                      <a:pt x="155" y="184"/>
                    </a:lnTo>
                    <a:lnTo>
                      <a:pt x="160" y="176"/>
                    </a:lnTo>
                    <a:lnTo>
                      <a:pt x="167" y="168"/>
                    </a:lnTo>
                    <a:lnTo>
                      <a:pt x="174" y="159"/>
                    </a:lnTo>
                    <a:lnTo>
                      <a:pt x="181" y="152"/>
                    </a:lnTo>
                    <a:lnTo>
                      <a:pt x="188" y="145"/>
                    </a:lnTo>
                    <a:lnTo>
                      <a:pt x="196" y="139"/>
                    </a:lnTo>
                    <a:lnTo>
                      <a:pt x="204" y="133"/>
                    </a:lnTo>
                    <a:lnTo>
                      <a:pt x="213" y="127"/>
                    </a:lnTo>
                    <a:lnTo>
                      <a:pt x="221" y="121"/>
                    </a:lnTo>
                    <a:lnTo>
                      <a:pt x="230" y="117"/>
                    </a:lnTo>
                    <a:lnTo>
                      <a:pt x="239" y="112"/>
                    </a:lnTo>
                    <a:lnTo>
                      <a:pt x="250" y="109"/>
                    </a:lnTo>
                    <a:lnTo>
                      <a:pt x="270" y="102"/>
                    </a:lnTo>
                    <a:lnTo>
                      <a:pt x="291" y="98"/>
                    </a:lnTo>
                    <a:lnTo>
                      <a:pt x="313" y="95"/>
                    </a:lnTo>
                    <a:lnTo>
                      <a:pt x="337" y="94"/>
                    </a:lnTo>
                    <a:lnTo>
                      <a:pt x="355" y="95"/>
                    </a:lnTo>
                    <a:lnTo>
                      <a:pt x="373" y="96"/>
                    </a:lnTo>
                    <a:lnTo>
                      <a:pt x="389" y="98"/>
                    </a:lnTo>
                    <a:lnTo>
                      <a:pt x="405" y="101"/>
                    </a:lnTo>
                    <a:lnTo>
                      <a:pt x="420" y="105"/>
                    </a:lnTo>
                    <a:lnTo>
                      <a:pt x="434" y="109"/>
                    </a:lnTo>
                    <a:lnTo>
                      <a:pt x="446" y="113"/>
                    </a:lnTo>
                    <a:lnTo>
                      <a:pt x="457" y="118"/>
                    </a:lnTo>
                    <a:lnTo>
                      <a:pt x="482" y="28"/>
                    </a:lnTo>
                    <a:lnTo>
                      <a:pt x="473" y="24"/>
                    </a:lnTo>
                    <a:lnTo>
                      <a:pt x="459" y="19"/>
                    </a:lnTo>
                    <a:lnTo>
                      <a:pt x="444" y="13"/>
                    </a:lnTo>
                    <a:lnTo>
                      <a:pt x="426" y="9"/>
                    </a:lnTo>
                    <a:lnTo>
                      <a:pt x="406" y="6"/>
                    </a:lnTo>
                    <a:lnTo>
                      <a:pt x="383" y="3"/>
                    </a:lnTo>
                    <a:lnTo>
                      <a:pt x="359" y="1"/>
                    </a:lnTo>
                    <a:lnTo>
                      <a:pt x="332" y="0"/>
                    </a:lnTo>
                    <a:lnTo>
                      <a:pt x="314" y="1"/>
                    </a:lnTo>
                    <a:lnTo>
                      <a:pt x="297" y="2"/>
                    </a:lnTo>
                    <a:lnTo>
                      <a:pt x="280" y="4"/>
                    </a:lnTo>
                    <a:lnTo>
                      <a:pt x="263" y="6"/>
                    </a:lnTo>
                    <a:lnTo>
                      <a:pt x="247" y="9"/>
                    </a:lnTo>
                    <a:lnTo>
                      <a:pt x="231" y="13"/>
                    </a:lnTo>
                    <a:lnTo>
                      <a:pt x="216" y="17"/>
                    </a:lnTo>
                    <a:lnTo>
                      <a:pt x="200" y="23"/>
                    </a:lnTo>
                    <a:lnTo>
                      <a:pt x="185" y="29"/>
                    </a:lnTo>
                    <a:lnTo>
                      <a:pt x="172" y="35"/>
                    </a:lnTo>
                    <a:lnTo>
                      <a:pt x="157" y="42"/>
                    </a:lnTo>
                    <a:lnTo>
                      <a:pt x="144" y="50"/>
                    </a:lnTo>
                    <a:lnTo>
                      <a:pt x="130" y="59"/>
                    </a:lnTo>
                    <a:lnTo>
                      <a:pt x="118" y="68"/>
                    </a:lnTo>
                    <a:lnTo>
                      <a:pt x="107" y="77"/>
                    </a:lnTo>
                    <a:lnTo>
                      <a:pt x="94" y="87"/>
                    </a:lnTo>
                    <a:lnTo>
                      <a:pt x="84" y="99"/>
                    </a:lnTo>
                    <a:lnTo>
                      <a:pt x="74" y="110"/>
                    </a:lnTo>
                    <a:lnTo>
                      <a:pt x="65" y="122"/>
                    </a:lnTo>
                    <a:lnTo>
                      <a:pt x="55" y="135"/>
                    </a:lnTo>
                    <a:lnTo>
                      <a:pt x="47" y="148"/>
                    </a:lnTo>
                    <a:lnTo>
                      <a:pt x="39" y="162"/>
                    </a:lnTo>
                    <a:lnTo>
                      <a:pt x="32" y="176"/>
                    </a:lnTo>
                    <a:lnTo>
                      <a:pt x="26" y="190"/>
                    </a:lnTo>
                    <a:lnTo>
                      <a:pt x="19" y="206"/>
                    </a:lnTo>
                    <a:lnTo>
                      <a:pt x="14" y="222"/>
                    </a:lnTo>
                    <a:lnTo>
                      <a:pt x="10" y="239"/>
                    </a:lnTo>
                    <a:lnTo>
                      <a:pt x="6" y="255"/>
                    </a:lnTo>
                    <a:lnTo>
                      <a:pt x="4" y="273"/>
                    </a:lnTo>
                    <a:lnTo>
                      <a:pt x="2" y="290"/>
                    </a:lnTo>
                    <a:lnTo>
                      <a:pt x="1" y="309"/>
                    </a:lnTo>
                    <a:lnTo>
                      <a:pt x="0" y="328"/>
                    </a:lnTo>
                    <a:lnTo>
                      <a:pt x="1" y="346"/>
                    </a:lnTo>
                    <a:lnTo>
                      <a:pt x="2" y="362"/>
                    </a:lnTo>
                    <a:lnTo>
                      <a:pt x="3" y="380"/>
                    </a:lnTo>
                    <a:lnTo>
                      <a:pt x="6" y="395"/>
                    </a:lnTo>
                    <a:lnTo>
                      <a:pt x="9" y="412"/>
                    </a:lnTo>
                    <a:lnTo>
                      <a:pt x="12" y="427"/>
                    </a:lnTo>
                    <a:lnTo>
                      <a:pt x="16" y="441"/>
                    </a:lnTo>
                    <a:lnTo>
                      <a:pt x="22" y="457"/>
                    </a:lnTo>
                    <a:lnTo>
                      <a:pt x="28" y="470"/>
                    </a:lnTo>
                    <a:lnTo>
                      <a:pt x="34" y="484"/>
                    </a:lnTo>
                    <a:lnTo>
                      <a:pt x="41" y="497"/>
                    </a:lnTo>
                    <a:lnTo>
                      <a:pt x="48" y="509"/>
                    </a:lnTo>
                    <a:lnTo>
                      <a:pt x="56" y="522"/>
                    </a:lnTo>
                    <a:lnTo>
                      <a:pt x="66" y="534"/>
                    </a:lnTo>
                    <a:lnTo>
                      <a:pt x="75" y="544"/>
                    </a:lnTo>
                    <a:lnTo>
                      <a:pt x="84" y="555"/>
                    </a:lnTo>
                    <a:lnTo>
                      <a:pt x="95" y="565"/>
                    </a:lnTo>
                    <a:lnTo>
                      <a:pt x="106" y="574"/>
                    </a:lnTo>
                    <a:lnTo>
                      <a:pt x="118" y="583"/>
                    </a:lnTo>
                    <a:lnTo>
                      <a:pt x="130" y="592"/>
                    </a:lnTo>
                    <a:lnTo>
                      <a:pt x="143" y="599"/>
                    </a:lnTo>
                    <a:lnTo>
                      <a:pt x="156" y="606"/>
                    </a:lnTo>
                    <a:lnTo>
                      <a:pt x="169" y="612"/>
                    </a:lnTo>
                    <a:lnTo>
                      <a:pt x="184" y="618"/>
                    </a:lnTo>
                    <a:lnTo>
                      <a:pt x="199" y="623"/>
                    </a:lnTo>
                    <a:lnTo>
                      <a:pt x="215" y="628"/>
                    </a:lnTo>
                    <a:lnTo>
                      <a:pt x="230" y="632"/>
                    </a:lnTo>
                    <a:lnTo>
                      <a:pt x="247" y="635"/>
                    </a:lnTo>
                    <a:lnTo>
                      <a:pt x="263" y="637"/>
                    </a:lnTo>
                    <a:lnTo>
                      <a:pt x="280" y="639"/>
                    </a:lnTo>
                    <a:lnTo>
                      <a:pt x="298" y="640"/>
                    </a:lnTo>
                    <a:lnTo>
                      <a:pt x="316" y="641"/>
                    </a:lnTo>
                    <a:lnTo>
                      <a:pt x="344" y="640"/>
                    </a:lnTo>
                    <a:lnTo>
                      <a:pt x="370" y="638"/>
                    </a:lnTo>
                    <a:lnTo>
                      <a:pt x="393" y="635"/>
                    </a:lnTo>
                    <a:lnTo>
                      <a:pt x="415" y="632"/>
                    </a:lnTo>
                    <a:lnTo>
                      <a:pt x="435" y="628"/>
                    </a:lnTo>
                    <a:lnTo>
                      <a:pt x="451" y="622"/>
                    </a:lnTo>
                    <a:lnTo>
                      <a:pt x="465" y="617"/>
                    </a:lnTo>
                    <a:lnTo>
                      <a:pt x="478" y="612"/>
                    </a:lnTo>
                    <a:lnTo>
                      <a:pt x="458" y="523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solidFill>
                    <a:schemeClr val="bg1"/>
                  </a:solidFill>
                  <a:latin typeface="Myriad Pro"/>
                </a:endParaRPr>
              </a:p>
            </p:txBody>
          </p:sp>
          <p:sp>
            <p:nvSpPr>
              <p:cNvPr id="179" name="Freeform 178"/>
              <p:cNvSpPr>
                <a:spLocks noEditPoints="1"/>
              </p:cNvSpPr>
              <p:nvPr userDrawn="1"/>
            </p:nvSpPr>
            <p:spPr bwMode="auto">
              <a:xfrm>
                <a:off x="1562183" y="208452"/>
                <a:ext cx="363379" cy="90524"/>
              </a:xfrm>
              <a:custGeom>
                <a:avLst/>
                <a:gdLst/>
                <a:ahLst/>
                <a:cxnLst>
                  <a:cxn ang="0">
                    <a:pos x="598" y="179"/>
                  </a:cxn>
                  <a:cxn ang="0">
                    <a:pos x="598" y="0"/>
                  </a:cxn>
                  <a:cxn ang="0">
                    <a:pos x="524" y="0"/>
                  </a:cxn>
                  <a:cxn ang="0">
                    <a:pos x="449" y="0"/>
                  </a:cxn>
                  <a:cxn ang="0">
                    <a:pos x="374" y="0"/>
                  </a:cxn>
                  <a:cxn ang="0">
                    <a:pos x="299" y="0"/>
                  </a:cxn>
                  <a:cxn ang="0">
                    <a:pos x="224" y="0"/>
                  </a:cxn>
                  <a:cxn ang="0">
                    <a:pos x="150" y="0"/>
                  </a:cxn>
                  <a:cxn ang="0">
                    <a:pos x="75" y="0"/>
                  </a:cxn>
                  <a:cxn ang="0">
                    <a:pos x="0" y="0"/>
                  </a:cxn>
                  <a:cxn ang="0">
                    <a:pos x="0" y="179"/>
                  </a:cxn>
                  <a:cxn ang="0">
                    <a:pos x="176" y="179"/>
                  </a:cxn>
                  <a:cxn ang="0">
                    <a:pos x="176" y="621"/>
                  </a:cxn>
                  <a:cxn ang="0">
                    <a:pos x="423" y="621"/>
                  </a:cxn>
                  <a:cxn ang="0">
                    <a:pos x="423" y="179"/>
                  </a:cxn>
                  <a:cxn ang="0">
                    <a:pos x="598" y="179"/>
                  </a:cxn>
                  <a:cxn ang="0">
                    <a:pos x="907" y="250"/>
                  </a:cxn>
                  <a:cxn ang="0">
                    <a:pos x="781" y="621"/>
                  </a:cxn>
                  <a:cxn ang="0">
                    <a:pos x="539" y="621"/>
                  </a:cxn>
                  <a:cxn ang="0">
                    <a:pos x="776" y="0"/>
                  </a:cxn>
                  <a:cxn ang="0">
                    <a:pos x="809" y="0"/>
                  </a:cxn>
                  <a:cxn ang="0">
                    <a:pos x="842" y="0"/>
                  </a:cxn>
                  <a:cxn ang="0">
                    <a:pos x="874" y="0"/>
                  </a:cxn>
                  <a:cxn ang="0">
                    <a:pos x="907" y="0"/>
                  </a:cxn>
                  <a:cxn ang="0">
                    <a:pos x="939" y="0"/>
                  </a:cxn>
                  <a:cxn ang="0">
                    <a:pos x="972" y="0"/>
                  </a:cxn>
                  <a:cxn ang="0">
                    <a:pos x="1005" y="0"/>
                  </a:cxn>
                  <a:cxn ang="0">
                    <a:pos x="1038" y="0"/>
                  </a:cxn>
                  <a:cxn ang="0">
                    <a:pos x="1275" y="621"/>
                  </a:cxn>
                  <a:cxn ang="0">
                    <a:pos x="1033" y="621"/>
                  </a:cxn>
                  <a:cxn ang="0">
                    <a:pos x="907" y="250"/>
                  </a:cxn>
                  <a:cxn ang="0">
                    <a:pos x="1814" y="179"/>
                  </a:cxn>
                  <a:cxn ang="0">
                    <a:pos x="1814" y="0"/>
                  </a:cxn>
                  <a:cxn ang="0">
                    <a:pos x="1740" y="0"/>
                  </a:cxn>
                  <a:cxn ang="0">
                    <a:pos x="1665" y="0"/>
                  </a:cxn>
                  <a:cxn ang="0">
                    <a:pos x="1590" y="0"/>
                  </a:cxn>
                  <a:cxn ang="0">
                    <a:pos x="1515" y="0"/>
                  </a:cxn>
                  <a:cxn ang="0">
                    <a:pos x="1440" y="0"/>
                  </a:cxn>
                  <a:cxn ang="0">
                    <a:pos x="1366" y="0"/>
                  </a:cxn>
                  <a:cxn ang="0">
                    <a:pos x="1291" y="0"/>
                  </a:cxn>
                  <a:cxn ang="0">
                    <a:pos x="1216" y="0"/>
                  </a:cxn>
                  <a:cxn ang="0">
                    <a:pos x="1216" y="179"/>
                  </a:cxn>
                  <a:cxn ang="0">
                    <a:pos x="1391" y="179"/>
                  </a:cxn>
                  <a:cxn ang="0">
                    <a:pos x="1391" y="621"/>
                  </a:cxn>
                  <a:cxn ang="0">
                    <a:pos x="1639" y="621"/>
                  </a:cxn>
                  <a:cxn ang="0">
                    <a:pos x="1639" y="179"/>
                  </a:cxn>
                  <a:cxn ang="0">
                    <a:pos x="1814" y="179"/>
                  </a:cxn>
                  <a:cxn ang="0">
                    <a:pos x="2123" y="250"/>
                  </a:cxn>
                  <a:cxn ang="0">
                    <a:pos x="1996" y="621"/>
                  </a:cxn>
                  <a:cxn ang="0">
                    <a:pos x="1754" y="621"/>
                  </a:cxn>
                  <a:cxn ang="0">
                    <a:pos x="1991" y="0"/>
                  </a:cxn>
                  <a:cxn ang="0">
                    <a:pos x="2024" y="0"/>
                  </a:cxn>
                  <a:cxn ang="0">
                    <a:pos x="2057" y="0"/>
                  </a:cxn>
                  <a:cxn ang="0">
                    <a:pos x="2090" y="0"/>
                  </a:cxn>
                  <a:cxn ang="0">
                    <a:pos x="2123" y="0"/>
                  </a:cxn>
                  <a:cxn ang="0">
                    <a:pos x="2155" y="0"/>
                  </a:cxn>
                  <a:cxn ang="0">
                    <a:pos x="2188" y="0"/>
                  </a:cxn>
                  <a:cxn ang="0">
                    <a:pos x="2220" y="0"/>
                  </a:cxn>
                  <a:cxn ang="0">
                    <a:pos x="2253" y="0"/>
                  </a:cxn>
                  <a:cxn ang="0">
                    <a:pos x="2491" y="621"/>
                  </a:cxn>
                  <a:cxn ang="0">
                    <a:pos x="2248" y="621"/>
                  </a:cxn>
                  <a:cxn ang="0">
                    <a:pos x="2123" y="250"/>
                  </a:cxn>
                </a:cxnLst>
                <a:rect l="0" t="0" r="r" b="b"/>
                <a:pathLst>
                  <a:path w="2491" h="621">
                    <a:moveTo>
                      <a:pt x="598" y="179"/>
                    </a:moveTo>
                    <a:lnTo>
                      <a:pt x="598" y="0"/>
                    </a:lnTo>
                    <a:lnTo>
                      <a:pt x="524" y="0"/>
                    </a:lnTo>
                    <a:lnTo>
                      <a:pt x="449" y="0"/>
                    </a:lnTo>
                    <a:lnTo>
                      <a:pt x="374" y="0"/>
                    </a:lnTo>
                    <a:lnTo>
                      <a:pt x="299" y="0"/>
                    </a:lnTo>
                    <a:lnTo>
                      <a:pt x="224" y="0"/>
                    </a:lnTo>
                    <a:lnTo>
                      <a:pt x="150" y="0"/>
                    </a:lnTo>
                    <a:lnTo>
                      <a:pt x="75" y="0"/>
                    </a:lnTo>
                    <a:lnTo>
                      <a:pt x="0" y="0"/>
                    </a:lnTo>
                    <a:lnTo>
                      <a:pt x="0" y="179"/>
                    </a:lnTo>
                    <a:lnTo>
                      <a:pt x="176" y="179"/>
                    </a:lnTo>
                    <a:lnTo>
                      <a:pt x="176" y="621"/>
                    </a:lnTo>
                    <a:lnTo>
                      <a:pt x="423" y="621"/>
                    </a:lnTo>
                    <a:lnTo>
                      <a:pt x="423" y="179"/>
                    </a:lnTo>
                    <a:lnTo>
                      <a:pt x="598" y="179"/>
                    </a:lnTo>
                    <a:close/>
                    <a:moveTo>
                      <a:pt x="907" y="250"/>
                    </a:moveTo>
                    <a:lnTo>
                      <a:pt x="781" y="621"/>
                    </a:lnTo>
                    <a:lnTo>
                      <a:pt x="539" y="621"/>
                    </a:lnTo>
                    <a:lnTo>
                      <a:pt x="776" y="0"/>
                    </a:lnTo>
                    <a:lnTo>
                      <a:pt x="809" y="0"/>
                    </a:lnTo>
                    <a:lnTo>
                      <a:pt x="842" y="0"/>
                    </a:lnTo>
                    <a:lnTo>
                      <a:pt x="874" y="0"/>
                    </a:lnTo>
                    <a:lnTo>
                      <a:pt x="907" y="0"/>
                    </a:lnTo>
                    <a:lnTo>
                      <a:pt x="939" y="0"/>
                    </a:lnTo>
                    <a:lnTo>
                      <a:pt x="972" y="0"/>
                    </a:lnTo>
                    <a:lnTo>
                      <a:pt x="1005" y="0"/>
                    </a:lnTo>
                    <a:lnTo>
                      <a:pt x="1038" y="0"/>
                    </a:lnTo>
                    <a:lnTo>
                      <a:pt x="1275" y="621"/>
                    </a:lnTo>
                    <a:lnTo>
                      <a:pt x="1033" y="621"/>
                    </a:lnTo>
                    <a:lnTo>
                      <a:pt x="907" y="250"/>
                    </a:lnTo>
                    <a:close/>
                    <a:moveTo>
                      <a:pt x="1814" y="179"/>
                    </a:moveTo>
                    <a:lnTo>
                      <a:pt x="1814" y="0"/>
                    </a:lnTo>
                    <a:lnTo>
                      <a:pt x="1740" y="0"/>
                    </a:lnTo>
                    <a:lnTo>
                      <a:pt x="1665" y="0"/>
                    </a:lnTo>
                    <a:lnTo>
                      <a:pt x="1590" y="0"/>
                    </a:lnTo>
                    <a:lnTo>
                      <a:pt x="1515" y="0"/>
                    </a:lnTo>
                    <a:lnTo>
                      <a:pt x="1440" y="0"/>
                    </a:lnTo>
                    <a:lnTo>
                      <a:pt x="1366" y="0"/>
                    </a:lnTo>
                    <a:lnTo>
                      <a:pt x="1291" y="0"/>
                    </a:lnTo>
                    <a:lnTo>
                      <a:pt x="1216" y="0"/>
                    </a:lnTo>
                    <a:lnTo>
                      <a:pt x="1216" y="179"/>
                    </a:lnTo>
                    <a:lnTo>
                      <a:pt x="1391" y="179"/>
                    </a:lnTo>
                    <a:lnTo>
                      <a:pt x="1391" y="621"/>
                    </a:lnTo>
                    <a:lnTo>
                      <a:pt x="1639" y="621"/>
                    </a:lnTo>
                    <a:lnTo>
                      <a:pt x="1639" y="179"/>
                    </a:lnTo>
                    <a:lnTo>
                      <a:pt x="1814" y="179"/>
                    </a:lnTo>
                    <a:close/>
                    <a:moveTo>
                      <a:pt x="2123" y="250"/>
                    </a:moveTo>
                    <a:lnTo>
                      <a:pt x="1996" y="621"/>
                    </a:lnTo>
                    <a:lnTo>
                      <a:pt x="1754" y="621"/>
                    </a:lnTo>
                    <a:lnTo>
                      <a:pt x="1991" y="0"/>
                    </a:lnTo>
                    <a:lnTo>
                      <a:pt x="2024" y="0"/>
                    </a:lnTo>
                    <a:lnTo>
                      <a:pt x="2057" y="0"/>
                    </a:lnTo>
                    <a:lnTo>
                      <a:pt x="2090" y="0"/>
                    </a:lnTo>
                    <a:lnTo>
                      <a:pt x="2123" y="0"/>
                    </a:lnTo>
                    <a:lnTo>
                      <a:pt x="2155" y="0"/>
                    </a:lnTo>
                    <a:lnTo>
                      <a:pt x="2188" y="0"/>
                    </a:lnTo>
                    <a:lnTo>
                      <a:pt x="2220" y="0"/>
                    </a:lnTo>
                    <a:lnTo>
                      <a:pt x="2253" y="0"/>
                    </a:lnTo>
                    <a:lnTo>
                      <a:pt x="2491" y="621"/>
                    </a:lnTo>
                    <a:lnTo>
                      <a:pt x="2248" y="621"/>
                    </a:lnTo>
                    <a:lnTo>
                      <a:pt x="2123" y="250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solidFill>
                    <a:schemeClr val="bg1"/>
                  </a:solidFill>
                  <a:latin typeface="Myriad Pro"/>
                </a:endParaRPr>
              </a:p>
            </p:txBody>
          </p:sp>
        </p:grpSp>
        <p:cxnSp>
          <p:nvCxnSpPr>
            <p:cNvPr id="175" name="Straight Connector 174"/>
            <p:cNvCxnSpPr/>
            <p:nvPr/>
          </p:nvCxnSpPr>
          <p:spPr>
            <a:xfrm>
              <a:off x="922267" y="166149"/>
              <a:ext cx="0" cy="342581"/>
            </a:xfrm>
            <a:prstGeom prst="line">
              <a:avLst/>
            </a:prstGeom>
            <a:solidFill>
              <a:schemeClr val="tx1"/>
            </a:solidFill>
            <a:ln w="12700">
              <a:solidFill>
                <a:srgbClr val="007DC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76" name="Picture 175"/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3755" y="174956"/>
              <a:ext cx="531679" cy="337014"/>
            </a:xfrm>
            <a:prstGeom prst="rect">
              <a:avLst/>
            </a:prstGeom>
          </p:spPr>
        </p:pic>
      </p:grpSp>
      <p:pic>
        <p:nvPicPr>
          <p:cNvPr id="180" name="Picture 179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826180"/>
            <a:ext cx="4891635" cy="317319"/>
          </a:xfrm>
          <a:prstGeom prst="rect">
            <a:avLst/>
          </a:prstGeom>
        </p:spPr>
      </p:pic>
      <p:sp>
        <p:nvSpPr>
          <p:cNvPr id="21" name="TextBox 20"/>
          <p:cNvSpPr txBox="1"/>
          <p:nvPr userDrawn="1"/>
        </p:nvSpPr>
        <p:spPr>
          <a:xfrm>
            <a:off x="366308" y="4669962"/>
            <a:ext cx="2117887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Copyright © 2021 </a:t>
            </a:r>
            <a:r>
              <a:rPr lang="en-US" sz="7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Tata Consultancy Services Limited</a:t>
            </a:r>
          </a:p>
        </p:txBody>
      </p:sp>
      <p:pic>
        <p:nvPicPr>
          <p:cNvPr id="19" name="Picture 18" descr="Logo&#10;&#10;Description automatically generated">
            <a:extLst>
              <a:ext uri="{FF2B5EF4-FFF2-40B4-BE49-F238E27FC236}">
                <a16:creationId xmlns:a16="http://schemas.microsoft.com/office/drawing/2014/main" id="{C76AAF61-AED4-4E30-953A-C1727674A1C3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1625" y="123438"/>
            <a:ext cx="1260839" cy="506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71577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416">
          <p15:clr>
            <a:srgbClr val="FBAE40"/>
          </p15:clr>
        </p15:guide>
        <p15:guide id="3" pos="288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1472" y="891563"/>
            <a:ext cx="5532528" cy="3688352"/>
          </a:xfrm>
          <a:prstGeom prst="rect">
            <a:avLst/>
          </a:prstGeom>
        </p:spPr>
      </p:pic>
      <p:sp>
        <p:nvSpPr>
          <p:cNvPr id="172" name="Rectangle 171"/>
          <p:cNvSpPr/>
          <p:nvPr userDrawn="1"/>
        </p:nvSpPr>
        <p:spPr>
          <a:xfrm>
            <a:off x="-8220" y="882041"/>
            <a:ext cx="9143999" cy="3697873"/>
          </a:xfrm>
          <a:prstGeom prst="rect">
            <a:avLst/>
          </a:prstGeom>
          <a:gradFill flip="none" rotWithShape="1">
            <a:gsLst>
              <a:gs pos="0">
                <a:srgbClr val="73459B"/>
              </a:gs>
              <a:gs pos="60000">
                <a:srgbClr val="D43A5F">
                  <a:alpha val="62000"/>
                </a:srgbClr>
              </a:gs>
              <a:gs pos="39000">
                <a:srgbClr val="BA2983"/>
              </a:gs>
              <a:gs pos="100000">
                <a:srgbClr val="F04D38">
                  <a:alpha val="3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766"/>
            <a:endParaRPr lang="en-IN" dirty="0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1003" y="2091673"/>
            <a:ext cx="5123095" cy="506724"/>
          </a:xfrm>
        </p:spPr>
        <p:txBody>
          <a:bodyPr vert="horz" wrap="square" lIns="68580" tIns="34290" rIns="68580" bIns="34290" rtlCol="0" anchor="ctr">
            <a:noAutofit/>
          </a:bodyPr>
          <a:lstStyle>
            <a:lvl1pPr>
              <a:defRPr lang="en-US" sz="240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>
              <a:lnSpc>
                <a:spcPct val="90000"/>
              </a:lnSpc>
              <a:spcBef>
                <a:spcPts val="100"/>
              </a:spcBef>
            </a:pPr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1003" y="2618201"/>
            <a:ext cx="5123095" cy="342900"/>
          </a:xfrm>
        </p:spPr>
        <p:txBody>
          <a:bodyPr vert="horz" lIns="68580" tIns="34290" rIns="68580" bIns="34290" rtlCol="0">
            <a:noAutofit/>
          </a:bodyPr>
          <a:lstStyle>
            <a:lvl1pPr marL="0" indent="0">
              <a:buNone/>
              <a:defRPr lang="en-US" sz="2000" dirty="0">
                <a:solidFill>
                  <a:schemeClr val="bg1"/>
                </a:solidFill>
              </a:defRPr>
            </a:lvl1pPr>
          </a:lstStyle>
          <a:p>
            <a:pPr marL="257175" marR="0" lvl="0" indent="-257175" fontAlgn="auto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SzTx/>
              <a:tabLst/>
            </a:pPr>
            <a:r>
              <a:rPr lang="en-US" dirty="0"/>
              <a:t>Click to edit Master subtitle style</a:t>
            </a:r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399646" y="3733898"/>
            <a:ext cx="1856666" cy="301760"/>
          </a:xfrm>
        </p:spPr>
        <p:txBody>
          <a:bodyPr vert="horz" lIns="68580" tIns="34290" rIns="68580" bIns="34290" rtlCol="0">
            <a:noAutofit/>
          </a:bodyPr>
          <a:lstStyle>
            <a:lvl1pPr marL="0" indent="0">
              <a:buNone/>
              <a:defRPr lang="en-US" sz="1400" dirty="0" smtClean="0">
                <a:solidFill>
                  <a:schemeClr val="bg1"/>
                </a:solidFill>
                <a:latin typeface="+mn-lt"/>
                <a:cs typeface="Calibri Light" panose="020F0302020204030204" pitchFamily="34" charset="0"/>
              </a:defRPr>
            </a:lvl1pPr>
          </a:lstStyle>
          <a:p>
            <a:pPr marL="257175" lvl="0" indent="-257175"/>
            <a:r>
              <a:rPr lang="en-US" dirty="0"/>
              <a:t>Insert Date</a:t>
            </a:r>
          </a:p>
        </p:txBody>
      </p:sp>
      <p:sp>
        <p:nvSpPr>
          <p:cNvPr id="171" name="Rectangle 170"/>
          <p:cNvSpPr/>
          <p:nvPr userDrawn="1"/>
        </p:nvSpPr>
        <p:spPr>
          <a:xfrm rot="5400000">
            <a:off x="-112141" y="2518005"/>
            <a:ext cx="869427" cy="4534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lvl="0" algn="ctr" defTabSz="685766"/>
            <a:endParaRPr lang="en-IN" dirty="0">
              <a:solidFill>
                <a:prstClr val="white"/>
              </a:solidFill>
            </a:endParaRPr>
          </a:p>
        </p:txBody>
      </p:sp>
      <p:grpSp>
        <p:nvGrpSpPr>
          <p:cNvPr id="173" name="Group 172"/>
          <p:cNvGrpSpPr/>
          <p:nvPr userDrawn="1"/>
        </p:nvGrpSpPr>
        <p:grpSpPr>
          <a:xfrm>
            <a:off x="283755" y="163261"/>
            <a:ext cx="2129833" cy="471311"/>
            <a:chOff x="283755" y="165687"/>
            <a:chExt cx="1564837" cy="346283"/>
          </a:xfrm>
        </p:grpSpPr>
        <p:grpSp>
          <p:nvGrpSpPr>
            <p:cNvPr id="174" name="Group 173"/>
            <p:cNvGrpSpPr/>
            <p:nvPr userDrawn="1"/>
          </p:nvGrpSpPr>
          <p:grpSpPr>
            <a:xfrm>
              <a:off x="1029100" y="165687"/>
              <a:ext cx="819492" cy="346282"/>
              <a:chOff x="1323430" y="208452"/>
              <a:chExt cx="838843" cy="354460"/>
            </a:xfrm>
            <a:solidFill>
              <a:srgbClr val="007DC5"/>
            </a:solidFill>
          </p:grpSpPr>
          <p:sp>
            <p:nvSpPr>
              <p:cNvPr id="177" name="Freeform 176"/>
              <p:cNvSpPr>
                <a:spLocks noEditPoints="1"/>
              </p:cNvSpPr>
              <p:nvPr userDrawn="1"/>
            </p:nvSpPr>
            <p:spPr bwMode="auto">
              <a:xfrm>
                <a:off x="1478162" y="472445"/>
                <a:ext cx="525842" cy="90467"/>
              </a:xfrm>
              <a:custGeom>
                <a:avLst/>
                <a:gdLst/>
                <a:ahLst/>
                <a:cxnLst>
                  <a:cxn ang="0">
                    <a:pos x="3511" y="637"/>
                  </a:cxn>
                  <a:cxn ang="0">
                    <a:pos x="3625" y="591"/>
                  </a:cxn>
                  <a:cxn ang="0">
                    <a:pos x="3691" y="454"/>
                  </a:cxn>
                  <a:cxn ang="0">
                    <a:pos x="3616" y="313"/>
                  </a:cxn>
                  <a:cxn ang="0">
                    <a:pos x="3441" y="224"/>
                  </a:cxn>
                  <a:cxn ang="0">
                    <a:pos x="3415" y="147"/>
                  </a:cxn>
                  <a:cxn ang="0">
                    <a:pos x="3489" y="95"/>
                  </a:cxn>
                  <a:cxn ang="0">
                    <a:pos x="3666" y="31"/>
                  </a:cxn>
                  <a:cxn ang="0">
                    <a:pos x="3447" y="8"/>
                  </a:cxn>
                  <a:cxn ang="0">
                    <a:pos x="3301" y="142"/>
                  </a:cxn>
                  <a:cxn ang="0">
                    <a:pos x="3355" y="299"/>
                  </a:cxn>
                  <a:cxn ang="0">
                    <a:pos x="3534" y="392"/>
                  </a:cxn>
                  <a:cxn ang="0">
                    <a:pos x="3575" y="471"/>
                  </a:cxn>
                  <a:cxn ang="0">
                    <a:pos x="3511" y="540"/>
                  </a:cxn>
                  <a:cxn ang="0">
                    <a:pos x="3327" y="514"/>
                  </a:cxn>
                  <a:cxn ang="0">
                    <a:pos x="3216" y="537"/>
                  </a:cxn>
                  <a:cxn ang="0">
                    <a:pos x="2637" y="544"/>
                  </a:cxn>
                  <a:cxn ang="0">
                    <a:pos x="2502" y="526"/>
                  </a:cxn>
                  <a:cxn ang="0">
                    <a:pos x="2420" y="453"/>
                  </a:cxn>
                  <a:cxn ang="0">
                    <a:pos x="2390" y="282"/>
                  </a:cxn>
                  <a:cxn ang="0">
                    <a:pos x="2435" y="168"/>
                  </a:cxn>
                  <a:cxn ang="0">
                    <a:pos x="2538" y="102"/>
                  </a:cxn>
                  <a:cxn ang="0">
                    <a:pos x="2726" y="118"/>
                  </a:cxn>
                  <a:cxn ang="0">
                    <a:pos x="2566" y="2"/>
                  </a:cxn>
                  <a:cxn ang="0">
                    <a:pos x="2399" y="59"/>
                  </a:cxn>
                  <a:cxn ang="0">
                    <a:pos x="2293" y="190"/>
                  </a:cxn>
                  <a:cxn ang="0">
                    <a:pos x="2272" y="380"/>
                  </a:cxn>
                  <a:cxn ang="0">
                    <a:pos x="2333" y="534"/>
                  </a:cxn>
                  <a:cxn ang="0">
                    <a:pos x="2467" y="623"/>
                  </a:cxn>
                  <a:cxn ang="0">
                    <a:pos x="2684" y="632"/>
                  </a:cxn>
                  <a:cxn ang="0">
                    <a:pos x="1776" y="631"/>
                  </a:cxn>
                  <a:cxn ang="0">
                    <a:pos x="1717" y="518"/>
                  </a:cxn>
                  <a:cxn ang="0">
                    <a:pos x="1447" y="10"/>
                  </a:cxn>
                  <a:cxn ang="0">
                    <a:pos x="1210" y="97"/>
                  </a:cxn>
                  <a:cxn ang="0">
                    <a:pos x="1281" y="178"/>
                  </a:cxn>
                  <a:cxn ang="0">
                    <a:pos x="1231" y="277"/>
                  </a:cxn>
                  <a:cxn ang="0">
                    <a:pos x="1090" y="375"/>
                  </a:cxn>
                  <a:cxn ang="0">
                    <a:pos x="1233" y="415"/>
                  </a:cxn>
                  <a:cxn ang="0">
                    <a:pos x="1297" y="622"/>
                  </a:cxn>
                  <a:cxn ang="0">
                    <a:pos x="1362" y="436"/>
                  </a:cxn>
                  <a:cxn ang="0">
                    <a:pos x="1282" y="337"/>
                  </a:cxn>
                  <a:cxn ang="0">
                    <a:pos x="1374" y="258"/>
                  </a:cxn>
                  <a:cxn ang="0">
                    <a:pos x="1373" y="94"/>
                  </a:cxn>
                  <a:cxn ang="0">
                    <a:pos x="1263" y="17"/>
                  </a:cxn>
                  <a:cxn ang="0">
                    <a:pos x="995" y="15"/>
                  </a:cxn>
                  <a:cxn ang="0">
                    <a:pos x="879" y="537"/>
                  </a:cxn>
                  <a:cxn ang="0">
                    <a:pos x="118" y="637"/>
                  </a:cxn>
                  <a:cxn ang="0">
                    <a:pos x="303" y="613"/>
                  </a:cxn>
                  <a:cxn ang="0">
                    <a:pos x="388" y="526"/>
                  </a:cxn>
                  <a:cxn ang="0">
                    <a:pos x="373" y="355"/>
                  </a:cxn>
                  <a:cxn ang="0">
                    <a:pos x="190" y="247"/>
                  </a:cxn>
                  <a:cxn ang="0">
                    <a:pos x="125" y="177"/>
                  </a:cxn>
                  <a:cxn ang="0">
                    <a:pos x="163" y="107"/>
                  </a:cxn>
                  <a:cxn ang="0">
                    <a:pos x="317" y="108"/>
                  </a:cxn>
                  <a:cxn ang="0">
                    <a:pos x="254" y="1"/>
                  </a:cxn>
                  <a:cxn ang="0">
                    <a:pos x="44" y="77"/>
                  </a:cxn>
                  <a:cxn ang="0">
                    <a:pos x="29" y="253"/>
                  </a:cxn>
                  <a:cxn ang="0">
                    <a:pos x="178" y="359"/>
                  </a:cxn>
                  <a:cxn ang="0">
                    <a:pos x="284" y="437"/>
                  </a:cxn>
                  <a:cxn ang="0">
                    <a:pos x="259" y="524"/>
                  </a:cxn>
                  <a:cxn ang="0">
                    <a:pos x="112" y="540"/>
                  </a:cxn>
                </a:cxnLst>
                <a:rect l="0" t="0" r="r" b="b"/>
                <a:pathLst>
                  <a:path w="3691" h="641">
                    <a:moveTo>
                      <a:pt x="3288" y="601"/>
                    </a:moveTo>
                    <a:lnTo>
                      <a:pt x="3302" y="609"/>
                    </a:lnTo>
                    <a:lnTo>
                      <a:pt x="3319" y="616"/>
                    </a:lnTo>
                    <a:lnTo>
                      <a:pt x="3338" y="622"/>
                    </a:lnTo>
                    <a:lnTo>
                      <a:pt x="3360" y="629"/>
                    </a:lnTo>
                    <a:lnTo>
                      <a:pt x="3382" y="634"/>
                    </a:lnTo>
                    <a:lnTo>
                      <a:pt x="3406" y="637"/>
                    </a:lnTo>
                    <a:lnTo>
                      <a:pt x="3431" y="640"/>
                    </a:lnTo>
                    <a:lnTo>
                      <a:pt x="3455" y="641"/>
                    </a:lnTo>
                    <a:lnTo>
                      <a:pt x="3484" y="640"/>
                    </a:lnTo>
                    <a:lnTo>
                      <a:pt x="3511" y="637"/>
                    </a:lnTo>
                    <a:lnTo>
                      <a:pt x="3524" y="635"/>
                    </a:lnTo>
                    <a:lnTo>
                      <a:pt x="3536" y="632"/>
                    </a:lnTo>
                    <a:lnTo>
                      <a:pt x="3548" y="629"/>
                    </a:lnTo>
                    <a:lnTo>
                      <a:pt x="3559" y="625"/>
                    </a:lnTo>
                    <a:lnTo>
                      <a:pt x="3570" y="621"/>
                    </a:lnTo>
                    <a:lnTo>
                      <a:pt x="3581" y="617"/>
                    </a:lnTo>
                    <a:lnTo>
                      <a:pt x="3590" y="613"/>
                    </a:lnTo>
                    <a:lnTo>
                      <a:pt x="3600" y="608"/>
                    </a:lnTo>
                    <a:lnTo>
                      <a:pt x="3608" y="603"/>
                    </a:lnTo>
                    <a:lnTo>
                      <a:pt x="3618" y="597"/>
                    </a:lnTo>
                    <a:lnTo>
                      <a:pt x="3625" y="591"/>
                    </a:lnTo>
                    <a:lnTo>
                      <a:pt x="3633" y="584"/>
                    </a:lnTo>
                    <a:lnTo>
                      <a:pt x="3639" y="578"/>
                    </a:lnTo>
                    <a:lnTo>
                      <a:pt x="3646" y="571"/>
                    </a:lnTo>
                    <a:lnTo>
                      <a:pt x="3653" y="564"/>
                    </a:lnTo>
                    <a:lnTo>
                      <a:pt x="3658" y="557"/>
                    </a:lnTo>
                    <a:lnTo>
                      <a:pt x="3668" y="541"/>
                    </a:lnTo>
                    <a:lnTo>
                      <a:pt x="3676" y="526"/>
                    </a:lnTo>
                    <a:lnTo>
                      <a:pt x="3682" y="508"/>
                    </a:lnTo>
                    <a:lnTo>
                      <a:pt x="3687" y="491"/>
                    </a:lnTo>
                    <a:lnTo>
                      <a:pt x="3690" y="472"/>
                    </a:lnTo>
                    <a:lnTo>
                      <a:pt x="3691" y="454"/>
                    </a:lnTo>
                    <a:lnTo>
                      <a:pt x="3690" y="437"/>
                    </a:lnTo>
                    <a:lnTo>
                      <a:pt x="3688" y="422"/>
                    </a:lnTo>
                    <a:lnTo>
                      <a:pt x="3684" y="407"/>
                    </a:lnTo>
                    <a:lnTo>
                      <a:pt x="3680" y="393"/>
                    </a:lnTo>
                    <a:lnTo>
                      <a:pt x="3675" y="380"/>
                    </a:lnTo>
                    <a:lnTo>
                      <a:pt x="3668" y="367"/>
                    </a:lnTo>
                    <a:lnTo>
                      <a:pt x="3660" y="355"/>
                    </a:lnTo>
                    <a:lnTo>
                      <a:pt x="3651" y="344"/>
                    </a:lnTo>
                    <a:lnTo>
                      <a:pt x="3640" y="332"/>
                    </a:lnTo>
                    <a:lnTo>
                      <a:pt x="3629" y="322"/>
                    </a:lnTo>
                    <a:lnTo>
                      <a:pt x="3616" y="313"/>
                    </a:lnTo>
                    <a:lnTo>
                      <a:pt x="3601" y="303"/>
                    </a:lnTo>
                    <a:lnTo>
                      <a:pt x="3586" y="294"/>
                    </a:lnTo>
                    <a:lnTo>
                      <a:pt x="3568" y="286"/>
                    </a:lnTo>
                    <a:lnTo>
                      <a:pt x="3550" y="278"/>
                    </a:lnTo>
                    <a:lnTo>
                      <a:pt x="3530" y="270"/>
                    </a:lnTo>
                    <a:lnTo>
                      <a:pt x="3502" y="258"/>
                    </a:lnTo>
                    <a:lnTo>
                      <a:pt x="3477" y="247"/>
                    </a:lnTo>
                    <a:lnTo>
                      <a:pt x="3467" y="242"/>
                    </a:lnTo>
                    <a:lnTo>
                      <a:pt x="3457" y="236"/>
                    </a:lnTo>
                    <a:lnTo>
                      <a:pt x="3448" y="230"/>
                    </a:lnTo>
                    <a:lnTo>
                      <a:pt x="3441" y="224"/>
                    </a:lnTo>
                    <a:lnTo>
                      <a:pt x="3434" y="219"/>
                    </a:lnTo>
                    <a:lnTo>
                      <a:pt x="3428" y="213"/>
                    </a:lnTo>
                    <a:lnTo>
                      <a:pt x="3423" y="206"/>
                    </a:lnTo>
                    <a:lnTo>
                      <a:pt x="3419" y="200"/>
                    </a:lnTo>
                    <a:lnTo>
                      <a:pt x="3416" y="192"/>
                    </a:lnTo>
                    <a:lnTo>
                      <a:pt x="3414" y="184"/>
                    </a:lnTo>
                    <a:lnTo>
                      <a:pt x="3412" y="177"/>
                    </a:lnTo>
                    <a:lnTo>
                      <a:pt x="3412" y="168"/>
                    </a:lnTo>
                    <a:lnTo>
                      <a:pt x="3412" y="162"/>
                    </a:lnTo>
                    <a:lnTo>
                      <a:pt x="3413" y="154"/>
                    </a:lnTo>
                    <a:lnTo>
                      <a:pt x="3415" y="147"/>
                    </a:lnTo>
                    <a:lnTo>
                      <a:pt x="3418" y="141"/>
                    </a:lnTo>
                    <a:lnTo>
                      <a:pt x="3421" y="135"/>
                    </a:lnTo>
                    <a:lnTo>
                      <a:pt x="3426" y="129"/>
                    </a:lnTo>
                    <a:lnTo>
                      <a:pt x="3431" y="122"/>
                    </a:lnTo>
                    <a:lnTo>
                      <a:pt x="3437" y="117"/>
                    </a:lnTo>
                    <a:lnTo>
                      <a:pt x="3443" y="112"/>
                    </a:lnTo>
                    <a:lnTo>
                      <a:pt x="3450" y="107"/>
                    </a:lnTo>
                    <a:lnTo>
                      <a:pt x="3459" y="103"/>
                    </a:lnTo>
                    <a:lnTo>
                      <a:pt x="3469" y="100"/>
                    </a:lnTo>
                    <a:lnTo>
                      <a:pt x="3479" y="97"/>
                    </a:lnTo>
                    <a:lnTo>
                      <a:pt x="3489" y="95"/>
                    </a:lnTo>
                    <a:lnTo>
                      <a:pt x="3502" y="94"/>
                    </a:lnTo>
                    <a:lnTo>
                      <a:pt x="3515" y="94"/>
                    </a:lnTo>
                    <a:lnTo>
                      <a:pt x="3535" y="94"/>
                    </a:lnTo>
                    <a:lnTo>
                      <a:pt x="3555" y="96"/>
                    </a:lnTo>
                    <a:lnTo>
                      <a:pt x="3573" y="100"/>
                    </a:lnTo>
                    <a:lnTo>
                      <a:pt x="3590" y="104"/>
                    </a:lnTo>
                    <a:lnTo>
                      <a:pt x="3604" y="108"/>
                    </a:lnTo>
                    <a:lnTo>
                      <a:pt x="3618" y="113"/>
                    </a:lnTo>
                    <a:lnTo>
                      <a:pt x="3629" y="118"/>
                    </a:lnTo>
                    <a:lnTo>
                      <a:pt x="3638" y="122"/>
                    </a:lnTo>
                    <a:lnTo>
                      <a:pt x="3666" y="31"/>
                    </a:lnTo>
                    <a:lnTo>
                      <a:pt x="3653" y="25"/>
                    </a:lnTo>
                    <a:lnTo>
                      <a:pt x="3638" y="20"/>
                    </a:lnTo>
                    <a:lnTo>
                      <a:pt x="3622" y="14"/>
                    </a:lnTo>
                    <a:lnTo>
                      <a:pt x="3604" y="9"/>
                    </a:lnTo>
                    <a:lnTo>
                      <a:pt x="3585" y="6"/>
                    </a:lnTo>
                    <a:lnTo>
                      <a:pt x="3564" y="3"/>
                    </a:lnTo>
                    <a:lnTo>
                      <a:pt x="3542" y="1"/>
                    </a:lnTo>
                    <a:lnTo>
                      <a:pt x="3517" y="0"/>
                    </a:lnTo>
                    <a:lnTo>
                      <a:pt x="3492" y="1"/>
                    </a:lnTo>
                    <a:lnTo>
                      <a:pt x="3469" y="4"/>
                    </a:lnTo>
                    <a:lnTo>
                      <a:pt x="3447" y="8"/>
                    </a:lnTo>
                    <a:lnTo>
                      <a:pt x="3426" y="14"/>
                    </a:lnTo>
                    <a:lnTo>
                      <a:pt x="3406" y="22"/>
                    </a:lnTo>
                    <a:lnTo>
                      <a:pt x="3389" y="30"/>
                    </a:lnTo>
                    <a:lnTo>
                      <a:pt x="3372" y="40"/>
                    </a:lnTo>
                    <a:lnTo>
                      <a:pt x="3357" y="51"/>
                    </a:lnTo>
                    <a:lnTo>
                      <a:pt x="3343" y="64"/>
                    </a:lnTo>
                    <a:lnTo>
                      <a:pt x="3331" y="77"/>
                    </a:lnTo>
                    <a:lnTo>
                      <a:pt x="3322" y="93"/>
                    </a:lnTo>
                    <a:lnTo>
                      <a:pt x="3312" y="108"/>
                    </a:lnTo>
                    <a:lnTo>
                      <a:pt x="3306" y="124"/>
                    </a:lnTo>
                    <a:lnTo>
                      <a:pt x="3301" y="142"/>
                    </a:lnTo>
                    <a:lnTo>
                      <a:pt x="3298" y="159"/>
                    </a:lnTo>
                    <a:lnTo>
                      <a:pt x="3297" y="179"/>
                    </a:lnTo>
                    <a:lnTo>
                      <a:pt x="3298" y="194"/>
                    </a:lnTo>
                    <a:lnTo>
                      <a:pt x="3300" y="211"/>
                    </a:lnTo>
                    <a:lnTo>
                      <a:pt x="3304" y="225"/>
                    </a:lnTo>
                    <a:lnTo>
                      <a:pt x="3309" y="240"/>
                    </a:lnTo>
                    <a:lnTo>
                      <a:pt x="3316" y="253"/>
                    </a:lnTo>
                    <a:lnTo>
                      <a:pt x="3324" y="265"/>
                    </a:lnTo>
                    <a:lnTo>
                      <a:pt x="3333" y="277"/>
                    </a:lnTo>
                    <a:lnTo>
                      <a:pt x="3343" y="288"/>
                    </a:lnTo>
                    <a:lnTo>
                      <a:pt x="3355" y="299"/>
                    </a:lnTo>
                    <a:lnTo>
                      <a:pt x="3367" y="310"/>
                    </a:lnTo>
                    <a:lnTo>
                      <a:pt x="3381" y="319"/>
                    </a:lnTo>
                    <a:lnTo>
                      <a:pt x="3396" y="328"/>
                    </a:lnTo>
                    <a:lnTo>
                      <a:pt x="3412" y="336"/>
                    </a:lnTo>
                    <a:lnTo>
                      <a:pt x="3429" y="345"/>
                    </a:lnTo>
                    <a:lnTo>
                      <a:pt x="3447" y="352"/>
                    </a:lnTo>
                    <a:lnTo>
                      <a:pt x="3466" y="359"/>
                    </a:lnTo>
                    <a:lnTo>
                      <a:pt x="3492" y="369"/>
                    </a:lnTo>
                    <a:lnTo>
                      <a:pt x="3516" y="381"/>
                    </a:lnTo>
                    <a:lnTo>
                      <a:pt x="3525" y="386"/>
                    </a:lnTo>
                    <a:lnTo>
                      <a:pt x="3534" y="392"/>
                    </a:lnTo>
                    <a:lnTo>
                      <a:pt x="3543" y="397"/>
                    </a:lnTo>
                    <a:lnTo>
                      <a:pt x="3550" y="403"/>
                    </a:lnTo>
                    <a:lnTo>
                      <a:pt x="3556" y="409"/>
                    </a:lnTo>
                    <a:lnTo>
                      <a:pt x="3561" y="417"/>
                    </a:lnTo>
                    <a:lnTo>
                      <a:pt x="3565" y="423"/>
                    </a:lnTo>
                    <a:lnTo>
                      <a:pt x="3569" y="430"/>
                    </a:lnTo>
                    <a:lnTo>
                      <a:pt x="3571" y="437"/>
                    </a:lnTo>
                    <a:lnTo>
                      <a:pt x="3573" y="445"/>
                    </a:lnTo>
                    <a:lnTo>
                      <a:pt x="3575" y="454"/>
                    </a:lnTo>
                    <a:lnTo>
                      <a:pt x="3576" y="462"/>
                    </a:lnTo>
                    <a:lnTo>
                      <a:pt x="3575" y="471"/>
                    </a:lnTo>
                    <a:lnTo>
                      <a:pt x="3573" y="480"/>
                    </a:lnTo>
                    <a:lnTo>
                      <a:pt x="3571" y="489"/>
                    </a:lnTo>
                    <a:lnTo>
                      <a:pt x="3567" y="497"/>
                    </a:lnTo>
                    <a:lnTo>
                      <a:pt x="3563" y="504"/>
                    </a:lnTo>
                    <a:lnTo>
                      <a:pt x="3558" y="511"/>
                    </a:lnTo>
                    <a:lnTo>
                      <a:pt x="3553" y="517"/>
                    </a:lnTo>
                    <a:lnTo>
                      <a:pt x="3546" y="524"/>
                    </a:lnTo>
                    <a:lnTo>
                      <a:pt x="3539" y="529"/>
                    </a:lnTo>
                    <a:lnTo>
                      <a:pt x="3530" y="533"/>
                    </a:lnTo>
                    <a:lnTo>
                      <a:pt x="3521" y="537"/>
                    </a:lnTo>
                    <a:lnTo>
                      <a:pt x="3511" y="540"/>
                    </a:lnTo>
                    <a:lnTo>
                      <a:pt x="3500" y="543"/>
                    </a:lnTo>
                    <a:lnTo>
                      <a:pt x="3488" y="545"/>
                    </a:lnTo>
                    <a:lnTo>
                      <a:pt x="3476" y="546"/>
                    </a:lnTo>
                    <a:lnTo>
                      <a:pt x="3463" y="546"/>
                    </a:lnTo>
                    <a:lnTo>
                      <a:pt x="3441" y="546"/>
                    </a:lnTo>
                    <a:lnTo>
                      <a:pt x="3420" y="543"/>
                    </a:lnTo>
                    <a:lnTo>
                      <a:pt x="3400" y="540"/>
                    </a:lnTo>
                    <a:lnTo>
                      <a:pt x="3379" y="535"/>
                    </a:lnTo>
                    <a:lnTo>
                      <a:pt x="3361" y="529"/>
                    </a:lnTo>
                    <a:lnTo>
                      <a:pt x="3343" y="523"/>
                    </a:lnTo>
                    <a:lnTo>
                      <a:pt x="3327" y="514"/>
                    </a:lnTo>
                    <a:lnTo>
                      <a:pt x="3312" y="507"/>
                    </a:lnTo>
                    <a:lnTo>
                      <a:pt x="3288" y="601"/>
                    </a:lnTo>
                    <a:close/>
                    <a:moveTo>
                      <a:pt x="3188" y="263"/>
                    </a:moveTo>
                    <a:lnTo>
                      <a:pt x="2955" y="263"/>
                    </a:lnTo>
                    <a:lnTo>
                      <a:pt x="2955" y="104"/>
                    </a:lnTo>
                    <a:lnTo>
                      <a:pt x="3202" y="104"/>
                    </a:lnTo>
                    <a:lnTo>
                      <a:pt x="3202" y="10"/>
                    </a:lnTo>
                    <a:lnTo>
                      <a:pt x="2841" y="10"/>
                    </a:lnTo>
                    <a:lnTo>
                      <a:pt x="2841" y="631"/>
                    </a:lnTo>
                    <a:lnTo>
                      <a:pt x="3216" y="631"/>
                    </a:lnTo>
                    <a:lnTo>
                      <a:pt x="3216" y="537"/>
                    </a:lnTo>
                    <a:lnTo>
                      <a:pt x="2955" y="537"/>
                    </a:lnTo>
                    <a:lnTo>
                      <a:pt x="2955" y="355"/>
                    </a:lnTo>
                    <a:lnTo>
                      <a:pt x="3188" y="355"/>
                    </a:lnTo>
                    <a:lnTo>
                      <a:pt x="3188" y="263"/>
                    </a:lnTo>
                    <a:close/>
                    <a:moveTo>
                      <a:pt x="2727" y="523"/>
                    </a:moveTo>
                    <a:lnTo>
                      <a:pt x="2714" y="528"/>
                    </a:lnTo>
                    <a:lnTo>
                      <a:pt x="2701" y="532"/>
                    </a:lnTo>
                    <a:lnTo>
                      <a:pt x="2687" y="536"/>
                    </a:lnTo>
                    <a:lnTo>
                      <a:pt x="2671" y="539"/>
                    </a:lnTo>
                    <a:lnTo>
                      <a:pt x="2655" y="542"/>
                    </a:lnTo>
                    <a:lnTo>
                      <a:pt x="2637" y="544"/>
                    </a:lnTo>
                    <a:lnTo>
                      <a:pt x="2621" y="545"/>
                    </a:lnTo>
                    <a:lnTo>
                      <a:pt x="2604" y="545"/>
                    </a:lnTo>
                    <a:lnTo>
                      <a:pt x="2590" y="545"/>
                    </a:lnTo>
                    <a:lnTo>
                      <a:pt x="2579" y="544"/>
                    </a:lnTo>
                    <a:lnTo>
                      <a:pt x="2567" y="543"/>
                    </a:lnTo>
                    <a:lnTo>
                      <a:pt x="2555" y="541"/>
                    </a:lnTo>
                    <a:lnTo>
                      <a:pt x="2544" y="539"/>
                    </a:lnTo>
                    <a:lnTo>
                      <a:pt x="2533" y="537"/>
                    </a:lnTo>
                    <a:lnTo>
                      <a:pt x="2522" y="534"/>
                    </a:lnTo>
                    <a:lnTo>
                      <a:pt x="2512" y="530"/>
                    </a:lnTo>
                    <a:lnTo>
                      <a:pt x="2502" y="526"/>
                    </a:lnTo>
                    <a:lnTo>
                      <a:pt x="2493" y="522"/>
                    </a:lnTo>
                    <a:lnTo>
                      <a:pt x="2483" y="516"/>
                    </a:lnTo>
                    <a:lnTo>
                      <a:pt x="2475" y="511"/>
                    </a:lnTo>
                    <a:lnTo>
                      <a:pt x="2467" y="505"/>
                    </a:lnTo>
                    <a:lnTo>
                      <a:pt x="2459" y="499"/>
                    </a:lnTo>
                    <a:lnTo>
                      <a:pt x="2451" y="492"/>
                    </a:lnTo>
                    <a:lnTo>
                      <a:pt x="2444" y="486"/>
                    </a:lnTo>
                    <a:lnTo>
                      <a:pt x="2437" y="477"/>
                    </a:lnTo>
                    <a:lnTo>
                      <a:pt x="2431" y="470"/>
                    </a:lnTo>
                    <a:lnTo>
                      <a:pt x="2426" y="462"/>
                    </a:lnTo>
                    <a:lnTo>
                      <a:pt x="2420" y="453"/>
                    </a:lnTo>
                    <a:lnTo>
                      <a:pt x="2414" y="443"/>
                    </a:lnTo>
                    <a:lnTo>
                      <a:pt x="2410" y="434"/>
                    </a:lnTo>
                    <a:lnTo>
                      <a:pt x="2406" y="425"/>
                    </a:lnTo>
                    <a:lnTo>
                      <a:pt x="2402" y="415"/>
                    </a:lnTo>
                    <a:lnTo>
                      <a:pt x="2396" y="393"/>
                    </a:lnTo>
                    <a:lnTo>
                      <a:pt x="2391" y="371"/>
                    </a:lnTo>
                    <a:lnTo>
                      <a:pt x="2389" y="347"/>
                    </a:lnTo>
                    <a:lnTo>
                      <a:pt x="2388" y="322"/>
                    </a:lnTo>
                    <a:lnTo>
                      <a:pt x="2388" y="309"/>
                    </a:lnTo>
                    <a:lnTo>
                      <a:pt x="2389" y="295"/>
                    </a:lnTo>
                    <a:lnTo>
                      <a:pt x="2390" y="282"/>
                    </a:lnTo>
                    <a:lnTo>
                      <a:pt x="2392" y="270"/>
                    </a:lnTo>
                    <a:lnTo>
                      <a:pt x="2394" y="257"/>
                    </a:lnTo>
                    <a:lnTo>
                      <a:pt x="2397" y="246"/>
                    </a:lnTo>
                    <a:lnTo>
                      <a:pt x="2400" y="235"/>
                    </a:lnTo>
                    <a:lnTo>
                      <a:pt x="2403" y="223"/>
                    </a:lnTo>
                    <a:lnTo>
                      <a:pt x="2408" y="213"/>
                    </a:lnTo>
                    <a:lnTo>
                      <a:pt x="2412" y="203"/>
                    </a:lnTo>
                    <a:lnTo>
                      <a:pt x="2418" y="193"/>
                    </a:lnTo>
                    <a:lnTo>
                      <a:pt x="2423" y="184"/>
                    </a:lnTo>
                    <a:lnTo>
                      <a:pt x="2429" y="176"/>
                    </a:lnTo>
                    <a:lnTo>
                      <a:pt x="2435" y="168"/>
                    </a:lnTo>
                    <a:lnTo>
                      <a:pt x="2441" y="159"/>
                    </a:lnTo>
                    <a:lnTo>
                      <a:pt x="2448" y="152"/>
                    </a:lnTo>
                    <a:lnTo>
                      <a:pt x="2457" y="145"/>
                    </a:lnTo>
                    <a:lnTo>
                      <a:pt x="2464" y="139"/>
                    </a:lnTo>
                    <a:lnTo>
                      <a:pt x="2472" y="133"/>
                    </a:lnTo>
                    <a:lnTo>
                      <a:pt x="2480" y="127"/>
                    </a:lnTo>
                    <a:lnTo>
                      <a:pt x="2489" y="121"/>
                    </a:lnTo>
                    <a:lnTo>
                      <a:pt x="2499" y="117"/>
                    </a:lnTo>
                    <a:lnTo>
                      <a:pt x="2508" y="112"/>
                    </a:lnTo>
                    <a:lnTo>
                      <a:pt x="2517" y="109"/>
                    </a:lnTo>
                    <a:lnTo>
                      <a:pt x="2538" y="102"/>
                    </a:lnTo>
                    <a:lnTo>
                      <a:pt x="2559" y="98"/>
                    </a:lnTo>
                    <a:lnTo>
                      <a:pt x="2582" y="95"/>
                    </a:lnTo>
                    <a:lnTo>
                      <a:pt x="2605" y="94"/>
                    </a:lnTo>
                    <a:lnTo>
                      <a:pt x="2623" y="95"/>
                    </a:lnTo>
                    <a:lnTo>
                      <a:pt x="2641" y="96"/>
                    </a:lnTo>
                    <a:lnTo>
                      <a:pt x="2658" y="98"/>
                    </a:lnTo>
                    <a:lnTo>
                      <a:pt x="2673" y="101"/>
                    </a:lnTo>
                    <a:lnTo>
                      <a:pt x="2688" y="105"/>
                    </a:lnTo>
                    <a:lnTo>
                      <a:pt x="2701" y="109"/>
                    </a:lnTo>
                    <a:lnTo>
                      <a:pt x="2714" y="113"/>
                    </a:lnTo>
                    <a:lnTo>
                      <a:pt x="2726" y="118"/>
                    </a:lnTo>
                    <a:lnTo>
                      <a:pt x="2750" y="28"/>
                    </a:lnTo>
                    <a:lnTo>
                      <a:pt x="2740" y="24"/>
                    </a:lnTo>
                    <a:lnTo>
                      <a:pt x="2728" y="19"/>
                    </a:lnTo>
                    <a:lnTo>
                      <a:pt x="2712" y="13"/>
                    </a:lnTo>
                    <a:lnTo>
                      <a:pt x="2695" y="9"/>
                    </a:lnTo>
                    <a:lnTo>
                      <a:pt x="2674" y="6"/>
                    </a:lnTo>
                    <a:lnTo>
                      <a:pt x="2652" y="3"/>
                    </a:lnTo>
                    <a:lnTo>
                      <a:pt x="2627" y="1"/>
                    </a:lnTo>
                    <a:lnTo>
                      <a:pt x="2600" y="0"/>
                    </a:lnTo>
                    <a:lnTo>
                      <a:pt x="2583" y="1"/>
                    </a:lnTo>
                    <a:lnTo>
                      <a:pt x="2566" y="2"/>
                    </a:lnTo>
                    <a:lnTo>
                      <a:pt x="2548" y="4"/>
                    </a:lnTo>
                    <a:lnTo>
                      <a:pt x="2532" y="6"/>
                    </a:lnTo>
                    <a:lnTo>
                      <a:pt x="2515" y="9"/>
                    </a:lnTo>
                    <a:lnTo>
                      <a:pt x="2499" y="13"/>
                    </a:lnTo>
                    <a:lnTo>
                      <a:pt x="2483" y="17"/>
                    </a:lnTo>
                    <a:lnTo>
                      <a:pt x="2468" y="23"/>
                    </a:lnTo>
                    <a:lnTo>
                      <a:pt x="2454" y="29"/>
                    </a:lnTo>
                    <a:lnTo>
                      <a:pt x="2439" y="35"/>
                    </a:lnTo>
                    <a:lnTo>
                      <a:pt x="2426" y="42"/>
                    </a:lnTo>
                    <a:lnTo>
                      <a:pt x="2411" y="50"/>
                    </a:lnTo>
                    <a:lnTo>
                      <a:pt x="2399" y="59"/>
                    </a:lnTo>
                    <a:lnTo>
                      <a:pt x="2387" y="68"/>
                    </a:lnTo>
                    <a:lnTo>
                      <a:pt x="2374" y="77"/>
                    </a:lnTo>
                    <a:lnTo>
                      <a:pt x="2363" y="87"/>
                    </a:lnTo>
                    <a:lnTo>
                      <a:pt x="2352" y="99"/>
                    </a:lnTo>
                    <a:lnTo>
                      <a:pt x="2342" y="110"/>
                    </a:lnTo>
                    <a:lnTo>
                      <a:pt x="2332" y="122"/>
                    </a:lnTo>
                    <a:lnTo>
                      <a:pt x="2323" y="135"/>
                    </a:lnTo>
                    <a:lnTo>
                      <a:pt x="2315" y="148"/>
                    </a:lnTo>
                    <a:lnTo>
                      <a:pt x="2307" y="162"/>
                    </a:lnTo>
                    <a:lnTo>
                      <a:pt x="2300" y="176"/>
                    </a:lnTo>
                    <a:lnTo>
                      <a:pt x="2293" y="190"/>
                    </a:lnTo>
                    <a:lnTo>
                      <a:pt x="2288" y="206"/>
                    </a:lnTo>
                    <a:lnTo>
                      <a:pt x="2283" y="222"/>
                    </a:lnTo>
                    <a:lnTo>
                      <a:pt x="2278" y="239"/>
                    </a:lnTo>
                    <a:lnTo>
                      <a:pt x="2275" y="255"/>
                    </a:lnTo>
                    <a:lnTo>
                      <a:pt x="2272" y="273"/>
                    </a:lnTo>
                    <a:lnTo>
                      <a:pt x="2270" y="290"/>
                    </a:lnTo>
                    <a:lnTo>
                      <a:pt x="2269" y="309"/>
                    </a:lnTo>
                    <a:lnTo>
                      <a:pt x="2269" y="328"/>
                    </a:lnTo>
                    <a:lnTo>
                      <a:pt x="2269" y="346"/>
                    </a:lnTo>
                    <a:lnTo>
                      <a:pt x="2270" y="362"/>
                    </a:lnTo>
                    <a:lnTo>
                      <a:pt x="2272" y="380"/>
                    </a:lnTo>
                    <a:lnTo>
                      <a:pt x="2274" y="395"/>
                    </a:lnTo>
                    <a:lnTo>
                      <a:pt x="2277" y="412"/>
                    </a:lnTo>
                    <a:lnTo>
                      <a:pt x="2281" y="427"/>
                    </a:lnTo>
                    <a:lnTo>
                      <a:pt x="2285" y="441"/>
                    </a:lnTo>
                    <a:lnTo>
                      <a:pt x="2290" y="457"/>
                    </a:lnTo>
                    <a:lnTo>
                      <a:pt x="2295" y="470"/>
                    </a:lnTo>
                    <a:lnTo>
                      <a:pt x="2302" y="484"/>
                    </a:lnTo>
                    <a:lnTo>
                      <a:pt x="2309" y="497"/>
                    </a:lnTo>
                    <a:lnTo>
                      <a:pt x="2317" y="509"/>
                    </a:lnTo>
                    <a:lnTo>
                      <a:pt x="2325" y="522"/>
                    </a:lnTo>
                    <a:lnTo>
                      <a:pt x="2333" y="534"/>
                    </a:lnTo>
                    <a:lnTo>
                      <a:pt x="2343" y="544"/>
                    </a:lnTo>
                    <a:lnTo>
                      <a:pt x="2353" y="555"/>
                    </a:lnTo>
                    <a:lnTo>
                      <a:pt x="2363" y="565"/>
                    </a:lnTo>
                    <a:lnTo>
                      <a:pt x="2374" y="574"/>
                    </a:lnTo>
                    <a:lnTo>
                      <a:pt x="2386" y="583"/>
                    </a:lnTo>
                    <a:lnTo>
                      <a:pt x="2398" y="592"/>
                    </a:lnTo>
                    <a:lnTo>
                      <a:pt x="2411" y="599"/>
                    </a:lnTo>
                    <a:lnTo>
                      <a:pt x="2424" y="606"/>
                    </a:lnTo>
                    <a:lnTo>
                      <a:pt x="2438" y="612"/>
                    </a:lnTo>
                    <a:lnTo>
                      <a:pt x="2452" y="618"/>
                    </a:lnTo>
                    <a:lnTo>
                      <a:pt x="2467" y="623"/>
                    </a:lnTo>
                    <a:lnTo>
                      <a:pt x="2482" y="628"/>
                    </a:lnTo>
                    <a:lnTo>
                      <a:pt x="2499" y="632"/>
                    </a:lnTo>
                    <a:lnTo>
                      <a:pt x="2515" y="635"/>
                    </a:lnTo>
                    <a:lnTo>
                      <a:pt x="2532" y="637"/>
                    </a:lnTo>
                    <a:lnTo>
                      <a:pt x="2549" y="639"/>
                    </a:lnTo>
                    <a:lnTo>
                      <a:pt x="2567" y="640"/>
                    </a:lnTo>
                    <a:lnTo>
                      <a:pt x="2585" y="641"/>
                    </a:lnTo>
                    <a:lnTo>
                      <a:pt x="2612" y="640"/>
                    </a:lnTo>
                    <a:lnTo>
                      <a:pt x="2637" y="638"/>
                    </a:lnTo>
                    <a:lnTo>
                      <a:pt x="2661" y="635"/>
                    </a:lnTo>
                    <a:lnTo>
                      <a:pt x="2684" y="632"/>
                    </a:lnTo>
                    <a:lnTo>
                      <a:pt x="2702" y="628"/>
                    </a:lnTo>
                    <a:lnTo>
                      <a:pt x="2720" y="622"/>
                    </a:lnTo>
                    <a:lnTo>
                      <a:pt x="2734" y="617"/>
                    </a:lnTo>
                    <a:lnTo>
                      <a:pt x="2745" y="612"/>
                    </a:lnTo>
                    <a:lnTo>
                      <a:pt x="2727" y="523"/>
                    </a:lnTo>
                    <a:close/>
                    <a:moveTo>
                      <a:pt x="2058" y="10"/>
                    </a:moveTo>
                    <a:lnTo>
                      <a:pt x="2058" y="631"/>
                    </a:lnTo>
                    <a:lnTo>
                      <a:pt x="2171" y="631"/>
                    </a:lnTo>
                    <a:lnTo>
                      <a:pt x="2171" y="10"/>
                    </a:lnTo>
                    <a:lnTo>
                      <a:pt x="2058" y="10"/>
                    </a:lnTo>
                    <a:close/>
                    <a:moveTo>
                      <a:pt x="1776" y="631"/>
                    </a:moveTo>
                    <a:lnTo>
                      <a:pt x="1991" y="10"/>
                    </a:lnTo>
                    <a:lnTo>
                      <a:pt x="1871" y="10"/>
                    </a:lnTo>
                    <a:lnTo>
                      <a:pt x="1780" y="294"/>
                    </a:lnTo>
                    <a:lnTo>
                      <a:pt x="1771" y="322"/>
                    </a:lnTo>
                    <a:lnTo>
                      <a:pt x="1762" y="351"/>
                    </a:lnTo>
                    <a:lnTo>
                      <a:pt x="1754" y="379"/>
                    </a:lnTo>
                    <a:lnTo>
                      <a:pt x="1746" y="407"/>
                    </a:lnTo>
                    <a:lnTo>
                      <a:pt x="1738" y="435"/>
                    </a:lnTo>
                    <a:lnTo>
                      <a:pt x="1730" y="463"/>
                    </a:lnTo>
                    <a:lnTo>
                      <a:pt x="1724" y="491"/>
                    </a:lnTo>
                    <a:lnTo>
                      <a:pt x="1717" y="518"/>
                    </a:lnTo>
                    <a:lnTo>
                      <a:pt x="1715" y="518"/>
                    </a:lnTo>
                    <a:lnTo>
                      <a:pt x="1709" y="491"/>
                    </a:lnTo>
                    <a:lnTo>
                      <a:pt x="1702" y="462"/>
                    </a:lnTo>
                    <a:lnTo>
                      <a:pt x="1695" y="434"/>
                    </a:lnTo>
                    <a:lnTo>
                      <a:pt x="1688" y="406"/>
                    </a:lnTo>
                    <a:lnTo>
                      <a:pt x="1680" y="379"/>
                    </a:lnTo>
                    <a:lnTo>
                      <a:pt x="1672" y="350"/>
                    </a:lnTo>
                    <a:lnTo>
                      <a:pt x="1663" y="321"/>
                    </a:lnTo>
                    <a:lnTo>
                      <a:pt x="1654" y="292"/>
                    </a:lnTo>
                    <a:lnTo>
                      <a:pt x="1570" y="10"/>
                    </a:lnTo>
                    <a:lnTo>
                      <a:pt x="1447" y="10"/>
                    </a:lnTo>
                    <a:lnTo>
                      <a:pt x="1647" y="631"/>
                    </a:lnTo>
                    <a:lnTo>
                      <a:pt x="1776" y="631"/>
                    </a:lnTo>
                    <a:close/>
                    <a:moveTo>
                      <a:pt x="1090" y="97"/>
                    </a:moveTo>
                    <a:lnTo>
                      <a:pt x="1101" y="95"/>
                    </a:lnTo>
                    <a:lnTo>
                      <a:pt x="1117" y="93"/>
                    </a:lnTo>
                    <a:lnTo>
                      <a:pt x="1136" y="92"/>
                    </a:lnTo>
                    <a:lnTo>
                      <a:pt x="1161" y="91"/>
                    </a:lnTo>
                    <a:lnTo>
                      <a:pt x="1174" y="92"/>
                    </a:lnTo>
                    <a:lnTo>
                      <a:pt x="1187" y="93"/>
                    </a:lnTo>
                    <a:lnTo>
                      <a:pt x="1199" y="95"/>
                    </a:lnTo>
                    <a:lnTo>
                      <a:pt x="1210" y="97"/>
                    </a:lnTo>
                    <a:lnTo>
                      <a:pt x="1222" y="100"/>
                    </a:lnTo>
                    <a:lnTo>
                      <a:pt x="1231" y="105"/>
                    </a:lnTo>
                    <a:lnTo>
                      <a:pt x="1240" y="109"/>
                    </a:lnTo>
                    <a:lnTo>
                      <a:pt x="1248" y="115"/>
                    </a:lnTo>
                    <a:lnTo>
                      <a:pt x="1256" y="121"/>
                    </a:lnTo>
                    <a:lnTo>
                      <a:pt x="1263" y="130"/>
                    </a:lnTo>
                    <a:lnTo>
                      <a:pt x="1268" y="137"/>
                    </a:lnTo>
                    <a:lnTo>
                      <a:pt x="1273" y="146"/>
                    </a:lnTo>
                    <a:lnTo>
                      <a:pt x="1277" y="156"/>
                    </a:lnTo>
                    <a:lnTo>
                      <a:pt x="1279" y="167"/>
                    </a:lnTo>
                    <a:lnTo>
                      <a:pt x="1281" y="178"/>
                    </a:lnTo>
                    <a:lnTo>
                      <a:pt x="1281" y="190"/>
                    </a:lnTo>
                    <a:lnTo>
                      <a:pt x="1281" y="202"/>
                    </a:lnTo>
                    <a:lnTo>
                      <a:pt x="1279" y="212"/>
                    </a:lnTo>
                    <a:lnTo>
                      <a:pt x="1277" y="222"/>
                    </a:lnTo>
                    <a:lnTo>
                      <a:pt x="1273" y="232"/>
                    </a:lnTo>
                    <a:lnTo>
                      <a:pt x="1268" y="242"/>
                    </a:lnTo>
                    <a:lnTo>
                      <a:pt x="1263" y="250"/>
                    </a:lnTo>
                    <a:lnTo>
                      <a:pt x="1255" y="257"/>
                    </a:lnTo>
                    <a:lnTo>
                      <a:pt x="1248" y="264"/>
                    </a:lnTo>
                    <a:lnTo>
                      <a:pt x="1240" y="271"/>
                    </a:lnTo>
                    <a:lnTo>
                      <a:pt x="1231" y="277"/>
                    </a:lnTo>
                    <a:lnTo>
                      <a:pt x="1221" y="281"/>
                    </a:lnTo>
                    <a:lnTo>
                      <a:pt x="1209" y="285"/>
                    </a:lnTo>
                    <a:lnTo>
                      <a:pt x="1197" y="288"/>
                    </a:lnTo>
                    <a:lnTo>
                      <a:pt x="1185" y="291"/>
                    </a:lnTo>
                    <a:lnTo>
                      <a:pt x="1171" y="292"/>
                    </a:lnTo>
                    <a:lnTo>
                      <a:pt x="1158" y="292"/>
                    </a:lnTo>
                    <a:lnTo>
                      <a:pt x="1090" y="292"/>
                    </a:lnTo>
                    <a:lnTo>
                      <a:pt x="1090" y="97"/>
                    </a:lnTo>
                    <a:close/>
                    <a:moveTo>
                      <a:pt x="978" y="631"/>
                    </a:moveTo>
                    <a:lnTo>
                      <a:pt x="1090" y="631"/>
                    </a:lnTo>
                    <a:lnTo>
                      <a:pt x="1090" y="375"/>
                    </a:lnTo>
                    <a:lnTo>
                      <a:pt x="1148" y="375"/>
                    </a:lnTo>
                    <a:lnTo>
                      <a:pt x="1159" y="377"/>
                    </a:lnTo>
                    <a:lnTo>
                      <a:pt x="1170" y="378"/>
                    </a:lnTo>
                    <a:lnTo>
                      <a:pt x="1180" y="380"/>
                    </a:lnTo>
                    <a:lnTo>
                      <a:pt x="1190" y="382"/>
                    </a:lnTo>
                    <a:lnTo>
                      <a:pt x="1198" y="385"/>
                    </a:lnTo>
                    <a:lnTo>
                      <a:pt x="1206" y="389"/>
                    </a:lnTo>
                    <a:lnTo>
                      <a:pt x="1213" y="394"/>
                    </a:lnTo>
                    <a:lnTo>
                      <a:pt x="1221" y="400"/>
                    </a:lnTo>
                    <a:lnTo>
                      <a:pt x="1227" y="407"/>
                    </a:lnTo>
                    <a:lnTo>
                      <a:pt x="1233" y="415"/>
                    </a:lnTo>
                    <a:lnTo>
                      <a:pt x="1238" y="424"/>
                    </a:lnTo>
                    <a:lnTo>
                      <a:pt x="1243" y="433"/>
                    </a:lnTo>
                    <a:lnTo>
                      <a:pt x="1247" y="444"/>
                    </a:lnTo>
                    <a:lnTo>
                      <a:pt x="1251" y="457"/>
                    </a:lnTo>
                    <a:lnTo>
                      <a:pt x="1255" y="470"/>
                    </a:lnTo>
                    <a:lnTo>
                      <a:pt x="1259" y="485"/>
                    </a:lnTo>
                    <a:lnTo>
                      <a:pt x="1272" y="537"/>
                    </a:lnTo>
                    <a:lnTo>
                      <a:pt x="1283" y="579"/>
                    </a:lnTo>
                    <a:lnTo>
                      <a:pt x="1288" y="597"/>
                    </a:lnTo>
                    <a:lnTo>
                      <a:pt x="1292" y="611"/>
                    </a:lnTo>
                    <a:lnTo>
                      <a:pt x="1297" y="622"/>
                    </a:lnTo>
                    <a:lnTo>
                      <a:pt x="1301" y="631"/>
                    </a:lnTo>
                    <a:lnTo>
                      <a:pt x="1417" y="631"/>
                    </a:lnTo>
                    <a:lnTo>
                      <a:pt x="1413" y="619"/>
                    </a:lnTo>
                    <a:lnTo>
                      <a:pt x="1406" y="605"/>
                    </a:lnTo>
                    <a:lnTo>
                      <a:pt x="1401" y="585"/>
                    </a:lnTo>
                    <a:lnTo>
                      <a:pt x="1395" y="565"/>
                    </a:lnTo>
                    <a:lnTo>
                      <a:pt x="1389" y="540"/>
                    </a:lnTo>
                    <a:lnTo>
                      <a:pt x="1382" y="514"/>
                    </a:lnTo>
                    <a:lnTo>
                      <a:pt x="1376" y="487"/>
                    </a:lnTo>
                    <a:lnTo>
                      <a:pt x="1368" y="458"/>
                    </a:lnTo>
                    <a:lnTo>
                      <a:pt x="1362" y="436"/>
                    </a:lnTo>
                    <a:lnTo>
                      <a:pt x="1354" y="416"/>
                    </a:lnTo>
                    <a:lnTo>
                      <a:pt x="1346" y="398"/>
                    </a:lnTo>
                    <a:lnTo>
                      <a:pt x="1336" y="382"/>
                    </a:lnTo>
                    <a:lnTo>
                      <a:pt x="1330" y="374"/>
                    </a:lnTo>
                    <a:lnTo>
                      <a:pt x="1324" y="367"/>
                    </a:lnTo>
                    <a:lnTo>
                      <a:pt x="1318" y="361"/>
                    </a:lnTo>
                    <a:lnTo>
                      <a:pt x="1312" y="355"/>
                    </a:lnTo>
                    <a:lnTo>
                      <a:pt x="1305" y="350"/>
                    </a:lnTo>
                    <a:lnTo>
                      <a:pt x="1298" y="346"/>
                    </a:lnTo>
                    <a:lnTo>
                      <a:pt x="1290" y="342"/>
                    </a:lnTo>
                    <a:lnTo>
                      <a:pt x="1282" y="337"/>
                    </a:lnTo>
                    <a:lnTo>
                      <a:pt x="1282" y="335"/>
                    </a:lnTo>
                    <a:lnTo>
                      <a:pt x="1292" y="330"/>
                    </a:lnTo>
                    <a:lnTo>
                      <a:pt x="1304" y="326"/>
                    </a:lnTo>
                    <a:lnTo>
                      <a:pt x="1314" y="320"/>
                    </a:lnTo>
                    <a:lnTo>
                      <a:pt x="1324" y="314"/>
                    </a:lnTo>
                    <a:lnTo>
                      <a:pt x="1334" y="306"/>
                    </a:lnTo>
                    <a:lnTo>
                      <a:pt x="1343" y="298"/>
                    </a:lnTo>
                    <a:lnTo>
                      <a:pt x="1352" y="289"/>
                    </a:lnTo>
                    <a:lnTo>
                      <a:pt x="1360" y="280"/>
                    </a:lnTo>
                    <a:lnTo>
                      <a:pt x="1367" y="270"/>
                    </a:lnTo>
                    <a:lnTo>
                      <a:pt x="1374" y="258"/>
                    </a:lnTo>
                    <a:lnTo>
                      <a:pt x="1380" y="247"/>
                    </a:lnTo>
                    <a:lnTo>
                      <a:pt x="1385" y="235"/>
                    </a:lnTo>
                    <a:lnTo>
                      <a:pt x="1389" y="222"/>
                    </a:lnTo>
                    <a:lnTo>
                      <a:pt x="1392" y="209"/>
                    </a:lnTo>
                    <a:lnTo>
                      <a:pt x="1394" y="194"/>
                    </a:lnTo>
                    <a:lnTo>
                      <a:pt x="1394" y="180"/>
                    </a:lnTo>
                    <a:lnTo>
                      <a:pt x="1393" y="160"/>
                    </a:lnTo>
                    <a:lnTo>
                      <a:pt x="1391" y="142"/>
                    </a:lnTo>
                    <a:lnTo>
                      <a:pt x="1386" y="124"/>
                    </a:lnTo>
                    <a:lnTo>
                      <a:pt x="1381" y="108"/>
                    </a:lnTo>
                    <a:lnTo>
                      <a:pt x="1373" y="94"/>
                    </a:lnTo>
                    <a:lnTo>
                      <a:pt x="1363" y="79"/>
                    </a:lnTo>
                    <a:lnTo>
                      <a:pt x="1353" y="67"/>
                    </a:lnTo>
                    <a:lnTo>
                      <a:pt x="1341" y="56"/>
                    </a:lnTo>
                    <a:lnTo>
                      <a:pt x="1333" y="49"/>
                    </a:lnTo>
                    <a:lnTo>
                      <a:pt x="1324" y="43"/>
                    </a:lnTo>
                    <a:lnTo>
                      <a:pt x="1315" y="38"/>
                    </a:lnTo>
                    <a:lnTo>
                      <a:pt x="1306" y="33"/>
                    </a:lnTo>
                    <a:lnTo>
                      <a:pt x="1296" y="28"/>
                    </a:lnTo>
                    <a:lnTo>
                      <a:pt x="1285" y="24"/>
                    </a:lnTo>
                    <a:lnTo>
                      <a:pt x="1275" y="21"/>
                    </a:lnTo>
                    <a:lnTo>
                      <a:pt x="1263" y="17"/>
                    </a:lnTo>
                    <a:lnTo>
                      <a:pt x="1238" y="12"/>
                    </a:lnTo>
                    <a:lnTo>
                      <a:pt x="1211" y="8"/>
                    </a:lnTo>
                    <a:lnTo>
                      <a:pt x="1181" y="6"/>
                    </a:lnTo>
                    <a:lnTo>
                      <a:pt x="1150" y="5"/>
                    </a:lnTo>
                    <a:lnTo>
                      <a:pt x="1125" y="5"/>
                    </a:lnTo>
                    <a:lnTo>
                      <a:pt x="1101" y="6"/>
                    </a:lnTo>
                    <a:lnTo>
                      <a:pt x="1078" y="7"/>
                    </a:lnTo>
                    <a:lnTo>
                      <a:pt x="1055" y="9"/>
                    </a:lnTo>
                    <a:lnTo>
                      <a:pt x="1034" y="11"/>
                    </a:lnTo>
                    <a:lnTo>
                      <a:pt x="1014" y="13"/>
                    </a:lnTo>
                    <a:lnTo>
                      <a:pt x="995" y="15"/>
                    </a:lnTo>
                    <a:lnTo>
                      <a:pt x="978" y="19"/>
                    </a:lnTo>
                    <a:lnTo>
                      <a:pt x="978" y="631"/>
                    </a:lnTo>
                    <a:close/>
                    <a:moveTo>
                      <a:pt x="852" y="263"/>
                    </a:moveTo>
                    <a:lnTo>
                      <a:pt x="617" y="263"/>
                    </a:lnTo>
                    <a:lnTo>
                      <a:pt x="617" y="104"/>
                    </a:lnTo>
                    <a:lnTo>
                      <a:pt x="865" y="104"/>
                    </a:lnTo>
                    <a:lnTo>
                      <a:pt x="865" y="10"/>
                    </a:lnTo>
                    <a:lnTo>
                      <a:pt x="504" y="10"/>
                    </a:lnTo>
                    <a:lnTo>
                      <a:pt x="504" y="631"/>
                    </a:lnTo>
                    <a:lnTo>
                      <a:pt x="879" y="631"/>
                    </a:lnTo>
                    <a:lnTo>
                      <a:pt x="879" y="537"/>
                    </a:lnTo>
                    <a:lnTo>
                      <a:pt x="617" y="537"/>
                    </a:lnTo>
                    <a:lnTo>
                      <a:pt x="617" y="355"/>
                    </a:lnTo>
                    <a:lnTo>
                      <a:pt x="852" y="355"/>
                    </a:lnTo>
                    <a:lnTo>
                      <a:pt x="852" y="263"/>
                    </a:lnTo>
                    <a:close/>
                    <a:moveTo>
                      <a:pt x="0" y="601"/>
                    </a:moveTo>
                    <a:lnTo>
                      <a:pt x="14" y="609"/>
                    </a:lnTo>
                    <a:lnTo>
                      <a:pt x="32" y="616"/>
                    </a:lnTo>
                    <a:lnTo>
                      <a:pt x="50" y="622"/>
                    </a:lnTo>
                    <a:lnTo>
                      <a:pt x="72" y="629"/>
                    </a:lnTo>
                    <a:lnTo>
                      <a:pt x="94" y="634"/>
                    </a:lnTo>
                    <a:lnTo>
                      <a:pt x="118" y="637"/>
                    </a:lnTo>
                    <a:lnTo>
                      <a:pt x="143" y="640"/>
                    </a:lnTo>
                    <a:lnTo>
                      <a:pt x="167" y="641"/>
                    </a:lnTo>
                    <a:lnTo>
                      <a:pt x="196" y="640"/>
                    </a:lnTo>
                    <a:lnTo>
                      <a:pt x="224" y="637"/>
                    </a:lnTo>
                    <a:lnTo>
                      <a:pt x="236" y="635"/>
                    </a:lnTo>
                    <a:lnTo>
                      <a:pt x="248" y="632"/>
                    </a:lnTo>
                    <a:lnTo>
                      <a:pt x="261" y="629"/>
                    </a:lnTo>
                    <a:lnTo>
                      <a:pt x="272" y="625"/>
                    </a:lnTo>
                    <a:lnTo>
                      <a:pt x="282" y="621"/>
                    </a:lnTo>
                    <a:lnTo>
                      <a:pt x="293" y="617"/>
                    </a:lnTo>
                    <a:lnTo>
                      <a:pt x="303" y="613"/>
                    </a:lnTo>
                    <a:lnTo>
                      <a:pt x="312" y="608"/>
                    </a:lnTo>
                    <a:lnTo>
                      <a:pt x="321" y="603"/>
                    </a:lnTo>
                    <a:lnTo>
                      <a:pt x="330" y="597"/>
                    </a:lnTo>
                    <a:lnTo>
                      <a:pt x="338" y="591"/>
                    </a:lnTo>
                    <a:lnTo>
                      <a:pt x="345" y="584"/>
                    </a:lnTo>
                    <a:lnTo>
                      <a:pt x="352" y="578"/>
                    </a:lnTo>
                    <a:lnTo>
                      <a:pt x="358" y="571"/>
                    </a:lnTo>
                    <a:lnTo>
                      <a:pt x="365" y="564"/>
                    </a:lnTo>
                    <a:lnTo>
                      <a:pt x="371" y="557"/>
                    </a:lnTo>
                    <a:lnTo>
                      <a:pt x="380" y="541"/>
                    </a:lnTo>
                    <a:lnTo>
                      <a:pt x="388" y="526"/>
                    </a:lnTo>
                    <a:lnTo>
                      <a:pt x="394" y="508"/>
                    </a:lnTo>
                    <a:lnTo>
                      <a:pt x="400" y="491"/>
                    </a:lnTo>
                    <a:lnTo>
                      <a:pt x="402" y="472"/>
                    </a:lnTo>
                    <a:lnTo>
                      <a:pt x="403" y="454"/>
                    </a:lnTo>
                    <a:lnTo>
                      <a:pt x="402" y="437"/>
                    </a:lnTo>
                    <a:lnTo>
                      <a:pt x="401" y="422"/>
                    </a:lnTo>
                    <a:lnTo>
                      <a:pt x="397" y="407"/>
                    </a:lnTo>
                    <a:lnTo>
                      <a:pt x="393" y="393"/>
                    </a:lnTo>
                    <a:lnTo>
                      <a:pt x="387" y="380"/>
                    </a:lnTo>
                    <a:lnTo>
                      <a:pt x="381" y="367"/>
                    </a:lnTo>
                    <a:lnTo>
                      <a:pt x="373" y="355"/>
                    </a:lnTo>
                    <a:lnTo>
                      <a:pt x="364" y="344"/>
                    </a:lnTo>
                    <a:lnTo>
                      <a:pt x="353" y="332"/>
                    </a:lnTo>
                    <a:lnTo>
                      <a:pt x="341" y="322"/>
                    </a:lnTo>
                    <a:lnTo>
                      <a:pt x="328" y="313"/>
                    </a:lnTo>
                    <a:lnTo>
                      <a:pt x="313" y="303"/>
                    </a:lnTo>
                    <a:lnTo>
                      <a:pt x="298" y="294"/>
                    </a:lnTo>
                    <a:lnTo>
                      <a:pt x="281" y="286"/>
                    </a:lnTo>
                    <a:lnTo>
                      <a:pt x="263" y="278"/>
                    </a:lnTo>
                    <a:lnTo>
                      <a:pt x="243" y="270"/>
                    </a:lnTo>
                    <a:lnTo>
                      <a:pt x="215" y="258"/>
                    </a:lnTo>
                    <a:lnTo>
                      <a:pt x="190" y="247"/>
                    </a:lnTo>
                    <a:lnTo>
                      <a:pt x="179" y="242"/>
                    </a:lnTo>
                    <a:lnTo>
                      <a:pt x="169" y="236"/>
                    </a:lnTo>
                    <a:lnTo>
                      <a:pt x="161" y="230"/>
                    </a:lnTo>
                    <a:lnTo>
                      <a:pt x="153" y="224"/>
                    </a:lnTo>
                    <a:lnTo>
                      <a:pt x="146" y="219"/>
                    </a:lnTo>
                    <a:lnTo>
                      <a:pt x="141" y="213"/>
                    </a:lnTo>
                    <a:lnTo>
                      <a:pt x="135" y="206"/>
                    </a:lnTo>
                    <a:lnTo>
                      <a:pt x="131" y="200"/>
                    </a:lnTo>
                    <a:lnTo>
                      <a:pt x="128" y="192"/>
                    </a:lnTo>
                    <a:lnTo>
                      <a:pt x="126" y="184"/>
                    </a:lnTo>
                    <a:lnTo>
                      <a:pt x="125" y="177"/>
                    </a:lnTo>
                    <a:lnTo>
                      <a:pt x="125" y="168"/>
                    </a:lnTo>
                    <a:lnTo>
                      <a:pt x="125" y="162"/>
                    </a:lnTo>
                    <a:lnTo>
                      <a:pt x="126" y="154"/>
                    </a:lnTo>
                    <a:lnTo>
                      <a:pt x="128" y="147"/>
                    </a:lnTo>
                    <a:lnTo>
                      <a:pt x="130" y="141"/>
                    </a:lnTo>
                    <a:lnTo>
                      <a:pt x="134" y="135"/>
                    </a:lnTo>
                    <a:lnTo>
                      <a:pt x="139" y="129"/>
                    </a:lnTo>
                    <a:lnTo>
                      <a:pt x="143" y="122"/>
                    </a:lnTo>
                    <a:lnTo>
                      <a:pt x="149" y="117"/>
                    </a:lnTo>
                    <a:lnTo>
                      <a:pt x="156" y="112"/>
                    </a:lnTo>
                    <a:lnTo>
                      <a:pt x="163" y="107"/>
                    </a:lnTo>
                    <a:lnTo>
                      <a:pt x="171" y="103"/>
                    </a:lnTo>
                    <a:lnTo>
                      <a:pt x="181" y="100"/>
                    </a:lnTo>
                    <a:lnTo>
                      <a:pt x="191" y="97"/>
                    </a:lnTo>
                    <a:lnTo>
                      <a:pt x="202" y="95"/>
                    </a:lnTo>
                    <a:lnTo>
                      <a:pt x="215" y="94"/>
                    </a:lnTo>
                    <a:lnTo>
                      <a:pt x="227" y="94"/>
                    </a:lnTo>
                    <a:lnTo>
                      <a:pt x="248" y="94"/>
                    </a:lnTo>
                    <a:lnTo>
                      <a:pt x="268" y="96"/>
                    </a:lnTo>
                    <a:lnTo>
                      <a:pt x="285" y="100"/>
                    </a:lnTo>
                    <a:lnTo>
                      <a:pt x="302" y="104"/>
                    </a:lnTo>
                    <a:lnTo>
                      <a:pt x="317" y="108"/>
                    </a:lnTo>
                    <a:lnTo>
                      <a:pt x="331" y="113"/>
                    </a:lnTo>
                    <a:lnTo>
                      <a:pt x="342" y="118"/>
                    </a:lnTo>
                    <a:lnTo>
                      <a:pt x="351" y="122"/>
                    </a:lnTo>
                    <a:lnTo>
                      <a:pt x="378" y="31"/>
                    </a:lnTo>
                    <a:lnTo>
                      <a:pt x="366" y="25"/>
                    </a:lnTo>
                    <a:lnTo>
                      <a:pt x="350" y="20"/>
                    </a:lnTo>
                    <a:lnTo>
                      <a:pt x="335" y="14"/>
                    </a:lnTo>
                    <a:lnTo>
                      <a:pt x="316" y="9"/>
                    </a:lnTo>
                    <a:lnTo>
                      <a:pt x="298" y="6"/>
                    </a:lnTo>
                    <a:lnTo>
                      <a:pt x="276" y="3"/>
                    </a:lnTo>
                    <a:lnTo>
                      <a:pt x="254" y="1"/>
                    </a:lnTo>
                    <a:lnTo>
                      <a:pt x="229" y="0"/>
                    </a:lnTo>
                    <a:lnTo>
                      <a:pt x="204" y="1"/>
                    </a:lnTo>
                    <a:lnTo>
                      <a:pt x="182" y="4"/>
                    </a:lnTo>
                    <a:lnTo>
                      <a:pt x="159" y="8"/>
                    </a:lnTo>
                    <a:lnTo>
                      <a:pt x="139" y="14"/>
                    </a:lnTo>
                    <a:lnTo>
                      <a:pt x="119" y="22"/>
                    </a:lnTo>
                    <a:lnTo>
                      <a:pt x="101" y="30"/>
                    </a:lnTo>
                    <a:lnTo>
                      <a:pt x="84" y="40"/>
                    </a:lnTo>
                    <a:lnTo>
                      <a:pt x="70" y="51"/>
                    </a:lnTo>
                    <a:lnTo>
                      <a:pt x="56" y="64"/>
                    </a:lnTo>
                    <a:lnTo>
                      <a:pt x="44" y="77"/>
                    </a:lnTo>
                    <a:lnTo>
                      <a:pt x="34" y="93"/>
                    </a:lnTo>
                    <a:lnTo>
                      <a:pt x="26" y="108"/>
                    </a:lnTo>
                    <a:lnTo>
                      <a:pt x="18" y="124"/>
                    </a:lnTo>
                    <a:lnTo>
                      <a:pt x="14" y="142"/>
                    </a:lnTo>
                    <a:lnTo>
                      <a:pt x="11" y="159"/>
                    </a:lnTo>
                    <a:lnTo>
                      <a:pt x="10" y="179"/>
                    </a:lnTo>
                    <a:lnTo>
                      <a:pt x="11" y="194"/>
                    </a:lnTo>
                    <a:lnTo>
                      <a:pt x="13" y="211"/>
                    </a:lnTo>
                    <a:lnTo>
                      <a:pt x="16" y="225"/>
                    </a:lnTo>
                    <a:lnTo>
                      <a:pt x="21" y="240"/>
                    </a:lnTo>
                    <a:lnTo>
                      <a:pt x="29" y="253"/>
                    </a:lnTo>
                    <a:lnTo>
                      <a:pt x="36" y="265"/>
                    </a:lnTo>
                    <a:lnTo>
                      <a:pt x="45" y="277"/>
                    </a:lnTo>
                    <a:lnTo>
                      <a:pt x="55" y="288"/>
                    </a:lnTo>
                    <a:lnTo>
                      <a:pt x="67" y="299"/>
                    </a:lnTo>
                    <a:lnTo>
                      <a:pt x="80" y="310"/>
                    </a:lnTo>
                    <a:lnTo>
                      <a:pt x="93" y="319"/>
                    </a:lnTo>
                    <a:lnTo>
                      <a:pt x="109" y="328"/>
                    </a:lnTo>
                    <a:lnTo>
                      <a:pt x="124" y="336"/>
                    </a:lnTo>
                    <a:lnTo>
                      <a:pt x="142" y="345"/>
                    </a:lnTo>
                    <a:lnTo>
                      <a:pt x="159" y="352"/>
                    </a:lnTo>
                    <a:lnTo>
                      <a:pt x="178" y="359"/>
                    </a:lnTo>
                    <a:lnTo>
                      <a:pt x="205" y="369"/>
                    </a:lnTo>
                    <a:lnTo>
                      <a:pt x="228" y="381"/>
                    </a:lnTo>
                    <a:lnTo>
                      <a:pt x="238" y="386"/>
                    </a:lnTo>
                    <a:lnTo>
                      <a:pt x="247" y="392"/>
                    </a:lnTo>
                    <a:lnTo>
                      <a:pt x="255" y="397"/>
                    </a:lnTo>
                    <a:lnTo>
                      <a:pt x="262" y="403"/>
                    </a:lnTo>
                    <a:lnTo>
                      <a:pt x="268" y="409"/>
                    </a:lnTo>
                    <a:lnTo>
                      <a:pt x="273" y="417"/>
                    </a:lnTo>
                    <a:lnTo>
                      <a:pt x="278" y="423"/>
                    </a:lnTo>
                    <a:lnTo>
                      <a:pt x="281" y="430"/>
                    </a:lnTo>
                    <a:lnTo>
                      <a:pt x="284" y="437"/>
                    </a:lnTo>
                    <a:lnTo>
                      <a:pt x="287" y="445"/>
                    </a:lnTo>
                    <a:lnTo>
                      <a:pt x="288" y="454"/>
                    </a:lnTo>
                    <a:lnTo>
                      <a:pt x="288" y="462"/>
                    </a:lnTo>
                    <a:lnTo>
                      <a:pt x="288" y="471"/>
                    </a:lnTo>
                    <a:lnTo>
                      <a:pt x="285" y="480"/>
                    </a:lnTo>
                    <a:lnTo>
                      <a:pt x="283" y="489"/>
                    </a:lnTo>
                    <a:lnTo>
                      <a:pt x="280" y="497"/>
                    </a:lnTo>
                    <a:lnTo>
                      <a:pt x="276" y="504"/>
                    </a:lnTo>
                    <a:lnTo>
                      <a:pt x="271" y="511"/>
                    </a:lnTo>
                    <a:lnTo>
                      <a:pt x="265" y="517"/>
                    </a:lnTo>
                    <a:lnTo>
                      <a:pt x="259" y="524"/>
                    </a:lnTo>
                    <a:lnTo>
                      <a:pt x="251" y="529"/>
                    </a:lnTo>
                    <a:lnTo>
                      <a:pt x="242" y="533"/>
                    </a:lnTo>
                    <a:lnTo>
                      <a:pt x="233" y="537"/>
                    </a:lnTo>
                    <a:lnTo>
                      <a:pt x="223" y="540"/>
                    </a:lnTo>
                    <a:lnTo>
                      <a:pt x="213" y="543"/>
                    </a:lnTo>
                    <a:lnTo>
                      <a:pt x="200" y="545"/>
                    </a:lnTo>
                    <a:lnTo>
                      <a:pt x="188" y="546"/>
                    </a:lnTo>
                    <a:lnTo>
                      <a:pt x="175" y="546"/>
                    </a:lnTo>
                    <a:lnTo>
                      <a:pt x="154" y="546"/>
                    </a:lnTo>
                    <a:lnTo>
                      <a:pt x="132" y="543"/>
                    </a:lnTo>
                    <a:lnTo>
                      <a:pt x="112" y="540"/>
                    </a:lnTo>
                    <a:lnTo>
                      <a:pt x="92" y="535"/>
                    </a:lnTo>
                    <a:lnTo>
                      <a:pt x="74" y="529"/>
                    </a:lnTo>
                    <a:lnTo>
                      <a:pt x="56" y="523"/>
                    </a:lnTo>
                    <a:lnTo>
                      <a:pt x="40" y="514"/>
                    </a:lnTo>
                    <a:lnTo>
                      <a:pt x="26" y="507"/>
                    </a:lnTo>
                    <a:lnTo>
                      <a:pt x="0" y="601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solidFill>
                    <a:schemeClr val="bg1"/>
                  </a:solidFill>
                  <a:latin typeface="Myriad Pro"/>
                </a:endParaRPr>
              </a:p>
            </p:txBody>
          </p:sp>
          <p:sp>
            <p:nvSpPr>
              <p:cNvPr id="178" name="Freeform 177"/>
              <p:cNvSpPr>
                <a:spLocks noEditPoints="1"/>
              </p:cNvSpPr>
              <p:nvPr userDrawn="1"/>
            </p:nvSpPr>
            <p:spPr bwMode="auto">
              <a:xfrm>
                <a:off x="1323430" y="339059"/>
                <a:ext cx="838843" cy="90467"/>
              </a:xfrm>
              <a:custGeom>
                <a:avLst/>
                <a:gdLst/>
                <a:ahLst/>
                <a:cxnLst>
                  <a:cxn ang="0">
                    <a:pos x="5506" y="10"/>
                  </a:cxn>
                  <a:cxn ang="0">
                    <a:pos x="5169" y="544"/>
                  </a:cxn>
                  <a:cxn ang="0">
                    <a:pos x="5029" y="477"/>
                  </a:cxn>
                  <a:cxn ang="0">
                    <a:pos x="4982" y="270"/>
                  </a:cxn>
                  <a:cxn ang="0">
                    <a:pos x="5063" y="133"/>
                  </a:cxn>
                  <a:cxn ang="0">
                    <a:pos x="5293" y="109"/>
                  </a:cxn>
                  <a:cxn ang="0">
                    <a:pos x="5122" y="6"/>
                  </a:cxn>
                  <a:cxn ang="0">
                    <a:pos x="4924" y="122"/>
                  </a:cxn>
                  <a:cxn ang="0">
                    <a:pos x="4861" y="362"/>
                  </a:cxn>
                  <a:cxn ang="0">
                    <a:pos x="4955" y="565"/>
                  </a:cxn>
                  <a:cxn ang="0">
                    <a:pos x="5175" y="641"/>
                  </a:cxn>
                  <a:cxn ang="0">
                    <a:pos x="4373" y="269"/>
                  </a:cxn>
                  <a:cxn ang="0">
                    <a:pos x="4761" y="631"/>
                  </a:cxn>
                  <a:cxn ang="0">
                    <a:pos x="4630" y="407"/>
                  </a:cxn>
                  <a:cxn ang="0">
                    <a:pos x="3905" y="100"/>
                  </a:cxn>
                  <a:cxn ang="0">
                    <a:pos x="3809" y="456"/>
                  </a:cxn>
                  <a:cxn ang="0">
                    <a:pos x="3020" y="10"/>
                  </a:cxn>
                  <a:cxn ang="0">
                    <a:pos x="2324" y="528"/>
                  </a:cxn>
                  <a:cxn ang="0">
                    <a:pos x="2455" y="633"/>
                  </a:cxn>
                  <a:cxn ang="0">
                    <a:pos x="2663" y="610"/>
                  </a:cxn>
                  <a:cxn ang="0">
                    <a:pos x="2767" y="461"/>
                  </a:cxn>
                  <a:cxn ang="0">
                    <a:pos x="2644" y="481"/>
                  </a:cxn>
                  <a:cxn ang="0">
                    <a:pos x="2470" y="533"/>
                  </a:cxn>
                  <a:cxn ang="0">
                    <a:pos x="1803" y="609"/>
                  </a:cxn>
                  <a:cxn ang="0">
                    <a:pos x="2082" y="617"/>
                  </a:cxn>
                  <a:cxn ang="0">
                    <a:pos x="2191" y="472"/>
                  </a:cxn>
                  <a:cxn ang="0">
                    <a:pos x="2070" y="286"/>
                  </a:cxn>
                  <a:cxn ang="0">
                    <a:pos x="1914" y="177"/>
                  </a:cxn>
                  <a:cxn ang="0">
                    <a:pos x="1991" y="95"/>
                  </a:cxn>
                  <a:cxn ang="0">
                    <a:pos x="2106" y="9"/>
                  </a:cxn>
                  <a:cxn ang="0">
                    <a:pos x="1823" y="93"/>
                  </a:cxn>
                  <a:cxn ang="0">
                    <a:pos x="1869" y="310"/>
                  </a:cxn>
                  <a:cxn ang="0">
                    <a:pos x="2067" y="423"/>
                  </a:cxn>
                  <a:cxn ang="0">
                    <a:pos x="2031" y="533"/>
                  </a:cxn>
                  <a:cxn ang="0">
                    <a:pos x="1789" y="601"/>
                  </a:cxn>
                  <a:cxn ang="0">
                    <a:pos x="1348" y="251"/>
                  </a:cxn>
                  <a:cxn ang="0">
                    <a:pos x="1587" y="422"/>
                  </a:cxn>
                  <a:cxn ang="0">
                    <a:pos x="1300" y="631"/>
                  </a:cxn>
                  <a:cxn ang="0">
                    <a:pos x="679" y="482"/>
                  </a:cxn>
                  <a:cxn ang="0">
                    <a:pos x="668" y="177"/>
                  </a:cxn>
                  <a:cxn ang="0">
                    <a:pos x="807" y="91"/>
                  </a:cxn>
                  <a:cxn ang="0">
                    <a:pos x="944" y="177"/>
                  </a:cxn>
                  <a:cxn ang="0">
                    <a:pos x="933" y="482"/>
                  </a:cxn>
                  <a:cxn ang="0">
                    <a:pos x="804" y="550"/>
                  </a:cxn>
                  <a:cxn ang="0">
                    <a:pos x="993" y="575"/>
                  </a:cxn>
                  <a:cxn ang="0">
                    <a:pos x="1094" y="370"/>
                  </a:cxn>
                  <a:cxn ang="0">
                    <a:pos x="1054" y="137"/>
                  </a:cxn>
                  <a:cxn ang="0">
                    <a:pos x="890" y="9"/>
                  </a:cxn>
                  <a:cxn ang="0">
                    <a:pos x="665" y="37"/>
                  </a:cxn>
                  <a:cxn ang="0">
                    <a:pos x="531" y="209"/>
                  </a:cxn>
                  <a:cxn ang="0">
                    <a:pos x="535" y="452"/>
                  </a:cxn>
                  <a:cxn ang="0">
                    <a:pos x="670" y="611"/>
                  </a:cxn>
                  <a:cxn ang="0">
                    <a:pos x="403" y="539"/>
                  </a:cxn>
                  <a:cxn ang="0">
                    <a:pos x="216" y="516"/>
                  </a:cxn>
                  <a:cxn ang="0">
                    <a:pos x="123" y="371"/>
                  </a:cxn>
                  <a:cxn ang="0">
                    <a:pos x="160" y="176"/>
                  </a:cxn>
                  <a:cxn ang="0">
                    <a:pos x="337" y="94"/>
                  </a:cxn>
                  <a:cxn ang="0">
                    <a:pos x="383" y="3"/>
                  </a:cxn>
                  <a:cxn ang="0">
                    <a:pos x="130" y="59"/>
                  </a:cxn>
                  <a:cxn ang="0">
                    <a:pos x="6" y="255"/>
                  </a:cxn>
                  <a:cxn ang="0">
                    <a:pos x="41" y="497"/>
                  </a:cxn>
                  <a:cxn ang="0">
                    <a:pos x="215" y="628"/>
                  </a:cxn>
                  <a:cxn ang="0">
                    <a:pos x="458" y="523"/>
                  </a:cxn>
                </a:cxnLst>
                <a:rect l="0" t="0" r="r" b="b"/>
                <a:pathLst>
                  <a:path w="5893" h="641">
                    <a:moveTo>
                      <a:pt x="5686" y="631"/>
                    </a:moveTo>
                    <a:lnTo>
                      <a:pt x="5686" y="369"/>
                    </a:lnTo>
                    <a:lnTo>
                      <a:pt x="5893" y="10"/>
                    </a:lnTo>
                    <a:lnTo>
                      <a:pt x="5764" y="10"/>
                    </a:lnTo>
                    <a:lnTo>
                      <a:pt x="5690" y="169"/>
                    </a:lnTo>
                    <a:lnTo>
                      <a:pt x="5675" y="202"/>
                    </a:lnTo>
                    <a:lnTo>
                      <a:pt x="5661" y="232"/>
                    </a:lnTo>
                    <a:lnTo>
                      <a:pt x="5648" y="262"/>
                    </a:lnTo>
                    <a:lnTo>
                      <a:pt x="5636" y="292"/>
                    </a:lnTo>
                    <a:lnTo>
                      <a:pt x="5635" y="292"/>
                    </a:lnTo>
                    <a:lnTo>
                      <a:pt x="5621" y="261"/>
                    </a:lnTo>
                    <a:lnTo>
                      <a:pt x="5609" y="232"/>
                    </a:lnTo>
                    <a:lnTo>
                      <a:pt x="5596" y="202"/>
                    </a:lnTo>
                    <a:lnTo>
                      <a:pt x="5580" y="170"/>
                    </a:lnTo>
                    <a:lnTo>
                      <a:pt x="5506" y="10"/>
                    </a:lnTo>
                    <a:lnTo>
                      <a:pt x="5377" y="10"/>
                    </a:lnTo>
                    <a:lnTo>
                      <a:pt x="5573" y="372"/>
                    </a:lnTo>
                    <a:lnTo>
                      <a:pt x="5573" y="631"/>
                    </a:lnTo>
                    <a:lnTo>
                      <a:pt x="5686" y="631"/>
                    </a:lnTo>
                    <a:close/>
                    <a:moveTo>
                      <a:pt x="5318" y="523"/>
                    </a:moveTo>
                    <a:lnTo>
                      <a:pt x="5306" y="528"/>
                    </a:lnTo>
                    <a:lnTo>
                      <a:pt x="5293" y="532"/>
                    </a:lnTo>
                    <a:lnTo>
                      <a:pt x="5277" y="536"/>
                    </a:lnTo>
                    <a:lnTo>
                      <a:pt x="5262" y="539"/>
                    </a:lnTo>
                    <a:lnTo>
                      <a:pt x="5245" y="542"/>
                    </a:lnTo>
                    <a:lnTo>
                      <a:pt x="5229" y="544"/>
                    </a:lnTo>
                    <a:lnTo>
                      <a:pt x="5211" y="545"/>
                    </a:lnTo>
                    <a:lnTo>
                      <a:pt x="5194" y="545"/>
                    </a:lnTo>
                    <a:lnTo>
                      <a:pt x="5182" y="545"/>
                    </a:lnTo>
                    <a:lnTo>
                      <a:pt x="5169" y="544"/>
                    </a:lnTo>
                    <a:lnTo>
                      <a:pt x="5157" y="543"/>
                    </a:lnTo>
                    <a:lnTo>
                      <a:pt x="5146" y="541"/>
                    </a:lnTo>
                    <a:lnTo>
                      <a:pt x="5134" y="539"/>
                    </a:lnTo>
                    <a:lnTo>
                      <a:pt x="5124" y="537"/>
                    </a:lnTo>
                    <a:lnTo>
                      <a:pt x="5113" y="534"/>
                    </a:lnTo>
                    <a:lnTo>
                      <a:pt x="5104" y="530"/>
                    </a:lnTo>
                    <a:lnTo>
                      <a:pt x="5093" y="526"/>
                    </a:lnTo>
                    <a:lnTo>
                      <a:pt x="5084" y="522"/>
                    </a:lnTo>
                    <a:lnTo>
                      <a:pt x="5075" y="516"/>
                    </a:lnTo>
                    <a:lnTo>
                      <a:pt x="5067" y="511"/>
                    </a:lnTo>
                    <a:lnTo>
                      <a:pt x="5057" y="505"/>
                    </a:lnTo>
                    <a:lnTo>
                      <a:pt x="5050" y="499"/>
                    </a:lnTo>
                    <a:lnTo>
                      <a:pt x="5042" y="492"/>
                    </a:lnTo>
                    <a:lnTo>
                      <a:pt x="5036" y="486"/>
                    </a:lnTo>
                    <a:lnTo>
                      <a:pt x="5029" y="477"/>
                    </a:lnTo>
                    <a:lnTo>
                      <a:pt x="5022" y="470"/>
                    </a:lnTo>
                    <a:lnTo>
                      <a:pt x="5016" y="462"/>
                    </a:lnTo>
                    <a:lnTo>
                      <a:pt x="5011" y="453"/>
                    </a:lnTo>
                    <a:lnTo>
                      <a:pt x="5006" y="443"/>
                    </a:lnTo>
                    <a:lnTo>
                      <a:pt x="5001" y="434"/>
                    </a:lnTo>
                    <a:lnTo>
                      <a:pt x="4997" y="425"/>
                    </a:lnTo>
                    <a:lnTo>
                      <a:pt x="4993" y="415"/>
                    </a:lnTo>
                    <a:lnTo>
                      <a:pt x="4986" y="393"/>
                    </a:lnTo>
                    <a:lnTo>
                      <a:pt x="4982" y="371"/>
                    </a:lnTo>
                    <a:lnTo>
                      <a:pt x="4979" y="347"/>
                    </a:lnTo>
                    <a:lnTo>
                      <a:pt x="4978" y="322"/>
                    </a:lnTo>
                    <a:lnTo>
                      <a:pt x="4979" y="309"/>
                    </a:lnTo>
                    <a:lnTo>
                      <a:pt x="4979" y="295"/>
                    </a:lnTo>
                    <a:lnTo>
                      <a:pt x="4981" y="282"/>
                    </a:lnTo>
                    <a:lnTo>
                      <a:pt x="4982" y="270"/>
                    </a:lnTo>
                    <a:lnTo>
                      <a:pt x="4985" y="257"/>
                    </a:lnTo>
                    <a:lnTo>
                      <a:pt x="4987" y="246"/>
                    </a:lnTo>
                    <a:lnTo>
                      <a:pt x="4991" y="235"/>
                    </a:lnTo>
                    <a:lnTo>
                      <a:pt x="4995" y="223"/>
                    </a:lnTo>
                    <a:lnTo>
                      <a:pt x="4999" y="213"/>
                    </a:lnTo>
                    <a:lnTo>
                      <a:pt x="5004" y="203"/>
                    </a:lnTo>
                    <a:lnTo>
                      <a:pt x="5008" y="193"/>
                    </a:lnTo>
                    <a:lnTo>
                      <a:pt x="5014" y="184"/>
                    </a:lnTo>
                    <a:lnTo>
                      <a:pt x="5019" y="176"/>
                    </a:lnTo>
                    <a:lnTo>
                      <a:pt x="5026" y="168"/>
                    </a:lnTo>
                    <a:lnTo>
                      <a:pt x="5033" y="159"/>
                    </a:lnTo>
                    <a:lnTo>
                      <a:pt x="5040" y="152"/>
                    </a:lnTo>
                    <a:lnTo>
                      <a:pt x="5047" y="145"/>
                    </a:lnTo>
                    <a:lnTo>
                      <a:pt x="5055" y="139"/>
                    </a:lnTo>
                    <a:lnTo>
                      <a:pt x="5063" y="133"/>
                    </a:lnTo>
                    <a:lnTo>
                      <a:pt x="5072" y="127"/>
                    </a:lnTo>
                    <a:lnTo>
                      <a:pt x="5080" y="121"/>
                    </a:lnTo>
                    <a:lnTo>
                      <a:pt x="5089" y="117"/>
                    </a:lnTo>
                    <a:lnTo>
                      <a:pt x="5098" y="112"/>
                    </a:lnTo>
                    <a:lnTo>
                      <a:pt x="5109" y="109"/>
                    </a:lnTo>
                    <a:lnTo>
                      <a:pt x="5129" y="102"/>
                    </a:lnTo>
                    <a:lnTo>
                      <a:pt x="5150" y="98"/>
                    </a:lnTo>
                    <a:lnTo>
                      <a:pt x="5172" y="95"/>
                    </a:lnTo>
                    <a:lnTo>
                      <a:pt x="5196" y="94"/>
                    </a:lnTo>
                    <a:lnTo>
                      <a:pt x="5215" y="95"/>
                    </a:lnTo>
                    <a:lnTo>
                      <a:pt x="5232" y="96"/>
                    </a:lnTo>
                    <a:lnTo>
                      <a:pt x="5248" y="98"/>
                    </a:lnTo>
                    <a:lnTo>
                      <a:pt x="5264" y="101"/>
                    </a:lnTo>
                    <a:lnTo>
                      <a:pt x="5279" y="105"/>
                    </a:lnTo>
                    <a:lnTo>
                      <a:pt x="5293" y="109"/>
                    </a:lnTo>
                    <a:lnTo>
                      <a:pt x="5305" y="113"/>
                    </a:lnTo>
                    <a:lnTo>
                      <a:pt x="5316" y="118"/>
                    </a:lnTo>
                    <a:lnTo>
                      <a:pt x="5341" y="28"/>
                    </a:lnTo>
                    <a:lnTo>
                      <a:pt x="5332" y="24"/>
                    </a:lnTo>
                    <a:lnTo>
                      <a:pt x="5318" y="19"/>
                    </a:lnTo>
                    <a:lnTo>
                      <a:pt x="5303" y="13"/>
                    </a:lnTo>
                    <a:lnTo>
                      <a:pt x="5285" y="9"/>
                    </a:lnTo>
                    <a:lnTo>
                      <a:pt x="5265" y="6"/>
                    </a:lnTo>
                    <a:lnTo>
                      <a:pt x="5242" y="3"/>
                    </a:lnTo>
                    <a:lnTo>
                      <a:pt x="5218" y="1"/>
                    </a:lnTo>
                    <a:lnTo>
                      <a:pt x="5191" y="0"/>
                    </a:lnTo>
                    <a:lnTo>
                      <a:pt x="5173" y="1"/>
                    </a:lnTo>
                    <a:lnTo>
                      <a:pt x="5156" y="2"/>
                    </a:lnTo>
                    <a:lnTo>
                      <a:pt x="5139" y="4"/>
                    </a:lnTo>
                    <a:lnTo>
                      <a:pt x="5122" y="6"/>
                    </a:lnTo>
                    <a:lnTo>
                      <a:pt x="5106" y="9"/>
                    </a:lnTo>
                    <a:lnTo>
                      <a:pt x="5090" y="13"/>
                    </a:lnTo>
                    <a:lnTo>
                      <a:pt x="5075" y="17"/>
                    </a:lnTo>
                    <a:lnTo>
                      <a:pt x="5059" y="23"/>
                    </a:lnTo>
                    <a:lnTo>
                      <a:pt x="5045" y="29"/>
                    </a:lnTo>
                    <a:lnTo>
                      <a:pt x="5031" y="35"/>
                    </a:lnTo>
                    <a:lnTo>
                      <a:pt x="5016" y="42"/>
                    </a:lnTo>
                    <a:lnTo>
                      <a:pt x="5003" y="50"/>
                    </a:lnTo>
                    <a:lnTo>
                      <a:pt x="4989" y="59"/>
                    </a:lnTo>
                    <a:lnTo>
                      <a:pt x="4977" y="68"/>
                    </a:lnTo>
                    <a:lnTo>
                      <a:pt x="4966" y="77"/>
                    </a:lnTo>
                    <a:lnTo>
                      <a:pt x="4955" y="87"/>
                    </a:lnTo>
                    <a:lnTo>
                      <a:pt x="4943" y="99"/>
                    </a:lnTo>
                    <a:lnTo>
                      <a:pt x="4933" y="110"/>
                    </a:lnTo>
                    <a:lnTo>
                      <a:pt x="4924" y="122"/>
                    </a:lnTo>
                    <a:lnTo>
                      <a:pt x="4914" y="135"/>
                    </a:lnTo>
                    <a:lnTo>
                      <a:pt x="4906" y="148"/>
                    </a:lnTo>
                    <a:lnTo>
                      <a:pt x="4898" y="162"/>
                    </a:lnTo>
                    <a:lnTo>
                      <a:pt x="4891" y="176"/>
                    </a:lnTo>
                    <a:lnTo>
                      <a:pt x="4885" y="190"/>
                    </a:lnTo>
                    <a:lnTo>
                      <a:pt x="4879" y="206"/>
                    </a:lnTo>
                    <a:lnTo>
                      <a:pt x="4873" y="222"/>
                    </a:lnTo>
                    <a:lnTo>
                      <a:pt x="4869" y="239"/>
                    </a:lnTo>
                    <a:lnTo>
                      <a:pt x="4866" y="255"/>
                    </a:lnTo>
                    <a:lnTo>
                      <a:pt x="4863" y="273"/>
                    </a:lnTo>
                    <a:lnTo>
                      <a:pt x="4861" y="290"/>
                    </a:lnTo>
                    <a:lnTo>
                      <a:pt x="4860" y="309"/>
                    </a:lnTo>
                    <a:lnTo>
                      <a:pt x="4859" y="328"/>
                    </a:lnTo>
                    <a:lnTo>
                      <a:pt x="4860" y="346"/>
                    </a:lnTo>
                    <a:lnTo>
                      <a:pt x="4861" y="362"/>
                    </a:lnTo>
                    <a:lnTo>
                      <a:pt x="4862" y="380"/>
                    </a:lnTo>
                    <a:lnTo>
                      <a:pt x="4865" y="395"/>
                    </a:lnTo>
                    <a:lnTo>
                      <a:pt x="4868" y="412"/>
                    </a:lnTo>
                    <a:lnTo>
                      <a:pt x="4871" y="427"/>
                    </a:lnTo>
                    <a:lnTo>
                      <a:pt x="4876" y="441"/>
                    </a:lnTo>
                    <a:lnTo>
                      <a:pt x="4881" y="457"/>
                    </a:lnTo>
                    <a:lnTo>
                      <a:pt x="4887" y="470"/>
                    </a:lnTo>
                    <a:lnTo>
                      <a:pt x="4893" y="484"/>
                    </a:lnTo>
                    <a:lnTo>
                      <a:pt x="4900" y="497"/>
                    </a:lnTo>
                    <a:lnTo>
                      <a:pt x="4907" y="509"/>
                    </a:lnTo>
                    <a:lnTo>
                      <a:pt x="4915" y="522"/>
                    </a:lnTo>
                    <a:lnTo>
                      <a:pt x="4925" y="534"/>
                    </a:lnTo>
                    <a:lnTo>
                      <a:pt x="4934" y="544"/>
                    </a:lnTo>
                    <a:lnTo>
                      <a:pt x="4943" y="555"/>
                    </a:lnTo>
                    <a:lnTo>
                      <a:pt x="4955" y="565"/>
                    </a:lnTo>
                    <a:lnTo>
                      <a:pt x="4965" y="574"/>
                    </a:lnTo>
                    <a:lnTo>
                      <a:pt x="4977" y="583"/>
                    </a:lnTo>
                    <a:lnTo>
                      <a:pt x="4989" y="592"/>
                    </a:lnTo>
                    <a:lnTo>
                      <a:pt x="5002" y="599"/>
                    </a:lnTo>
                    <a:lnTo>
                      <a:pt x="5015" y="606"/>
                    </a:lnTo>
                    <a:lnTo>
                      <a:pt x="5029" y="612"/>
                    </a:lnTo>
                    <a:lnTo>
                      <a:pt x="5043" y="618"/>
                    </a:lnTo>
                    <a:lnTo>
                      <a:pt x="5058" y="623"/>
                    </a:lnTo>
                    <a:lnTo>
                      <a:pt x="5074" y="628"/>
                    </a:lnTo>
                    <a:lnTo>
                      <a:pt x="5089" y="632"/>
                    </a:lnTo>
                    <a:lnTo>
                      <a:pt x="5106" y="635"/>
                    </a:lnTo>
                    <a:lnTo>
                      <a:pt x="5122" y="637"/>
                    </a:lnTo>
                    <a:lnTo>
                      <a:pt x="5139" y="639"/>
                    </a:lnTo>
                    <a:lnTo>
                      <a:pt x="5158" y="640"/>
                    </a:lnTo>
                    <a:lnTo>
                      <a:pt x="5175" y="641"/>
                    </a:lnTo>
                    <a:lnTo>
                      <a:pt x="5203" y="640"/>
                    </a:lnTo>
                    <a:lnTo>
                      <a:pt x="5229" y="638"/>
                    </a:lnTo>
                    <a:lnTo>
                      <a:pt x="5253" y="635"/>
                    </a:lnTo>
                    <a:lnTo>
                      <a:pt x="5274" y="632"/>
                    </a:lnTo>
                    <a:lnTo>
                      <a:pt x="5294" y="628"/>
                    </a:lnTo>
                    <a:lnTo>
                      <a:pt x="5310" y="622"/>
                    </a:lnTo>
                    <a:lnTo>
                      <a:pt x="5324" y="617"/>
                    </a:lnTo>
                    <a:lnTo>
                      <a:pt x="5337" y="612"/>
                    </a:lnTo>
                    <a:lnTo>
                      <a:pt x="5318" y="523"/>
                    </a:lnTo>
                    <a:close/>
                    <a:moveTo>
                      <a:pt x="4374" y="631"/>
                    </a:moveTo>
                    <a:lnTo>
                      <a:pt x="4374" y="408"/>
                    </a:lnTo>
                    <a:lnTo>
                      <a:pt x="4374" y="371"/>
                    </a:lnTo>
                    <a:lnTo>
                      <a:pt x="4374" y="335"/>
                    </a:lnTo>
                    <a:lnTo>
                      <a:pt x="4374" y="301"/>
                    </a:lnTo>
                    <a:lnTo>
                      <a:pt x="4373" y="269"/>
                    </a:lnTo>
                    <a:lnTo>
                      <a:pt x="4372" y="237"/>
                    </a:lnTo>
                    <a:lnTo>
                      <a:pt x="4371" y="205"/>
                    </a:lnTo>
                    <a:lnTo>
                      <a:pt x="4370" y="175"/>
                    </a:lnTo>
                    <a:lnTo>
                      <a:pt x="4369" y="144"/>
                    </a:lnTo>
                    <a:lnTo>
                      <a:pt x="4371" y="144"/>
                    </a:lnTo>
                    <a:lnTo>
                      <a:pt x="4383" y="170"/>
                    </a:lnTo>
                    <a:lnTo>
                      <a:pt x="4396" y="198"/>
                    </a:lnTo>
                    <a:lnTo>
                      <a:pt x="4410" y="224"/>
                    </a:lnTo>
                    <a:lnTo>
                      <a:pt x="4423" y="251"/>
                    </a:lnTo>
                    <a:lnTo>
                      <a:pt x="4438" y="279"/>
                    </a:lnTo>
                    <a:lnTo>
                      <a:pt x="4453" y="306"/>
                    </a:lnTo>
                    <a:lnTo>
                      <a:pt x="4468" y="332"/>
                    </a:lnTo>
                    <a:lnTo>
                      <a:pt x="4483" y="358"/>
                    </a:lnTo>
                    <a:lnTo>
                      <a:pt x="4644" y="631"/>
                    </a:lnTo>
                    <a:lnTo>
                      <a:pt x="4761" y="631"/>
                    </a:lnTo>
                    <a:lnTo>
                      <a:pt x="4761" y="10"/>
                    </a:lnTo>
                    <a:lnTo>
                      <a:pt x="4657" y="10"/>
                    </a:lnTo>
                    <a:lnTo>
                      <a:pt x="4657" y="226"/>
                    </a:lnTo>
                    <a:lnTo>
                      <a:pt x="4657" y="261"/>
                    </a:lnTo>
                    <a:lnTo>
                      <a:pt x="4658" y="295"/>
                    </a:lnTo>
                    <a:lnTo>
                      <a:pt x="4658" y="328"/>
                    </a:lnTo>
                    <a:lnTo>
                      <a:pt x="4659" y="360"/>
                    </a:lnTo>
                    <a:lnTo>
                      <a:pt x="4661" y="391"/>
                    </a:lnTo>
                    <a:lnTo>
                      <a:pt x="4662" y="422"/>
                    </a:lnTo>
                    <a:lnTo>
                      <a:pt x="4665" y="453"/>
                    </a:lnTo>
                    <a:lnTo>
                      <a:pt x="4667" y="484"/>
                    </a:lnTo>
                    <a:lnTo>
                      <a:pt x="4665" y="485"/>
                    </a:lnTo>
                    <a:lnTo>
                      <a:pt x="4653" y="459"/>
                    </a:lnTo>
                    <a:lnTo>
                      <a:pt x="4642" y="433"/>
                    </a:lnTo>
                    <a:lnTo>
                      <a:pt x="4630" y="407"/>
                    </a:lnTo>
                    <a:lnTo>
                      <a:pt x="4616" y="381"/>
                    </a:lnTo>
                    <a:lnTo>
                      <a:pt x="4603" y="355"/>
                    </a:lnTo>
                    <a:lnTo>
                      <a:pt x="4589" y="328"/>
                    </a:lnTo>
                    <a:lnTo>
                      <a:pt x="4574" y="302"/>
                    </a:lnTo>
                    <a:lnTo>
                      <a:pt x="4559" y="277"/>
                    </a:lnTo>
                    <a:lnTo>
                      <a:pt x="4399" y="10"/>
                    </a:lnTo>
                    <a:lnTo>
                      <a:pt x="4270" y="10"/>
                    </a:lnTo>
                    <a:lnTo>
                      <a:pt x="4270" y="631"/>
                    </a:lnTo>
                    <a:lnTo>
                      <a:pt x="4374" y="631"/>
                    </a:lnTo>
                    <a:close/>
                    <a:moveTo>
                      <a:pt x="3827" y="369"/>
                    </a:moveTo>
                    <a:lnTo>
                      <a:pt x="3876" y="216"/>
                    </a:lnTo>
                    <a:lnTo>
                      <a:pt x="3884" y="187"/>
                    </a:lnTo>
                    <a:lnTo>
                      <a:pt x="3891" y="158"/>
                    </a:lnTo>
                    <a:lnTo>
                      <a:pt x="3898" y="129"/>
                    </a:lnTo>
                    <a:lnTo>
                      <a:pt x="3905" y="100"/>
                    </a:lnTo>
                    <a:lnTo>
                      <a:pt x="3908" y="100"/>
                    </a:lnTo>
                    <a:lnTo>
                      <a:pt x="3915" y="128"/>
                    </a:lnTo>
                    <a:lnTo>
                      <a:pt x="3922" y="157"/>
                    </a:lnTo>
                    <a:lnTo>
                      <a:pt x="3930" y="187"/>
                    </a:lnTo>
                    <a:lnTo>
                      <a:pt x="3938" y="217"/>
                    </a:lnTo>
                    <a:lnTo>
                      <a:pt x="3988" y="369"/>
                    </a:lnTo>
                    <a:lnTo>
                      <a:pt x="3827" y="369"/>
                    </a:lnTo>
                    <a:close/>
                    <a:moveTo>
                      <a:pt x="4006" y="456"/>
                    </a:moveTo>
                    <a:lnTo>
                      <a:pt x="4063" y="631"/>
                    </a:lnTo>
                    <a:lnTo>
                      <a:pt x="4184" y="631"/>
                    </a:lnTo>
                    <a:lnTo>
                      <a:pt x="3983" y="10"/>
                    </a:lnTo>
                    <a:lnTo>
                      <a:pt x="3839" y="10"/>
                    </a:lnTo>
                    <a:lnTo>
                      <a:pt x="3639" y="631"/>
                    </a:lnTo>
                    <a:lnTo>
                      <a:pt x="3756" y="631"/>
                    </a:lnTo>
                    <a:lnTo>
                      <a:pt x="3809" y="456"/>
                    </a:lnTo>
                    <a:lnTo>
                      <a:pt x="4006" y="456"/>
                    </a:lnTo>
                    <a:close/>
                    <a:moveTo>
                      <a:pt x="3389" y="631"/>
                    </a:moveTo>
                    <a:lnTo>
                      <a:pt x="3502" y="631"/>
                    </a:lnTo>
                    <a:lnTo>
                      <a:pt x="3502" y="105"/>
                    </a:lnTo>
                    <a:lnTo>
                      <a:pt x="3680" y="105"/>
                    </a:lnTo>
                    <a:lnTo>
                      <a:pt x="3680" y="10"/>
                    </a:lnTo>
                    <a:lnTo>
                      <a:pt x="3211" y="10"/>
                    </a:lnTo>
                    <a:lnTo>
                      <a:pt x="3211" y="105"/>
                    </a:lnTo>
                    <a:lnTo>
                      <a:pt x="3389" y="105"/>
                    </a:lnTo>
                    <a:lnTo>
                      <a:pt x="3389" y="631"/>
                    </a:lnTo>
                    <a:close/>
                    <a:moveTo>
                      <a:pt x="2906" y="631"/>
                    </a:moveTo>
                    <a:lnTo>
                      <a:pt x="3275" y="631"/>
                    </a:lnTo>
                    <a:lnTo>
                      <a:pt x="3275" y="536"/>
                    </a:lnTo>
                    <a:lnTo>
                      <a:pt x="3020" y="536"/>
                    </a:lnTo>
                    <a:lnTo>
                      <a:pt x="3020" y="10"/>
                    </a:lnTo>
                    <a:lnTo>
                      <a:pt x="2906" y="10"/>
                    </a:lnTo>
                    <a:lnTo>
                      <a:pt x="2906" y="631"/>
                    </a:lnTo>
                    <a:close/>
                    <a:moveTo>
                      <a:pt x="2293" y="10"/>
                    </a:moveTo>
                    <a:lnTo>
                      <a:pt x="2293" y="365"/>
                    </a:lnTo>
                    <a:lnTo>
                      <a:pt x="2293" y="383"/>
                    </a:lnTo>
                    <a:lnTo>
                      <a:pt x="2294" y="400"/>
                    </a:lnTo>
                    <a:lnTo>
                      <a:pt x="2295" y="417"/>
                    </a:lnTo>
                    <a:lnTo>
                      <a:pt x="2297" y="433"/>
                    </a:lnTo>
                    <a:lnTo>
                      <a:pt x="2299" y="449"/>
                    </a:lnTo>
                    <a:lnTo>
                      <a:pt x="2303" y="463"/>
                    </a:lnTo>
                    <a:lnTo>
                      <a:pt x="2306" y="477"/>
                    </a:lnTo>
                    <a:lnTo>
                      <a:pt x="2310" y="491"/>
                    </a:lnTo>
                    <a:lnTo>
                      <a:pt x="2314" y="503"/>
                    </a:lnTo>
                    <a:lnTo>
                      <a:pt x="2319" y="515"/>
                    </a:lnTo>
                    <a:lnTo>
                      <a:pt x="2324" y="528"/>
                    </a:lnTo>
                    <a:lnTo>
                      <a:pt x="2330" y="538"/>
                    </a:lnTo>
                    <a:lnTo>
                      <a:pt x="2336" y="548"/>
                    </a:lnTo>
                    <a:lnTo>
                      <a:pt x="2343" y="559"/>
                    </a:lnTo>
                    <a:lnTo>
                      <a:pt x="2350" y="568"/>
                    </a:lnTo>
                    <a:lnTo>
                      <a:pt x="2357" y="576"/>
                    </a:lnTo>
                    <a:lnTo>
                      <a:pt x="2365" y="584"/>
                    </a:lnTo>
                    <a:lnTo>
                      <a:pt x="2373" y="592"/>
                    </a:lnTo>
                    <a:lnTo>
                      <a:pt x="2383" y="599"/>
                    </a:lnTo>
                    <a:lnTo>
                      <a:pt x="2392" y="605"/>
                    </a:lnTo>
                    <a:lnTo>
                      <a:pt x="2401" y="611"/>
                    </a:lnTo>
                    <a:lnTo>
                      <a:pt x="2411" y="616"/>
                    </a:lnTo>
                    <a:lnTo>
                      <a:pt x="2422" y="621"/>
                    </a:lnTo>
                    <a:lnTo>
                      <a:pt x="2432" y="625"/>
                    </a:lnTo>
                    <a:lnTo>
                      <a:pt x="2443" y="629"/>
                    </a:lnTo>
                    <a:lnTo>
                      <a:pt x="2455" y="633"/>
                    </a:lnTo>
                    <a:lnTo>
                      <a:pt x="2466" y="635"/>
                    </a:lnTo>
                    <a:lnTo>
                      <a:pt x="2478" y="637"/>
                    </a:lnTo>
                    <a:lnTo>
                      <a:pt x="2503" y="640"/>
                    </a:lnTo>
                    <a:lnTo>
                      <a:pt x="2530" y="641"/>
                    </a:lnTo>
                    <a:lnTo>
                      <a:pt x="2543" y="641"/>
                    </a:lnTo>
                    <a:lnTo>
                      <a:pt x="2556" y="640"/>
                    </a:lnTo>
                    <a:lnTo>
                      <a:pt x="2570" y="639"/>
                    </a:lnTo>
                    <a:lnTo>
                      <a:pt x="2583" y="637"/>
                    </a:lnTo>
                    <a:lnTo>
                      <a:pt x="2595" y="635"/>
                    </a:lnTo>
                    <a:lnTo>
                      <a:pt x="2608" y="632"/>
                    </a:lnTo>
                    <a:lnTo>
                      <a:pt x="2619" y="629"/>
                    </a:lnTo>
                    <a:lnTo>
                      <a:pt x="2631" y="624"/>
                    </a:lnTo>
                    <a:lnTo>
                      <a:pt x="2643" y="620"/>
                    </a:lnTo>
                    <a:lnTo>
                      <a:pt x="2653" y="615"/>
                    </a:lnTo>
                    <a:lnTo>
                      <a:pt x="2663" y="610"/>
                    </a:lnTo>
                    <a:lnTo>
                      <a:pt x="2673" y="604"/>
                    </a:lnTo>
                    <a:lnTo>
                      <a:pt x="2683" y="598"/>
                    </a:lnTo>
                    <a:lnTo>
                      <a:pt x="2692" y="591"/>
                    </a:lnTo>
                    <a:lnTo>
                      <a:pt x="2701" y="582"/>
                    </a:lnTo>
                    <a:lnTo>
                      <a:pt x="2709" y="574"/>
                    </a:lnTo>
                    <a:lnTo>
                      <a:pt x="2718" y="566"/>
                    </a:lnTo>
                    <a:lnTo>
                      <a:pt x="2725" y="557"/>
                    </a:lnTo>
                    <a:lnTo>
                      <a:pt x="2732" y="546"/>
                    </a:lnTo>
                    <a:lnTo>
                      <a:pt x="2738" y="536"/>
                    </a:lnTo>
                    <a:lnTo>
                      <a:pt x="2744" y="525"/>
                    </a:lnTo>
                    <a:lnTo>
                      <a:pt x="2750" y="513"/>
                    </a:lnTo>
                    <a:lnTo>
                      <a:pt x="2755" y="501"/>
                    </a:lnTo>
                    <a:lnTo>
                      <a:pt x="2760" y="489"/>
                    </a:lnTo>
                    <a:lnTo>
                      <a:pt x="2764" y="475"/>
                    </a:lnTo>
                    <a:lnTo>
                      <a:pt x="2767" y="461"/>
                    </a:lnTo>
                    <a:lnTo>
                      <a:pt x="2770" y="446"/>
                    </a:lnTo>
                    <a:lnTo>
                      <a:pt x="2772" y="431"/>
                    </a:lnTo>
                    <a:lnTo>
                      <a:pt x="2774" y="416"/>
                    </a:lnTo>
                    <a:lnTo>
                      <a:pt x="2776" y="399"/>
                    </a:lnTo>
                    <a:lnTo>
                      <a:pt x="2777" y="383"/>
                    </a:lnTo>
                    <a:lnTo>
                      <a:pt x="2777" y="364"/>
                    </a:lnTo>
                    <a:lnTo>
                      <a:pt x="2777" y="10"/>
                    </a:lnTo>
                    <a:lnTo>
                      <a:pt x="2664" y="10"/>
                    </a:lnTo>
                    <a:lnTo>
                      <a:pt x="2664" y="372"/>
                    </a:lnTo>
                    <a:lnTo>
                      <a:pt x="2663" y="394"/>
                    </a:lnTo>
                    <a:lnTo>
                      <a:pt x="2661" y="415"/>
                    </a:lnTo>
                    <a:lnTo>
                      <a:pt x="2659" y="433"/>
                    </a:lnTo>
                    <a:lnTo>
                      <a:pt x="2655" y="451"/>
                    </a:lnTo>
                    <a:lnTo>
                      <a:pt x="2650" y="467"/>
                    </a:lnTo>
                    <a:lnTo>
                      <a:pt x="2644" y="481"/>
                    </a:lnTo>
                    <a:lnTo>
                      <a:pt x="2638" y="495"/>
                    </a:lnTo>
                    <a:lnTo>
                      <a:pt x="2629" y="506"/>
                    </a:lnTo>
                    <a:lnTo>
                      <a:pt x="2620" y="516"/>
                    </a:lnTo>
                    <a:lnTo>
                      <a:pt x="2611" y="526"/>
                    </a:lnTo>
                    <a:lnTo>
                      <a:pt x="2600" y="533"/>
                    </a:lnTo>
                    <a:lnTo>
                      <a:pt x="2588" y="539"/>
                    </a:lnTo>
                    <a:lnTo>
                      <a:pt x="2576" y="544"/>
                    </a:lnTo>
                    <a:lnTo>
                      <a:pt x="2563" y="547"/>
                    </a:lnTo>
                    <a:lnTo>
                      <a:pt x="2548" y="549"/>
                    </a:lnTo>
                    <a:lnTo>
                      <a:pt x="2534" y="549"/>
                    </a:lnTo>
                    <a:lnTo>
                      <a:pt x="2519" y="549"/>
                    </a:lnTo>
                    <a:lnTo>
                      <a:pt x="2506" y="547"/>
                    </a:lnTo>
                    <a:lnTo>
                      <a:pt x="2493" y="543"/>
                    </a:lnTo>
                    <a:lnTo>
                      <a:pt x="2481" y="539"/>
                    </a:lnTo>
                    <a:lnTo>
                      <a:pt x="2470" y="533"/>
                    </a:lnTo>
                    <a:lnTo>
                      <a:pt x="2460" y="526"/>
                    </a:lnTo>
                    <a:lnTo>
                      <a:pt x="2449" y="516"/>
                    </a:lnTo>
                    <a:lnTo>
                      <a:pt x="2441" y="506"/>
                    </a:lnTo>
                    <a:lnTo>
                      <a:pt x="2433" y="495"/>
                    </a:lnTo>
                    <a:lnTo>
                      <a:pt x="2426" y="481"/>
                    </a:lnTo>
                    <a:lnTo>
                      <a:pt x="2421" y="467"/>
                    </a:lnTo>
                    <a:lnTo>
                      <a:pt x="2416" y="451"/>
                    </a:lnTo>
                    <a:lnTo>
                      <a:pt x="2411" y="433"/>
                    </a:lnTo>
                    <a:lnTo>
                      <a:pt x="2408" y="415"/>
                    </a:lnTo>
                    <a:lnTo>
                      <a:pt x="2406" y="394"/>
                    </a:lnTo>
                    <a:lnTo>
                      <a:pt x="2406" y="372"/>
                    </a:lnTo>
                    <a:lnTo>
                      <a:pt x="2406" y="10"/>
                    </a:lnTo>
                    <a:lnTo>
                      <a:pt x="2293" y="10"/>
                    </a:lnTo>
                    <a:close/>
                    <a:moveTo>
                      <a:pt x="1789" y="601"/>
                    </a:moveTo>
                    <a:lnTo>
                      <a:pt x="1803" y="609"/>
                    </a:lnTo>
                    <a:lnTo>
                      <a:pt x="1821" y="616"/>
                    </a:lnTo>
                    <a:lnTo>
                      <a:pt x="1840" y="622"/>
                    </a:lnTo>
                    <a:lnTo>
                      <a:pt x="1861" y="629"/>
                    </a:lnTo>
                    <a:lnTo>
                      <a:pt x="1883" y="634"/>
                    </a:lnTo>
                    <a:lnTo>
                      <a:pt x="1908" y="637"/>
                    </a:lnTo>
                    <a:lnTo>
                      <a:pt x="1932" y="640"/>
                    </a:lnTo>
                    <a:lnTo>
                      <a:pt x="1956" y="641"/>
                    </a:lnTo>
                    <a:lnTo>
                      <a:pt x="1986" y="640"/>
                    </a:lnTo>
                    <a:lnTo>
                      <a:pt x="2013" y="637"/>
                    </a:lnTo>
                    <a:lnTo>
                      <a:pt x="2025" y="635"/>
                    </a:lnTo>
                    <a:lnTo>
                      <a:pt x="2037" y="632"/>
                    </a:lnTo>
                    <a:lnTo>
                      <a:pt x="2050" y="629"/>
                    </a:lnTo>
                    <a:lnTo>
                      <a:pt x="2061" y="625"/>
                    </a:lnTo>
                    <a:lnTo>
                      <a:pt x="2071" y="621"/>
                    </a:lnTo>
                    <a:lnTo>
                      <a:pt x="2082" y="617"/>
                    </a:lnTo>
                    <a:lnTo>
                      <a:pt x="2092" y="613"/>
                    </a:lnTo>
                    <a:lnTo>
                      <a:pt x="2101" y="608"/>
                    </a:lnTo>
                    <a:lnTo>
                      <a:pt x="2110" y="603"/>
                    </a:lnTo>
                    <a:lnTo>
                      <a:pt x="2119" y="597"/>
                    </a:lnTo>
                    <a:lnTo>
                      <a:pt x="2127" y="591"/>
                    </a:lnTo>
                    <a:lnTo>
                      <a:pt x="2134" y="584"/>
                    </a:lnTo>
                    <a:lnTo>
                      <a:pt x="2141" y="578"/>
                    </a:lnTo>
                    <a:lnTo>
                      <a:pt x="2147" y="571"/>
                    </a:lnTo>
                    <a:lnTo>
                      <a:pt x="2154" y="564"/>
                    </a:lnTo>
                    <a:lnTo>
                      <a:pt x="2160" y="557"/>
                    </a:lnTo>
                    <a:lnTo>
                      <a:pt x="2170" y="541"/>
                    </a:lnTo>
                    <a:lnTo>
                      <a:pt x="2177" y="526"/>
                    </a:lnTo>
                    <a:lnTo>
                      <a:pt x="2183" y="508"/>
                    </a:lnTo>
                    <a:lnTo>
                      <a:pt x="2189" y="491"/>
                    </a:lnTo>
                    <a:lnTo>
                      <a:pt x="2191" y="472"/>
                    </a:lnTo>
                    <a:lnTo>
                      <a:pt x="2192" y="454"/>
                    </a:lnTo>
                    <a:lnTo>
                      <a:pt x="2192" y="437"/>
                    </a:lnTo>
                    <a:lnTo>
                      <a:pt x="2190" y="422"/>
                    </a:lnTo>
                    <a:lnTo>
                      <a:pt x="2186" y="407"/>
                    </a:lnTo>
                    <a:lnTo>
                      <a:pt x="2182" y="393"/>
                    </a:lnTo>
                    <a:lnTo>
                      <a:pt x="2176" y="380"/>
                    </a:lnTo>
                    <a:lnTo>
                      <a:pt x="2170" y="367"/>
                    </a:lnTo>
                    <a:lnTo>
                      <a:pt x="2162" y="355"/>
                    </a:lnTo>
                    <a:lnTo>
                      <a:pt x="2153" y="344"/>
                    </a:lnTo>
                    <a:lnTo>
                      <a:pt x="2142" y="332"/>
                    </a:lnTo>
                    <a:lnTo>
                      <a:pt x="2130" y="322"/>
                    </a:lnTo>
                    <a:lnTo>
                      <a:pt x="2117" y="313"/>
                    </a:lnTo>
                    <a:lnTo>
                      <a:pt x="2102" y="303"/>
                    </a:lnTo>
                    <a:lnTo>
                      <a:pt x="2087" y="294"/>
                    </a:lnTo>
                    <a:lnTo>
                      <a:pt x="2070" y="286"/>
                    </a:lnTo>
                    <a:lnTo>
                      <a:pt x="2052" y="278"/>
                    </a:lnTo>
                    <a:lnTo>
                      <a:pt x="2032" y="270"/>
                    </a:lnTo>
                    <a:lnTo>
                      <a:pt x="2004" y="258"/>
                    </a:lnTo>
                    <a:lnTo>
                      <a:pt x="1979" y="247"/>
                    </a:lnTo>
                    <a:lnTo>
                      <a:pt x="1969" y="242"/>
                    </a:lnTo>
                    <a:lnTo>
                      <a:pt x="1958" y="236"/>
                    </a:lnTo>
                    <a:lnTo>
                      <a:pt x="1950" y="230"/>
                    </a:lnTo>
                    <a:lnTo>
                      <a:pt x="1942" y="224"/>
                    </a:lnTo>
                    <a:lnTo>
                      <a:pt x="1936" y="219"/>
                    </a:lnTo>
                    <a:lnTo>
                      <a:pt x="1930" y="213"/>
                    </a:lnTo>
                    <a:lnTo>
                      <a:pt x="1924" y="206"/>
                    </a:lnTo>
                    <a:lnTo>
                      <a:pt x="1920" y="200"/>
                    </a:lnTo>
                    <a:lnTo>
                      <a:pt x="1917" y="192"/>
                    </a:lnTo>
                    <a:lnTo>
                      <a:pt x="1915" y="184"/>
                    </a:lnTo>
                    <a:lnTo>
                      <a:pt x="1914" y="177"/>
                    </a:lnTo>
                    <a:lnTo>
                      <a:pt x="1914" y="168"/>
                    </a:lnTo>
                    <a:lnTo>
                      <a:pt x="1914" y="162"/>
                    </a:lnTo>
                    <a:lnTo>
                      <a:pt x="1915" y="154"/>
                    </a:lnTo>
                    <a:lnTo>
                      <a:pt x="1917" y="147"/>
                    </a:lnTo>
                    <a:lnTo>
                      <a:pt x="1919" y="141"/>
                    </a:lnTo>
                    <a:lnTo>
                      <a:pt x="1923" y="135"/>
                    </a:lnTo>
                    <a:lnTo>
                      <a:pt x="1928" y="129"/>
                    </a:lnTo>
                    <a:lnTo>
                      <a:pt x="1933" y="122"/>
                    </a:lnTo>
                    <a:lnTo>
                      <a:pt x="1938" y="117"/>
                    </a:lnTo>
                    <a:lnTo>
                      <a:pt x="1945" y="112"/>
                    </a:lnTo>
                    <a:lnTo>
                      <a:pt x="1952" y="107"/>
                    </a:lnTo>
                    <a:lnTo>
                      <a:pt x="1960" y="103"/>
                    </a:lnTo>
                    <a:lnTo>
                      <a:pt x="1970" y="100"/>
                    </a:lnTo>
                    <a:lnTo>
                      <a:pt x="1980" y="97"/>
                    </a:lnTo>
                    <a:lnTo>
                      <a:pt x="1991" y="95"/>
                    </a:lnTo>
                    <a:lnTo>
                      <a:pt x="2004" y="94"/>
                    </a:lnTo>
                    <a:lnTo>
                      <a:pt x="2016" y="94"/>
                    </a:lnTo>
                    <a:lnTo>
                      <a:pt x="2037" y="94"/>
                    </a:lnTo>
                    <a:lnTo>
                      <a:pt x="2057" y="96"/>
                    </a:lnTo>
                    <a:lnTo>
                      <a:pt x="2075" y="100"/>
                    </a:lnTo>
                    <a:lnTo>
                      <a:pt x="2092" y="104"/>
                    </a:lnTo>
                    <a:lnTo>
                      <a:pt x="2106" y="108"/>
                    </a:lnTo>
                    <a:lnTo>
                      <a:pt x="2120" y="113"/>
                    </a:lnTo>
                    <a:lnTo>
                      <a:pt x="2131" y="118"/>
                    </a:lnTo>
                    <a:lnTo>
                      <a:pt x="2140" y="122"/>
                    </a:lnTo>
                    <a:lnTo>
                      <a:pt x="2167" y="31"/>
                    </a:lnTo>
                    <a:lnTo>
                      <a:pt x="2155" y="25"/>
                    </a:lnTo>
                    <a:lnTo>
                      <a:pt x="2139" y="20"/>
                    </a:lnTo>
                    <a:lnTo>
                      <a:pt x="2124" y="14"/>
                    </a:lnTo>
                    <a:lnTo>
                      <a:pt x="2106" y="9"/>
                    </a:lnTo>
                    <a:lnTo>
                      <a:pt x="2087" y="6"/>
                    </a:lnTo>
                    <a:lnTo>
                      <a:pt x="2065" y="3"/>
                    </a:lnTo>
                    <a:lnTo>
                      <a:pt x="2043" y="1"/>
                    </a:lnTo>
                    <a:lnTo>
                      <a:pt x="2019" y="0"/>
                    </a:lnTo>
                    <a:lnTo>
                      <a:pt x="1994" y="1"/>
                    </a:lnTo>
                    <a:lnTo>
                      <a:pt x="1971" y="4"/>
                    </a:lnTo>
                    <a:lnTo>
                      <a:pt x="1948" y="8"/>
                    </a:lnTo>
                    <a:lnTo>
                      <a:pt x="1928" y="14"/>
                    </a:lnTo>
                    <a:lnTo>
                      <a:pt x="1908" y="22"/>
                    </a:lnTo>
                    <a:lnTo>
                      <a:pt x="1890" y="30"/>
                    </a:lnTo>
                    <a:lnTo>
                      <a:pt x="1873" y="40"/>
                    </a:lnTo>
                    <a:lnTo>
                      <a:pt x="1859" y="51"/>
                    </a:lnTo>
                    <a:lnTo>
                      <a:pt x="1845" y="64"/>
                    </a:lnTo>
                    <a:lnTo>
                      <a:pt x="1833" y="77"/>
                    </a:lnTo>
                    <a:lnTo>
                      <a:pt x="1823" y="93"/>
                    </a:lnTo>
                    <a:lnTo>
                      <a:pt x="1815" y="108"/>
                    </a:lnTo>
                    <a:lnTo>
                      <a:pt x="1808" y="124"/>
                    </a:lnTo>
                    <a:lnTo>
                      <a:pt x="1803" y="142"/>
                    </a:lnTo>
                    <a:lnTo>
                      <a:pt x="1800" y="159"/>
                    </a:lnTo>
                    <a:lnTo>
                      <a:pt x="1799" y="179"/>
                    </a:lnTo>
                    <a:lnTo>
                      <a:pt x="1800" y="194"/>
                    </a:lnTo>
                    <a:lnTo>
                      <a:pt x="1802" y="211"/>
                    </a:lnTo>
                    <a:lnTo>
                      <a:pt x="1806" y="225"/>
                    </a:lnTo>
                    <a:lnTo>
                      <a:pt x="1811" y="240"/>
                    </a:lnTo>
                    <a:lnTo>
                      <a:pt x="1818" y="253"/>
                    </a:lnTo>
                    <a:lnTo>
                      <a:pt x="1825" y="265"/>
                    </a:lnTo>
                    <a:lnTo>
                      <a:pt x="1834" y="277"/>
                    </a:lnTo>
                    <a:lnTo>
                      <a:pt x="1844" y="288"/>
                    </a:lnTo>
                    <a:lnTo>
                      <a:pt x="1857" y="299"/>
                    </a:lnTo>
                    <a:lnTo>
                      <a:pt x="1869" y="310"/>
                    </a:lnTo>
                    <a:lnTo>
                      <a:pt x="1882" y="319"/>
                    </a:lnTo>
                    <a:lnTo>
                      <a:pt x="1898" y="328"/>
                    </a:lnTo>
                    <a:lnTo>
                      <a:pt x="1913" y="336"/>
                    </a:lnTo>
                    <a:lnTo>
                      <a:pt x="1931" y="345"/>
                    </a:lnTo>
                    <a:lnTo>
                      <a:pt x="1948" y="352"/>
                    </a:lnTo>
                    <a:lnTo>
                      <a:pt x="1967" y="359"/>
                    </a:lnTo>
                    <a:lnTo>
                      <a:pt x="1994" y="369"/>
                    </a:lnTo>
                    <a:lnTo>
                      <a:pt x="2017" y="381"/>
                    </a:lnTo>
                    <a:lnTo>
                      <a:pt x="2027" y="386"/>
                    </a:lnTo>
                    <a:lnTo>
                      <a:pt x="2036" y="392"/>
                    </a:lnTo>
                    <a:lnTo>
                      <a:pt x="2044" y="397"/>
                    </a:lnTo>
                    <a:lnTo>
                      <a:pt x="2051" y="403"/>
                    </a:lnTo>
                    <a:lnTo>
                      <a:pt x="2057" y="409"/>
                    </a:lnTo>
                    <a:lnTo>
                      <a:pt x="2062" y="417"/>
                    </a:lnTo>
                    <a:lnTo>
                      <a:pt x="2067" y="423"/>
                    </a:lnTo>
                    <a:lnTo>
                      <a:pt x="2070" y="430"/>
                    </a:lnTo>
                    <a:lnTo>
                      <a:pt x="2073" y="437"/>
                    </a:lnTo>
                    <a:lnTo>
                      <a:pt x="2075" y="445"/>
                    </a:lnTo>
                    <a:lnTo>
                      <a:pt x="2077" y="454"/>
                    </a:lnTo>
                    <a:lnTo>
                      <a:pt x="2077" y="462"/>
                    </a:lnTo>
                    <a:lnTo>
                      <a:pt x="2077" y="471"/>
                    </a:lnTo>
                    <a:lnTo>
                      <a:pt x="2074" y="480"/>
                    </a:lnTo>
                    <a:lnTo>
                      <a:pt x="2072" y="489"/>
                    </a:lnTo>
                    <a:lnTo>
                      <a:pt x="2069" y="497"/>
                    </a:lnTo>
                    <a:lnTo>
                      <a:pt x="2065" y="504"/>
                    </a:lnTo>
                    <a:lnTo>
                      <a:pt x="2060" y="511"/>
                    </a:lnTo>
                    <a:lnTo>
                      <a:pt x="2054" y="517"/>
                    </a:lnTo>
                    <a:lnTo>
                      <a:pt x="2048" y="524"/>
                    </a:lnTo>
                    <a:lnTo>
                      <a:pt x="2040" y="529"/>
                    </a:lnTo>
                    <a:lnTo>
                      <a:pt x="2031" y="533"/>
                    </a:lnTo>
                    <a:lnTo>
                      <a:pt x="2022" y="537"/>
                    </a:lnTo>
                    <a:lnTo>
                      <a:pt x="2012" y="540"/>
                    </a:lnTo>
                    <a:lnTo>
                      <a:pt x="2002" y="543"/>
                    </a:lnTo>
                    <a:lnTo>
                      <a:pt x="1989" y="545"/>
                    </a:lnTo>
                    <a:lnTo>
                      <a:pt x="1977" y="546"/>
                    </a:lnTo>
                    <a:lnTo>
                      <a:pt x="1965" y="546"/>
                    </a:lnTo>
                    <a:lnTo>
                      <a:pt x="1943" y="546"/>
                    </a:lnTo>
                    <a:lnTo>
                      <a:pt x="1921" y="543"/>
                    </a:lnTo>
                    <a:lnTo>
                      <a:pt x="1901" y="540"/>
                    </a:lnTo>
                    <a:lnTo>
                      <a:pt x="1881" y="535"/>
                    </a:lnTo>
                    <a:lnTo>
                      <a:pt x="1863" y="529"/>
                    </a:lnTo>
                    <a:lnTo>
                      <a:pt x="1845" y="523"/>
                    </a:lnTo>
                    <a:lnTo>
                      <a:pt x="1829" y="514"/>
                    </a:lnTo>
                    <a:lnTo>
                      <a:pt x="1815" y="507"/>
                    </a:lnTo>
                    <a:lnTo>
                      <a:pt x="1789" y="601"/>
                    </a:lnTo>
                    <a:close/>
                    <a:moveTo>
                      <a:pt x="1300" y="631"/>
                    </a:moveTo>
                    <a:lnTo>
                      <a:pt x="1300" y="408"/>
                    </a:lnTo>
                    <a:lnTo>
                      <a:pt x="1300" y="371"/>
                    </a:lnTo>
                    <a:lnTo>
                      <a:pt x="1299" y="335"/>
                    </a:lnTo>
                    <a:lnTo>
                      <a:pt x="1299" y="301"/>
                    </a:lnTo>
                    <a:lnTo>
                      <a:pt x="1298" y="269"/>
                    </a:lnTo>
                    <a:lnTo>
                      <a:pt x="1298" y="237"/>
                    </a:lnTo>
                    <a:lnTo>
                      <a:pt x="1297" y="205"/>
                    </a:lnTo>
                    <a:lnTo>
                      <a:pt x="1295" y="175"/>
                    </a:lnTo>
                    <a:lnTo>
                      <a:pt x="1294" y="144"/>
                    </a:lnTo>
                    <a:lnTo>
                      <a:pt x="1297" y="144"/>
                    </a:lnTo>
                    <a:lnTo>
                      <a:pt x="1308" y="170"/>
                    </a:lnTo>
                    <a:lnTo>
                      <a:pt x="1321" y="198"/>
                    </a:lnTo>
                    <a:lnTo>
                      <a:pt x="1335" y="224"/>
                    </a:lnTo>
                    <a:lnTo>
                      <a:pt x="1348" y="251"/>
                    </a:lnTo>
                    <a:lnTo>
                      <a:pt x="1362" y="279"/>
                    </a:lnTo>
                    <a:lnTo>
                      <a:pt x="1378" y="306"/>
                    </a:lnTo>
                    <a:lnTo>
                      <a:pt x="1392" y="332"/>
                    </a:lnTo>
                    <a:lnTo>
                      <a:pt x="1408" y="358"/>
                    </a:lnTo>
                    <a:lnTo>
                      <a:pt x="1569" y="631"/>
                    </a:lnTo>
                    <a:lnTo>
                      <a:pt x="1686" y="631"/>
                    </a:lnTo>
                    <a:lnTo>
                      <a:pt x="1686" y="10"/>
                    </a:lnTo>
                    <a:lnTo>
                      <a:pt x="1582" y="10"/>
                    </a:lnTo>
                    <a:lnTo>
                      <a:pt x="1582" y="226"/>
                    </a:lnTo>
                    <a:lnTo>
                      <a:pt x="1582" y="261"/>
                    </a:lnTo>
                    <a:lnTo>
                      <a:pt x="1582" y="295"/>
                    </a:lnTo>
                    <a:lnTo>
                      <a:pt x="1583" y="328"/>
                    </a:lnTo>
                    <a:lnTo>
                      <a:pt x="1584" y="360"/>
                    </a:lnTo>
                    <a:lnTo>
                      <a:pt x="1585" y="391"/>
                    </a:lnTo>
                    <a:lnTo>
                      <a:pt x="1587" y="422"/>
                    </a:lnTo>
                    <a:lnTo>
                      <a:pt x="1589" y="453"/>
                    </a:lnTo>
                    <a:lnTo>
                      <a:pt x="1592" y="484"/>
                    </a:lnTo>
                    <a:lnTo>
                      <a:pt x="1589" y="485"/>
                    </a:lnTo>
                    <a:lnTo>
                      <a:pt x="1578" y="459"/>
                    </a:lnTo>
                    <a:lnTo>
                      <a:pt x="1567" y="433"/>
                    </a:lnTo>
                    <a:lnTo>
                      <a:pt x="1555" y="407"/>
                    </a:lnTo>
                    <a:lnTo>
                      <a:pt x="1541" y="381"/>
                    </a:lnTo>
                    <a:lnTo>
                      <a:pt x="1528" y="355"/>
                    </a:lnTo>
                    <a:lnTo>
                      <a:pt x="1513" y="328"/>
                    </a:lnTo>
                    <a:lnTo>
                      <a:pt x="1499" y="302"/>
                    </a:lnTo>
                    <a:lnTo>
                      <a:pt x="1484" y="277"/>
                    </a:lnTo>
                    <a:lnTo>
                      <a:pt x="1324" y="10"/>
                    </a:lnTo>
                    <a:lnTo>
                      <a:pt x="1195" y="10"/>
                    </a:lnTo>
                    <a:lnTo>
                      <a:pt x="1195" y="631"/>
                    </a:lnTo>
                    <a:lnTo>
                      <a:pt x="1300" y="631"/>
                    </a:lnTo>
                    <a:close/>
                    <a:moveTo>
                      <a:pt x="804" y="550"/>
                    </a:moveTo>
                    <a:lnTo>
                      <a:pt x="795" y="549"/>
                    </a:lnTo>
                    <a:lnTo>
                      <a:pt x="785" y="549"/>
                    </a:lnTo>
                    <a:lnTo>
                      <a:pt x="776" y="547"/>
                    </a:lnTo>
                    <a:lnTo>
                      <a:pt x="766" y="545"/>
                    </a:lnTo>
                    <a:lnTo>
                      <a:pt x="757" y="543"/>
                    </a:lnTo>
                    <a:lnTo>
                      <a:pt x="749" y="540"/>
                    </a:lnTo>
                    <a:lnTo>
                      <a:pt x="741" y="536"/>
                    </a:lnTo>
                    <a:lnTo>
                      <a:pt x="733" y="532"/>
                    </a:lnTo>
                    <a:lnTo>
                      <a:pt x="724" y="527"/>
                    </a:lnTo>
                    <a:lnTo>
                      <a:pt x="717" y="523"/>
                    </a:lnTo>
                    <a:lnTo>
                      <a:pt x="710" y="516"/>
                    </a:lnTo>
                    <a:lnTo>
                      <a:pt x="703" y="510"/>
                    </a:lnTo>
                    <a:lnTo>
                      <a:pt x="690" y="497"/>
                    </a:lnTo>
                    <a:lnTo>
                      <a:pt x="679" y="482"/>
                    </a:lnTo>
                    <a:lnTo>
                      <a:pt x="668" y="466"/>
                    </a:lnTo>
                    <a:lnTo>
                      <a:pt x="660" y="449"/>
                    </a:lnTo>
                    <a:lnTo>
                      <a:pt x="651" y="430"/>
                    </a:lnTo>
                    <a:lnTo>
                      <a:pt x="645" y="410"/>
                    </a:lnTo>
                    <a:lnTo>
                      <a:pt x="640" y="389"/>
                    </a:lnTo>
                    <a:lnTo>
                      <a:pt x="637" y="367"/>
                    </a:lnTo>
                    <a:lnTo>
                      <a:pt x="634" y="346"/>
                    </a:lnTo>
                    <a:lnTo>
                      <a:pt x="634" y="322"/>
                    </a:lnTo>
                    <a:lnTo>
                      <a:pt x="634" y="299"/>
                    </a:lnTo>
                    <a:lnTo>
                      <a:pt x="636" y="277"/>
                    </a:lnTo>
                    <a:lnTo>
                      <a:pt x="640" y="255"/>
                    </a:lnTo>
                    <a:lnTo>
                      <a:pt x="645" y="235"/>
                    </a:lnTo>
                    <a:lnTo>
                      <a:pt x="651" y="214"/>
                    </a:lnTo>
                    <a:lnTo>
                      <a:pt x="659" y="194"/>
                    </a:lnTo>
                    <a:lnTo>
                      <a:pt x="668" y="177"/>
                    </a:lnTo>
                    <a:lnTo>
                      <a:pt x="677" y="160"/>
                    </a:lnTo>
                    <a:lnTo>
                      <a:pt x="689" y="145"/>
                    </a:lnTo>
                    <a:lnTo>
                      <a:pt x="702" y="132"/>
                    </a:lnTo>
                    <a:lnTo>
                      <a:pt x="709" y="126"/>
                    </a:lnTo>
                    <a:lnTo>
                      <a:pt x="716" y="119"/>
                    </a:lnTo>
                    <a:lnTo>
                      <a:pt x="723" y="114"/>
                    </a:lnTo>
                    <a:lnTo>
                      <a:pt x="732" y="109"/>
                    </a:lnTo>
                    <a:lnTo>
                      <a:pt x="740" y="105"/>
                    </a:lnTo>
                    <a:lnTo>
                      <a:pt x="748" y="102"/>
                    </a:lnTo>
                    <a:lnTo>
                      <a:pt x="757" y="99"/>
                    </a:lnTo>
                    <a:lnTo>
                      <a:pt x="766" y="96"/>
                    </a:lnTo>
                    <a:lnTo>
                      <a:pt x="776" y="94"/>
                    </a:lnTo>
                    <a:lnTo>
                      <a:pt x="786" y="92"/>
                    </a:lnTo>
                    <a:lnTo>
                      <a:pt x="795" y="91"/>
                    </a:lnTo>
                    <a:lnTo>
                      <a:pt x="807" y="91"/>
                    </a:lnTo>
                    <a:lnTo>
                      <a:pt x="817" y="91"/>
                    </a:lnTo>
                    <a:lnTo>
                      <a:pt x="827" y="92"/>
                    </a:lnTo>
                    <a:lnTo>
                      <a:pt x="836" y="94"/>
                    </a:lnTo>
                    <a:lnTo>
                      <a:pt x="846" y="96"/>
                    </a:lnTo>
                    <a:lnTo>
                      <a:pt x="855" y="99"/>
                    </a:lnTo>
                    <a:lnTo>
                      <a:pt x="864" y="102"/>
                    </a:lnTo>
                    <a:lnTo>
                      <a:pt x="872" y="106"/>
                    </a:lnTo>
                    <a:lnTo>
                      <a:pt x="881" y="110"/>
                    </a:lnTo>
                    <a:lnTo>
                      <a:pt x="889" y="114"/>
                    </a:lnTo>
                    <a:lnTo>
                      <a:pt x="896" y="120"/>
                    </a:lnTo>
                    <a:lnTo>
                      <a:pt x="903" y="126"/>
                    </a:lnTo>
                    <a:lnTo>
                      <a:pt x="910" y="132"/>
                    </a:lnTo>
                    <a:lnTo>
                      <a:pt x="923" y="145"/>
                    </a:lnTo>
                    <a:lnTo>
                      <a:pt x="934" y="160"/>
                    </a:lnTo>
                    <a:lnTo>
                      <a:pt x="944" y="177"/>
                    </a:lnTo>
                    <a:lnTo>
                      <a:pt x="952" y="194"/>
                    </a:lnTo>
                    <a:lnTo>
                      <a:pt x="961" y="214"/>
                    </a:lnTo>
                    <a:lnTo>
                      <a:pt x="967" y="234"/>
                    </a:lnTo>
                    <a:lnTo>
                      <a:pt x="971" y="254"/>
                    </a:lnTo>
                    <a:lnTo>
                      <a:pt x="974" y="275"/>
                    </a:lnTo>
                    <a:lnTo>
                      <a:pt x="976" y="296"/>
                    </a:lnTo>
                    <a:lnTo>
                      <a:pt x="977" y="318"/>
                    </a:lnTo>
                    <a:lnTo>
                      <a:pt x="976" y="343"/>
                    </a:lnTo>
                    <a:lnTo>
                      <a:pt x="974" y="365"/>
                    </a:lnTo>
                    <a:lnTo>
                      <a:pt x="971" y="388"/>
                    </a:lnTo>
                    <a:lnTo>
                      <a:pt x="966" y="409"/>
                    </a:lnTo>
                    <a:lnTo>
                      <a:pt x="960" y="430"/>
                    </a:lnTo>
                    <a:lnTo>
                      <a:pt x="951" y="449"/>
                    </a:lnTo>
                    <a:lnTo>
                      <a:pt x="943" y="467"/>
                    </a:lnTo>
                    <a:lnTo>
                      <a:pt x="933" y="482"/>
                    </a:lnTo>
                    <a:lnTo>
                      <a:pt x="921" y="498"/>
                    </a:lnTo>
                    <a:lnTo>
                      <a:pt x="908" y="511"/>
                    </a:lnTo>
                    <a:lnTo>
                      <a:pt x="901" y="517"/>
                    </a:lnTo>
                    <a:lnTo>
                      <a:pt x="894" y="523"/>
                    </a:lnTo>
                    <a:lnTo>
                      <a:pt x="887" y="528"/>
                    </a:lnTo>
                    <a:lnTo>
                      <a:pt x="878" y="532"/>
                    </a:lnTo>
                    <a:lnTo>
                      <a:pt x="870" y="536"/>
                    </a:lnTo>
                    <a:lnTo>
                      <a:pt x="862" y="540"/>
                    </a:lnTo>
                    <a:lnTo>
                      <a:pt x="854" y="543"/>
                    </a:lnTo>
                    <a:lnTo>
                      <a:pt x="845" y="545"/>
                    </a:lnTo>
                    <a:lnTo>
                      <a:pt x="835" y="547"/>
                    </a:lnTo>
                    <a:lnTo>
                      <a:pt x="826" y="549"/>
                    </a:lnTo>
                    <a:lnTo>
                      <a:pt x="816" y="549"/>
                    </a:lnTo>
                    <a:lnTo>
                      <a:pt x="805" y="550"/>
                    </a:lnTo>
                    <a:lnTo>
                      <a:pt x="804" y="550"/>
                    </a:lnTo>
                    <a:close/>
                    <a:moveTo>
                      <a:pt x="802" y="641"/>
                    </a:moveTo>
                    <a:lnTo>
                      <a:pt x="818" y="641"/>
                    </a:lnTo>
                    <a:lnTo>
                      <a:pt x="833" y="640"/>
                    </a:lnTo>
                    <a:lnTo>
                      <a:pt x="849" y="638"/>
                    </a:lnTo>
                    <a:lnTo>
                      <a:pt x="863" y="636"/>
                    </a:lnTo>
                    <a:lnTo>
                      <a:pt x="878" y="633"/>
                    </a:lnTo>
                    <a:lnTo>
                      <a:pt x="893" y="629"/>
                    </a:lnTo>
                    <a:lnTo>
                      <a:pt x="906" y="624"/>
                    </a:lnTo>
                    <a:lnTo>
                      <a:pt x="920" y="619"/>
                    </a:lnTo>
                    <a:lnTo>
                      <a:pt x="933" y="613"/>
                    </a:lnTo>
                    <a:lnTo>
                      <a:pt x="946" y="607"/>
                    </a:lnTo>
                    <a:lnTo>
                      <a:pt x="959" y="600"/>
                    </a:lnTo>
                    <a:lnTo>
                      <a:pt x="970" y="593"/>
                    </a:lnTo>
                    <a:lnTo>
                      <a:pt x="982" y="584"/>
                    </a:lnTo>
                    <a:lnTo>
                      <a:pt x="993" y="575"/>
                    </a:lnTo>
                    <a:lnTo>
                      <a:pt x="1004" y="566"/>
                    </a:lnTo>
                    <a:lnTo>
                      <a:pt x="1013" y="556"/>
                    </a:lnTo>
                    <a:lnTo>
                      <a:pt x="1023" y="545"/>
                    </a:lnTo>
                    <a:lnTo>
                      <a:pt x="1033" y="533"/>
                    </a:lnTo>
                    <a:lnTo>
                      <a:pt x="1041" y="522"/>
                    </a:lnTo>
                    <a:lnTo>
                      <a:pt x="1049" y="509"/>
                    </a:lnTo>
                    <a:lnTo>
                      <a:pt x="1056" y="496"/>
                    </a:lnTo>
                    <a:lnTo>
                      <a:pt x="1063" y="482"/>
                    </a:lnTo>
                    <a:lnTo>
                      <a:pt x="1070" y="468"/>
                    </a:lnTo>
                    <a:lnTo>
                      <a:pt x="1076" y="453"/>
                    </a:lnTo>
                    <a:lnTo>
                      <a:pt x="1081" y="437"/>
                    </a:lnTo>
                    <a:lnTo>
                      <a:pt x="1085" y="422"/>
                    </a:lnTo>
                    <a:lnTo>
                      <a:pt x="1089" y="405"/>
                    </a:lnTo>
                    <a:lnTo>
                      <a:pt x="1092" y="388"/>
                    </a:lnTo>
                    <a:lnTo>
                      <a:pt x="1094" y="370"/>
                    </a:lnTo>
                    <a:lnTo>
                      <a:pt x="1096" y="352"/>
                    </a:lnTo>
                    <a:lnTo>
                      <a:pt x="1097" y="333"/>
                    </a:lnTo>
                    <a:lnTo>
                      <a:pt x="1097" y="314"/>
                    </a:lnTo>
                    <a:lnTo>
                      <a:pt x="1097" y="297"/>
                    </a:lnTo>
                    <a:lnTo>
                      <a:pt x="1096" y="281"/>
                    </a:lnTo>
                    <a:lnTo>
                      <a:pt x="1095" y="265"/>
                    </a:lnTo>
                    <a:lnTo>
                      <a:pt x="1093" y="250"/>
                    </a:lnTo>
                    <a:lnTo>
                      <a:pt x="1090" y="235"/>
                    </a:lnTo>
                    <a:lnTo>
                      <a:pt x="1087" y="219"/>
                    </a:lnTo>
                    <a:lnTo>
                      <a:pt x="1083" y="205"/>
                    </a:lnTo>
                    <a:lnTo>
                      <a:pt x="1078" y="190"/>
                    </a:lnTo>
                    <a:lnTo>
                      <a:pt x="1073" y="176"/>
                    </a:lnTo>
                    <a:lnTo>
                      <a:pt x="1068" y="163"/>
                    </a:lnTo>
                    <a:lnTo>
                      <a:pt x="1061" y="149"/>
                    </a:lnTo>
                    <a:lnTo>
                      <a:pt x="1054" y="137"/>
                    </a:lnTo>
                    <a:lnTo>
                      <a:pt x="1047" y="124"/>
                    </a:lnTo>
                    <a:lnTo>
                      <a:pt x="1039" y="113"/>
                    </a:lnTo>
                    <a:lnTo>
                      <a:pt x="1031" y="102"/>
                    </a:lnTo>
                    <a:lnTo>
                      <a:pt x="1021" y="91"/>
                    </a:lnTo>
                    <a:lnTo>
                      <a:pt x="1012" y="80"/>
                    </a:lnTo>
                    <a:lnTo>
                      <a:pt x="1002" y="71"/>
                    </a:lnTo>
                    <a:lnTo>
                      <a:pt x="991" y="62"/>
                    </a:lnTo>
                    <a:lnTo>
                      <a:pt x="980" y="52"/>
                    </a:lnTo>
                    <a:lnTo>
                      <a:pt x="969" y="44"/>
                    </a:lnTo>
                    <a:lnTo>
                      <a:pt x="957" y="37"/>
                    </a:lnTo>
                    <a:lnTo>
                      <a:pt x="944" y="30"/>
                    </a:lnTo>
                    <a:lnTo>
                      <a:pt x="932" y="24"/>
                    </a:lnTo>
                    <a:lnTo>
                      <a:pt x="917" y="19"/>
                    </a:lnTo>
                    <a:lnTo>
                      <a:pt x="904" y="13"/>
                    </a:lnTo>
                    <a:lnTo>
                      <a:pt x="890" y="9"/>
                    </a:lnTo>
                    <a:lnTo>
                      <a:pt x="874" y="6"/>
                    </a:lnTo>
                    <a:lnTo>
                      <a:pt x="859" y="3"/>
                    </a:lnTo>
                    <a:lnTo>
                      <a:pt x="844" y="2"/>
                    </a:lnTo>
                    <a:lnTo>
                      <a:pt x="827" y="0"/>
                    </a:lnTo>
                    <a:lnTo>
                      <a:pt x="811" y="0"/>
                    </a:lnTo>
                    <a:lnTo>
                      <a:pt x="794" y="0"/>
                    </a:lnTo>
                    <a:lnTo>
                      <a:pt x="778" y="2"/>
                    </a:lnTo>
                    <a:lnTo>
                      <a:pt x="762" y="3"/>
                    </a:lnTo>
                    <a:lnTo>
                      <a:pt x="747" y="6"/>
                    </a:lnTo>
                    <a:lnTo>
                      <a:pt x="733" y="9"/>
                    </a:lnTo>
                    <a:lnTo>
                      <a:pt x="718" y="13"/>
                    </a:lnTo>
                    <a:lnTo>
                      <a:pt x="704" y="19"/>
                    </a:lnTo>
                    <a:lnTo>
                      <a:pt x="690" y="24"/>
                    </a:lnTo>
                    <a:lnTo>
                      <a:pt x="677" y="30"/>
                    </a:lnTo>
                    <a:lnTo>
                      <a:pt x="665" y="37"/>
                    </a:lnTo>
                    <a:lnTo>
                      <a:pt x="652" y="44"/>
                    </a:lnTo>
                    <a:lnTo>
                      <a:pt x="640" y="52"/>
                    </a:lnTo>
                    <a:lnTo>
                      <a:pt x="629" y="62"/>
                    </a:lnTo>
                    <a:lnTo>
                      <a:pt x="617" y="71"/>
                    </a:lnTo>
                    <a:lnTo>
                      <a:pt x="607" y="80"/>
                    </a:lnTo>
                    <a:lnTo>
                      <a:pt x="597" y="92"/>
                    </a:lnTo>
                    <a:lnTo>
                      <a:pt x="588" y="102"/>
                    </a:lnTo>
                    <a:lnTo>
                      <a:pt x="578" y="114"/>
                    </a:lnTo>
                    <a:lnTo>
                      <a:pt x="570" y="126"/>
                    </a:lnTo>
                    <a:lnTo>
                      <a:pt x="562" y="139"/>
                    </a:lnTo>
                    <a:lnTo>
                      <a:pt x="555" y="151"/>
                    </a:lnTo>
                    <a:lnTo>
                      <a:pt x="549" y="166"/>
                    </a:lnTo>
                    <a:lnTo>
                      <a:pt x="542" y="179"/>
                    </a:lnTo>
                    <a:lnTo>
                      <a:pt x="536" y="194"/>
                    </a:lnTo>
                    <a:lnTo>
                      <a:pt x="531" y="209"/>
                    </a:lnTo>
                    <a:lnTo>
                      <a:pt x="527" y="224"/>
                    </a:lnTo>
                    <a:lnTo>
                      <a:pt x="524" y="241"/>
                    </a:lnTo>
                    <a:lnTo>
                      <a:pt x="521" y="256"/>
                    </a:lnTo>
                    <a:lnTo>
                      <a:pt x="518" y="273"/>
                    </a:lnTo>
                    <a:lnTo>
                      <a:pt x="517" y="290"/>
                    </a:lnTo>
                    <a:lnTo>
                      <a:pt x="516" y="308"/>
                    </a:lnTo>
                    <a:lnTo>
                      <a:pt x="515" y="325"/>
                    </a:lnTo>
                    <a:lnTo>
                      <a:pt x="516" y="342"/>
                    </a:lnTo>
                    <a:lnTo>
                      <a:pt x="517" y="359"/>
                    </a:lnTo>
                    <a:lnTo>
                      <a:pt x="518" y="374"/>
                    </a:lnTo>
                    <a:lnTo>
                      <a:pt x="520" y="391"/>
                    </a:lnTo>
                    <a:lnTo>
                      <a:pt x="523" y="406"/>
                    </a:lnTo>
                    <a:lnTo>
                      <a:pt x="526" y="422"/>
                    </a:lnTo>
                    <a:lnTo>
                      <a:pt x="530" y="436"/>
                    </a:lnTo>
                    <a:lnTo>
                      <a:pt x="535" y="452"/>
                    </a:lnTo>
                    <a:lnTo>
                      <a:pt x="540" y="465"/>
                    </a:lnTo>
                    <a:lnTo>
                      <a:pt x="547" y="479"/>
                    </a:lnTo>
                    <a:lnTo>
                      <a:pt x="553" y="492"/>
                    </a:lnTo>
                    <a:lnTo>
                      <a:pt x="559" y="505"/>
                    </a:lnTo>
                    <a:lnTo>
                      <a:pt x="567" y="517"/>
                    </a:lnTo>
                    <a:lnTo>
                      <a:pt x="575" y="529"/>
                    </a:lnTo>
                    <a:lnTo>
                      <a:pt x="584" y="540"/>
                    </a:lnTo>
                    <a:lnTo>
                      <a:pt x="593" y="551"/>
                    </a:lnTo>
                    <a:lnTo>
                      <a:pt x="602" y="562"/>
                    </a:lnTo>
                    <a:lnTo>
                      <a:pt x="612" y="571"/>
                    </a:lnTo>
                    <a:lnTo>
                      <a:pt x="623" y="580"/>
                    </a:lnTo>
                    <a:lnTo>
                      <a:pt x="634" y="588"/>
                    </a:lnTo>
                    <a:lnTo>
                      <a:pt x="645" y="597"/>
                    </a:lnTo>
                    <a:lnTo>
                      <a:pt x="658" y="604"/>
                    </a:lnTo>
                    <a:lnTo>
                      <a:pt x="670" y="611"/>
                    </a:lnTo>
                    <a:lnTo>
                      <a:pt x="682" y="617"/>
                    </a:lnTo>
                    <a:lnTo>
                      <a:pt x="696" y="622"/>
                    </a:lnTo>
                    <a:lnTo>
                      <a:pt x="710" y="628"/>
                    </a:lnTo>
                    <a:lnTo>
                      <a:pt x="724" y="632"/>
                    </a:lnTo>
                    <a:lnTo>
                      <a:pt x="739" y="635"/>
                    </a:lnTo>
                    <a:lnTo>
                      <a:pt x="753" y="638"/>
                    </a:lnTo>
                    <a:lnTo>
                      <a:pt x="769" y="640"/>
                    </a:lnTo>
                    <a:lnTo>
                      <a:pt x="785" y="641"/>
                    </a:lnTo>
                    <a:lnTo>
                      <a:pt x="801" y="641"/>
                    </a:lnTo>
                    <a:lnTo>
                      <a:pt x="802" y="641"/>
                    </a:lnTo>
                    <a:close/>
                    <a:moveTo>
                      <a:pt x="458" y="523"/>
                    </a:moveTo>
                    <a:lnTo>
                      <a:pt x="447" y="528"/>
                    </a:lnTo>
                    <a:lnTo>
                      <a:pt x="434" y="532"/>
                    </a:lnTo>
                    <a:lnTo>
                      <a:pt x="418" y="536"/>
                    </a:lnTo>
                    <a:lnTo>
                      <a:pt x="403" y="539"/>
                    </a:lnTo>
                    <a:lnTo>
                      <a:pt x="386" y="542"/>
                    </a:lnTo>
                    <a:lnTo>
                      <a:pt x="370" y="544"/>
                    </a:lnTo>
                    <a:lnTo>
                      <a:pt x="352" y="545"/>
                    </a:lnTo>
                    <a:lnTo>
                      <a:pt x="335" y="545"/>
                    </a:lnTo>
                    <a:lnTo>
                      <a:pt x="323" y="545"/>
                    </a:lnTo>
                    <a:lnTo>
                      <a:pt x="310" y="544"/>
                    </a:lnTo>
                    <a:lnTo>
                      <a:pt x="298" y="543"/>
                    </a:lnTo>
                    <a:lnTo>
                      <a:pt x="287" y="541"/>
                    </a:lnTo>
                    <a:lnTo>
                      <a:pt x="275" y="539"/>
                    </a:lnTo>
                    <a:lnTo>
                      <a:pt x="265" y="537"/>
                    </a:lnTo>
                    <a:lnTo>
                      <a:pt x="254" y="534"/>
                    </a:lnTo>
                    <a:lnTo>
                      <a:pt x="243" y="530"/>
                    </a:lnTo>
                    <a:lnTo>
                      <a:pt x="234" y="526"/>
                    </a:lnTo>
                    <a:lnTo>
                      <a:pt x="225" y="522"/>
                    </a:lnTo>
                    <a:lnTo>
                      <a:pt x="216" y="516"/>
                    </a:lnTo>
                    <a:lnTo>
                      <a:pt x="207" y="511"/>
                    </a:lnTo>
                    <a:lnTo>
                      <a:pt x="198" y="505"/>
                    </a:lnTo>
                    <a:lnTo>
                      <a:pt x="191" y="499"/>
                    </a:lnTo>
                    <a:lnTo>
                      <a:pt x="183" y="492"/>
                    </a:lnTo>
                    <a:lnTo>
                      <a:pt x="177" y="486"/>
                    </a:lnTo>
                    <a:lnTo>
                      <a:pt x="169" y="477"/>
                    </a:lnTo>
                    <a:lnTo>
                      <a:pt x="163" y="470"/>
                    </a:lnTo>
                    <a:lnTo>
                      <a:pt x="157" y="462"/>
                    </a:lnTo>
                    <a:lnTo>
                      <a:pt x="152" y="453"/>
                    </a:lnTo>
                    <a:lnTo>
                      <a:pt x="147" y="443"/>
                    </a:lnTo>
                    <a:lnTo>
                      <a:pt x="142" y="434"/>
                    </a:lnTo>
                    <a:lnTo>
                      <a:pt x="138" y="425"/>
                    </a:lnTo>
                    <a:lnTo>
                      <a:pt x="134" y="415"/>
                    </a:lnTo>
                    <a:lnTo>
                      <a:pt x="127" y="393"/>
                    </a:lnTo>
                    <a:lnTo>
                      <a:pt x="123" y="371"/>
                    </a:lnTo>
                    <a:lnTo>
                      <a:pt x="120" y="347"/>
                    </a:lnTo>
                    <a:lnTo>
                      <a:pt x="119" y="322"/>
                    </a:lnTo>
                    <a:lnTo>
                      <a:pt x="119" y="309"/>
                    </a:lnTo>
                    <a:lnTo>
                      <a:pt x="120" y="295"/>
                    </a:lnTo>
                    <a:lnTo>
                      <a:pt x="122" y="282"/>
                    </a:lnTo>
                    <a:lnTo>
                      <a:pt x="123" y="270"/>
                    </a:lnTo>
                    <a:lnTo>
                      <a:pt x="125" y="257"/>
                    </a:lnTo>
                    <a:lnTo>
                      <a:pt x="128" y="246"/>
                    </a:lnTo>
                    <a:lnTo>
                      <a:pt x="131" y="235"/>
                    </a:lnTo>
                    <a:lnTo>
                      <a:pt x="136" y="223"/>
                    </a:lnTo>
                    <a:lnTo>
                      <a:pt x="140" y="213"/>
                    </a:lnTo>
                    <a:lnTo>
                      <a:pt x="145" y="203"/>
                    </a:lnTo>
                    <a:lnTo>
                      <a:pt x="149" y="193"/>
                    </a:lnTo>
                    <a:lnTo>
                      <a:pt x="155" y="184"/>
                    </a:lnTo>
                    <a:lnTo>
                      <a:pt x="160" y="176"/>
                    </a:lnTo>
                    <a:lnTo>
                      <a:pt x="167" y="168"/>
                    </a:lnTo>
                    <a:lnTo>
                      <a:pt x="174" y="159"/>
                    </a:lnTo>
                    <a:lnTo>
                      <a:pt x="181" y="152"/>
                    </a:lnTo>
                    <a:lnTo>
                      <a:pt x="188" y="145"/>
                    </a:lnTo>
                    <a:lnTo>
                      <a:pt x="196" y="139"/>
                    </a:lnTo>
                    <a:lnTo>
                      <a:pt x="204" y="133"/>
                    </a:lnTo>
                    <a:lnTo>
                      <a:pt x="213" y="127"/>
                    </a:lnTo>
                    <a:lnTo>
                      <a:pt x="221" y="121"/>
                    </a:lnTo>
                    <a:lnTo>
                      <a:pt x="230" y="117"/>
                    </a:lnTo>
                    <a:lnTo>
                      <a:pt x="239" y="112"/>
                    </a:lnTo>
                    <a:lnTo>
                      <a:pt x="250" y="109"/>
                    </a:lnTo>
                    <a:lnTo>
                      <a:pt x="270" y="102"/>
                    </a:lnTo>
                    <a:lnTo>
                      <a:pt x="291" y="98"/>
                    </a:lnTo>
                    <a:lnTo>
                      <a:pt x="313" y="95"/>
                    </a:lnTo>
                    <a:lnTo>
                      <a:pt x="337" y="94"/>
                    </a:lnTo>
                    <a:lnTo>
                      <a:pt x="355" y="95"/>
                    </a:lnTo>
                    <a:lnTo>
                      <a:pt x="373" y="96"/>
                    </a:lnTo>
                    <a:lnTo>
                      <a:pt x="389" y="98"/>
                    </a:lnTo>
                    <a:lnTo>
                      <a:pt x="405" y="101"/>
                    </a:lnTo>
                    <a:lnTo>
                      <a:pt x="420" y="105"/>
                    </a:lnTo>
                    <a:lnTo>
                      <a:pt x="434" y="109"/>
                    </a:lnTo>
                    <a:lnTo>
                      <a:pt x="446" y="113"/>
                    </a:lnTo>
                    <a:lnTo>
                      <a:pt x="457" y="118"/>
                    </a:lnTo>
                    <a:lnTo>
                      <a:pt x="482" y="28"/>
                    </a:lnTo>
                    <a:lnTo>
                      <a:pt x="473" y="24"/>
                    </a:lnTo>
                    <a:lnTo>
                      <a:pt x="459" y="19"/>
                    </a:lnTo>
                    <a:lnTo>
                      <a:pt x="444" y="13"/>
                    </a:lnTo>
                    <a:lnTo>
                      <a:pt x="426" y="9"/>
                    </a:lnTo>
                    <a:lnTo>
                      <a:pt x="406" y="6"/>
                    </a:lnTo>
                    <a:lnTo>
                      <a:pt x="383" y="3"/>
                    </a:lnTo>
                    <a:lnTo>
                      <a:pt x="359" y="1"/>
                    </a:lnTo>
                    <a:lnTo>
                      <a:pt x="332" y="0"/>
                    </a:lnTo>
                    <a:lnTo>
                      <a:pt x="314" y="1"/>
                    </a:lnTo>
                    <a:lnTo>
                      <a:pt x="297" y="2"/>
                    </a:lnTo>
                    <a:lnTo>
                      <a:pt x="280" y="4"/>
                    </a:lnTo>
                    <a:lnTo>
                      <a:pt x="263" y="6"/>
                    </a:lnTo>
                    <a:lnTo>
                      <a:pt x="247" y="9"/>
                    </a:lnTo>
                    <a:lnTo>
                      <a:pt x="231" y="13"/>
                    </a:lnTo>
                    <a:lnTo>
                      <a:pt x="216" y="17"/>
                    </a:lnTo>
                    <a:lnTo>
                      <a:pt x="200" y="23"/>
                    </a:lnTo>
                    <a:lnTo>
                      <a:pt x="185" y="29"/>
                    </a:lnTo>
                    <a:lnTo>
                      <a:pt x="172" y="35"/>
                    </a:lnTo>
                    <a:lnTo>
                      <a:pt x="157" y="42"/>
                    </a:lnTo>
                    <a:lnTo>
                      <a:pt x="144" y="50"/>
                    </a:lnTo>
                    <a:lnTo>
                      <a:pt x="130" y="59"/>
                    </a:lnTo>
                    <a:lnTo>
                      <a:pt x="118" y="68"/>
                    </a:lnTo>
                    <a:lnTo>
                      <a:pt x="107" y="77"/>
                    </a:lnTo>
                    <a:lnTo>
                      <a:pt x="94" y="87"/>
                    </a:lnTo>
                    <a:lnTo>
                      <a:pt x="84" y="99"/>
                    </a:lnTo>
                    <a:lnTo>
                      <a:pt x="74" y="110"/>
                    </a:lnTo>
                    <a:lnTo>
                      <a:pt x="65" y="122"/>
                    </a:lnTo>
                    <a:lnTo>
                      <a:pt x="55" y="135"/>
                    </a:lnTo>
                    <a:lnTo>
                      <a:pt x="47" y="148"/>
                    </a:lnTo>
                    <a:lnTo>
                      <a:pt x="39" y="162"/>
                    </a:lnTo>
                    <a:lnTo>
                      <a:pt x="32" y="176"/>
                    </a:lnTo>
                    <a:lnTo>
                      <a:pt x="26" y="190"/>
                    </a:lnTo>
                    <a:lnTo>
                      <a:pt x="19" y="206"/>
                    </a:lnTo>
                    <a:lnTo>
                      <a:pt x="14" y="222"/>
                    </a:lnTo>
                    <a:lnTo>
                      <a:pt x="10" y="239"/>
                    </a:lnTo>
                    <a:lnTo>
                      <a:pt x="6" y="255"/>
                    </a:lnTo>
                    <a:lnTo>
                      <a:pt x="4" y="273"/>
                    </a:lnTo>
                    <a:lnTo>
                      <a:pt x="2" y="290"/>
                    </a:lnTo>
                    <a:lnTo>
                      <a:pt x="1" y="309"/>
                    </a:lnTo>
                    <a:lnTo>
                      <a:pt x="0" y="328"/>
                    </a:lnTo>
                    <a:lnTo>
                      <a:pt x="1" y="346"/>
                    </a:lnTo>
                    <a:lnTo>
                      <a:pt x="2" y="362"/>
                    </a:lnTo>
                    <a:lnTo>
                      <a:pt x="3" y="380"/>
                    </a:lnTo>
                    <a:lnTo>
                      <a:pt x="6" y="395"/>
                    </a:lnTo>
                    <a:lnTo>
                      <a:pt x="9" y="412"/>
                    </a:lnTo>
                    <a:lnTo>
                      <a:pt x="12" y="427"/>
                    </a:lnTo>
                    <a:lnTo>
                      <a:pt x="16" y="441"/>
                    </a:lnTo>
                    <a:lnTo>
                      <a:pt x="22" y="457"/>
                    </a:lnTo>
                    <a:lnTo>
                      <a:pt x="28" y="470"/>
                    </a:lnTo>
                    <a:lnTo>
                      <a:pt x="34" y="484"/>
                    </a:lnTo>
                    <a:lnTo>
                      <a:pt x="41" y="497"/>
                    </a:lnTo>
                    <a:lnTo>
                      <a:pt x="48" y="509"/>
                    </a:lnTo>
                    <a:lnTo>
                      <a:pt x="56" y="522"/>
                    </a:lnTo>
                    <a:lnTo>
                      <a:pt x="66" y="534"/>
                    </a:lnTo>
                    <a:lnTo>
                      <a:pt x="75" y="544"/>
                    </a:lnTo>
                    <a:lnTo>
                      <a:pt x="84" y="555"/>
                    </a:lnTo>
                    <a:lnTo>
                      <a:pt x="95" y="565"/>
                    </a:lnTo>
                    <a:lnTo>
                      <a:pt x="106" y="574"/>
                    </a:lnTo>
                    <a:lnTo>
                      <a:pt x="118" y="583"/>
                    </a:lnTo>
                    <a:lnTo>
                      <a:pt x="130" y="592"/>
                    </a:lnTo>
                    <a:lnTo>
                      <a:pt x="143" y="599"/>
                    </a:lnTo>
                    <a:lnTo>
                      <a:pt x="156" y="606"/>
                    </a:lnTo>
                    <a:lnTo>
                      <a:pt x="169" y="612"/>
                    </a:lnTo>
                    <a:lnTo>
                      <a:pt x="184" y="618"/>
                    </a:lnTo>
                    <a:lnTo>
                      <a:pt x="199" y="623"/>
                    </a:lnTo>
                    <a:lnTo>
                      <a:pt x="215" y="628"/>
                    </a:lnTo>
                    <a:lnTo>
                      <a:pt x="230" y="632"/>
                    </a:lnTo>
                    <a:lnTo>
                      <a:pt x="247" y="635"/>
                    </a:lnTo>
                    <a:lnTo>
                      <a:pt x="263" y="637"/>
                    </a:lnTo>
                    <a:lnTo>
                      <a:pt x="280" y="639"/>
                    </a:lnTo>
                    <a:lnTo>
                      <a:pt x="298" y="640"/>
                    </a:lnTo>
                    <a:lnTo>
                      <a:pt x="316" y="641"/>
                    </a:lnTo>
                    <a:lnTo>
                      <a:pt x="344" y="640"/>
                    </a:lnTo>
                    <a:lnTo>
                      <a:pt x="370" y="638"/>
                    </a:lnTo>
                    <a:lnTo>
                      <a:pt x="393" y="635"/>
                    </a:lnTo>
                    <a:lnTo>
                      <a:pt x="415" y="632"/>
                    </a:lnTo>
                    <a:lnTo>
                      <a:pt x="435" y="628"/>
                    </a:lnTo>
                    <a:lnTo>
                      <a:pt x="451" y="622"/>
                    </a:lnTo>
                    <a:lnTo>
                      <a:pt x="465" y="617"/>
                    </a:lnTo>
                    <a:lnTo>
                      <a:pt x="478" y="612"/>
                    </a:lnTo>
                    <a:lnTo>
                      <a:pt x="458" y="523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solidFill>
                    <a:schemeClr val="bg1"/>
                  </a:solidFill>
                  <a:latin typeface="Myriad Pro"/>
                </a:endParaRPr>
              </a:p>
            </p:txBody>
          </p:sp>
          <p:sp>
            <p:nvSpPr>
              <p:cNvPr id="179" name="Freeform 178"/>
              <p:cNvSpPr>
                <a:spLocks noEditPoints="1"/>
              </p:cNvSpPr>
              <p:nvPr userDrawn="1"/>
            </p:nvSpPr>
            <p:spPr bwMode="auto">
              <a:xfrm>
                <a:off x="1562183" y="208452"/>
                <a:ext cx="363379" cy="90524"/>
              </a:xfrm>
              <a:custGeom>
                <a:avLst/>
                <a:gdLst/>
                <a:ahLst/>
                <a:cxnLst>
                  <a:cxn ang="0">
                    <a:pos x="598" y="179"/>
                  </a:cxn>
                  <a:cxn ang="0">
                    <a:pos x="598" y="0"/>
                  </a:cxn>
                  <a:cxn ang="0">
                    <a:pos x="524" y="0"/>
                  </a:cxn>
                  <a:cxn ang="0">
                    <a:pos x="449" y="0"/>
                  </a:cxn>
                  <a:cxn ang="0">
                    <a:pos x="374" y="0"/>
                  </a:cxn>
                  <a:cxn ang="0">
                    <a:pos x="299" y="0"/>
                  </a:cxn>
                  <a:cxn ang="0">
                    <a:pos x="224" y="0"/>
                  </a:cxn>
                  <a:cxn ang="0">
                    <a:pos x="150" y="0"/>
                  </a:cxn>
                  <a:cxn ang="0">
                    <a:pos x="75" y="0"/>
                  </a:cxn>
                  <a:cxn ang="0">
                    <a:pos x="0" y="0"/>
                  </a:cxn>
                  <a:cxn ang="0">
                    <a:pos x="0" y="179"/>
                  </a:cxn>
                  <a:cxn ang="0">
                    <a:pos x="176" y="179"/>
                  </a:cxn>
                  <a:cxn ang="0">
                    <a:pos x="176" y="621"/>
                  </a:cxn>
                  <a:cxn ang="0">
                    <a:pos x="423" y="621"/>
                  </a:cxn>
                  <a:cxn ang="0">
                    <a:pos x="423" y="179"/>
                  </a:cxn>
                  <a:cxn ang="0">
                    <a:pos x="598" y="179"/>
                  </a:cxn>
                  <a:cxn ang="0">
                    <a:pos x="907" y="250"/>
                  </a:cxn>
                  <a:cxn ang="0">
                    <a:pos x="781" y="621"/>
                  </a:cxn>
                  <a:cxn ang="0">
                    <a:pos x="539" y="621"/>
                  </a:cxn>
                  <a:cxn ang="0">
                    <a:pos x="776" y="0"/>
                  </a:cxn>
                  <a:cxn ang="0">
                    <a:pos x="809" y="0"/>
                  </a:cxn>
                  <a:cxn ang="0">
                    <a:pos x="842" y="0"/>
                  </a:cxn>
                  <a:cxn ang="0">
                    <a:pos x="874" y="0"/>
                  </a:cxn>
                  <a:cxn ang="0">
                    <a:pos x="907" y="0"/>
                  </a:cxn>
                  <a:cxn ang="0">
                    <a:pos x="939" y="0"/>
                  </a:cxn>
                  <a:cxn ang="0">
                    <a:pos x="972" y="0"/>
                  </a:cxn>
                  <a:cxn ang="0">
                    <a:pos x="1005" y="0"/>
                  </a:cxn>
                  <a:cxn ang="0">
                    <a:pos x="1038" y="0"/>
                  </a:cxn>
                  <a:cxn ang="0">
                    <a:pos x="1275" y="621"/>
                  </a:cxn>
                  <a:cxn ang="0">
                    <a:pos x="1033" y="621"/>
                  </a:cxn>
                  <a:cxn ang="0">
                    <a:pos x="907" y="250"/>
                  </a:cxn>
                  <a:cxn ang="0">
                    <a:pos x="1814" y="179"/>
                  </a:cxn>
                  <a:cxn ang="0">
                    <a:pos x="1814" y="0"/>
                  </a:cxn>
                  <a:cxn ang="0">
                    <a:pos x="1740" y="0"/>
                  </a:cxn>
                  <a:cxn ang="0">
                    <a:pos x="1665" y="0"/>
                  </a:cxn>
                  <a:cxn ang="0">
                    <a:pos x="1590" y="0"/>
                  </a:cxn>
                  <a:cxn ang="0">
                    <a:pos x="1515" y="0"/>
                  </a:cxn>
                  <a:cxn ang="0">
                    <a:pos x="1440" y="0"/>
                  </a:cxn>
                  <a:cxn ang="0">
                    <a:pos x="1366" y="0"/>
                  </a:cxn>
                  <a:cxn ang="0">
                    <a:pos x="1291" y="0"/>
                  </a:cxn>
                  <a:cxn ang="0">
                    <a:pos x="1216" y="0"/>
                  </a:cxn>
                  <a:cxn ang="0">
                    <a:pos x="1216" y="179"/>
                  </a:cxn>
                  <a:cxn ang="0">
                    <a:pos x="1391" y="179"/>
                  </a:cxn>
                  <a:cxn ang="0">
                    <a:pos x="1391" y="621"/>
                  </a:cxn>
                  <a:cxn ang="0">
                    <a:pos x="1639" y="621"/>
                  </a:cxn>
                  <a:cxn ang="0">
                    <a:pos x="1639" y="179"/>
                  </a:cxn>
                  <a:cxn ang="0">
                    <a:pos x="1814" y="179"/>
                  </a:cxn>
                  <a:cxn ang="0">
                    <a:pos x="2123" y="250"/>
                  </a:cxn>
                  <a:cxn ang="0">
                    <a:pos x="1996" y="621"/>
                  </a:cxn>
                  <a:cxn ang="0">
                    <a:pos x="1754" y="621"/>
                  </a:cxn>
                  <a:cxn ang="0">
                    <a:pos x="1991" y="0"/>
                  </a:cxn>
                  <a:cxn ang="0">
                    <a:pos x="2024" y="0"/>
                  </a:cxn>
                  <a:cxn ang="0">
                    <a:pos x="2057" y="0"/>
                  </a:cxn>
                  <a:cxn ang="0">
                    <a:pos x="2090" y="0"/>
                  </a:cxn>
                  <a:cxn ang="0">
                    <a:pos x="2123" y="0"/>
                  </a:cxn>
                  <a:cxn ang="0">
                    <a:pos x="2155" y="0"/>
                  </a:cxn>
                  <a:cxn ang="0">
                    <a:pos x="2188" y="0"/>
                  </a:cxn>
                  <a:cxn ang="0">
                    <a:pos x="2220" y="0"/>
                  </a:cxn>
                  <a:cxn ang="0">
                    <a:pos x="2253" y="0"/>
                  </a:cxn>
                  <a:cxn ang="0">
                    <a:pos x="2491" y="621"/>
                  </a:cxn>
                  <a:cxn ang="0">
                    <a:pos x="2248" y="621"/>
                  </a:cxn>
                  <a:cxn ang="0">
                    <a:pos x="2123" y="250"/>
                  </a:cxn>
                </a:cxnLst>
                <a:rect l="0" t="0" r="r" b="b"/>
                <a:pathLst>
                  <a:path w="2491" h="621">
                    <a:moveTo>
                      <a:pt x="598" y="179"/>
                    </a:moveTo>
                    <a:lnTo>
                      <a:pt x="598" y="0"/>
                    </a:lnTo>
                    <a:lnTo>
                      <a:pt x="524" y="0"/>
                    </a:lnTo>
                    <a:lnTo>
                      <a:pt x="449" y="0"/>
                    </a:lnTo>
                    <a:lnTo>
                      <a:pt x="374" y="0"/>
                    </a:lnTo>
                    <a:lnTo>
                      <a:pt x="299" y="0"/>
                    </a:lnTo>
                    <a:lnTo>
                      <a:pt x="224" y="0"/>
                    </a:lnTo>
                    <a:lnTo>
                      <a:pt x="150" y="0"/>
                    </a:lnTo>
                    <a:lnTo>
                      <a:pt x="75" y="0"/>
                    </a:lnTo>
                    <a:lnTo>
                      <a:pt x="0" y="0"/>
                    </a:lnTo>
                    <a:lnTo>
                      <a:pt x="0" y="179"/>
                    </a:lnTo>
                    <a:lnTo>
                      <a:pt x="176" y="179"/>
                    </a:lnTo>
                    <a:lnTo>
                      <a:pt x="176" y="621"/>
                    </a:lnTo>
                    <a:lnTo>
                      <a:pt x="423" y="621"/>
                    </a:lnTo>
                    <a:lnTo>
                      <a:pt x="423" y="179"/>
                    </a:lnTo>
                    <a:lnTo>
                      <a:pt x="598" y="179"/>
                    </a:lnTo>
                    <a:close/>
                    <a:moveTo>
                      <a:pt x="907" y="250"/>
                    </a:moveTo>
                    <a:lnTo>
                      <a:pt x="781" y="621"/>
                    </a:lnTo>
                    <a:lnTo>
                      <a:pt x="539" y="621"/>
                    </a:lnTo>
                    <a:lnTo>
                      <a:pt x="776" y="0"/>
                    </a:lnTo>
                    <a:lnTo>
                      <a:pt x="809" y="0"/>
                    </a:lnTo>
                    <a:lnTo>
                      <a:pt x="842" y="0"/>
                    </a:lnTo>
                    <a:lnTo>
                      <a:pt x="874" y="0"/>
                    </a:lnTo>
                    <a:lnTo>
                      <a:pt x="907" y="0"/>
                    </a:lnTo>
                    <a:lnTo>
                      <a:pt x="939" y="0"/>
                    </a:lnTo>
                    <a:lnTo>
                      <a:pt x="972" y="0"/>
                    </a:lnTo>
                    <a:lnTo>
                      <a:pt x="1005" y="0"/>
                    </a:lnTo>
                    <a:lnTo>
                      <a:pt x="1038" y="0"/>
                    </a:lnTo>
                    <a:lnTo>
                      <a:pt x="1275" y="621"/>
                    </a:lnTo>
                    <a:lnTo>
                      <a:pt x="1033" y="621"/>
                    </a:lnTo>
                    <a:lnTo>
                      <a:pt x="907" y="250"/>
                    </a:lnTo>
                    <a:close/>
                    <a:moveTo>
                      <a:pt x="1814" y="179"/>
                    </a:moveTo>
                    <a:lnTo>
                      <a:pt x="1814" y="0"/>
                    </a:lnTo>
                    <a:lnTo>
                      <a:pt x="1740" y="0"/>
                    </a:lnTo>
                    <a:lnTo>
                      <a:pt x="1665" y="0"/>
                    </a:lnTo>
                    <a:lnTo>
                      <a:pt x="1590" y="0"/>
                    </a:lnTo>
                    <a:lnTo>
                      <a:pt x="1515" y="0"/>
                    </a:lnTo>
                    <a:lnTo>
                      <a:pt x="1440" y="0"/>
                    </a:lnTo>
                    <a:lnTo>
                      <a:pt x="1366" y="0"/>
                    </a:lnTo>
                    <a:lnTo>
                      <a:pt x="1291" y="0"/>
                    </a:lnTo>
                    <a:lnTo>
                      <a:pt x="1216" y="0"/>
                    </a:lnTo>
                    <a:lnTo>
                      <a:pt x="1216" y="179"/>
                    </a:lnTo>
                    <a:lnTo>
                      <a:pt x="1391" y="179"/>
                    </a:lnTo>
                    <a:lnTo>
                      <a:pt x="1391" y="621"/>
                    </a:lnTo>
                    <a:lnTo>
                      <a:pt x="1639" y="621"/>
                    </a:lnTo>
                    <a:lnTo>
                      <a:pt x="1639" y="179"/>
                    </a:lnTo>
                    <a:lnTo>
                      <a:pt x="1814" y="179"/>
                    </a:lnTo>
                    <a:close/>
                    <a:moveTo>
                      <a:pt x="2123" y="250"/>
                    </a:moveTo>
                    <a:lnTo>
                      <a:pt x="1996" y="621"/>
                    </a:lnTo>
                    <a:lnTo>
                      <a:pt x="1754" y="621"/>
                    </a:lnTo>
                    <a:lnTo>
                      <a:pt x="1991" y="0"/>
                    </a:lnTo>
                    <a:lnTo>
                      <a:pt x="2024" y="0"/>
                    </a:lnTo>
                    <a:lnTo>
                      <a:pt x="2057" y="0"/>
                    </a:lnTo>
                    <a:lnTo>
                      <a:pt x="2090" y="0"/>
                    </a:lnTo>
                    <a:lnTo>
                      <a:pt x="2123" y="0"/>
                    </a:lnTo>
                    <a:lnTo>
                      <a:pt x="2155" y="0"/>
                    </a:lnTo>
                    <a:lnTo>
                      <a:pt x="2188" y="0"/>
                    </a:lnTo>
                    <a:lnTo>
                      <a:pt x="2220" y="0"/>
                    </a:lnTo>
                    <a:lnTo>
                      <a:pt x="2253" y="0"/>
                    </a:lnTo>
                    <a:lnTo>
                      <a:pt x="2491" y="621"/>
                    </a:lnTo>
                    <a:lnTo>
                      <a:pt x="2248" y="621"/>
                    </a:lnTo>
                    <a:lnTo>
                      <a:pt x="2123" y="250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solidFill>
                    <a:schemeClr val="bg1"/>
                  </a:solidFill>
                  <a:latin typeface="Myriad Pro"/>
                </a:endParaRPr>
              </a:p>
            </p:txBody>
          </p:sp>
        </p:grpSp>
        <p:cxnSp>
          <p:nvCxnSpPr>
            <p:cNvPr id="175" name="Straight Connector 174"/>
            <p:cNvCxnSpPr/>
            <p:nvPr/>
          </p:nvCxnSpPr>
          <p:spPr>
            <a:xfrm>
              <a:off x="922267" y="166149"/>
              <a:ext cx="0" cy="342581"/>
            </a:xfrm>
            <a:prstGeom prst="line">
              <a:avLst/>
            </a:prstGeom>
            <a:solidFill>
              <a:schemeClr val="tx1"/>
            </a:solidFill>
            <a:ln w="12700">
              <a:solidFill>
                <a:srgbClr val="007DC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76" name="Picture 175"/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3755" y="174956"/>
              <a:ext cx="531679" cy="337014"/>
            </a:xfrm>
            <a:prstGeom prst="rect">
              <a:avLst/>
            </a:prstGeom>
          </p:spPr>
        </p:pic>
      </p:grpSp>
      <p:pic>
        <p:nvPicPr>
          <p:cNvPr id="180" name="Picture 179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826180"/>
            <a:ext cx="4891635" cy="317319"/>
          </a:xfrm>
          <a:prstGeom prst="rect">
            <a:avLst/>
          </a:prstGeom>
        </p:spPr>
      </p:pic>
      <p:sp>
        <p:nvSpPr>
          <p:cNvPr id="21" name="TextBox 20"/>
          <p:cNvSpPr txBox="1"/>
          <p:nvPr userDrawn="1"/>
        </p:nvSpPr>
        <p:spPr>
          <a:xfrm>
            <a:off x="366308" y="4669962"/>
            <a:ext cx="2117887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Copyright © 2021 </a:t>
            </a:r>
            <a:r>
              <a:rPr lang="en-US" sz="7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Tata Consultancy Services Limited</a:t>
            </a:r>
          </a:p>
        </p:txBody>
      </p:sp>
      <p:pic>
        <p:nvPicPr>
          <p:cNvPr id="19" name="Picture 18" descr="Logo&#10;&#10;Description automatically generated">
            <a:extLst>
              <a:ext uri="{FF2B5EF4-FFF2-40B4-BE49-F238E27FC236}">
                <a16:creationId xmlns:a16="http://schemas.microsoft.com/office/drawing/2014/main" id="{46C3F199-1A0A-4B12-AE2E-B375F813F4CB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1625" y="123438"/>
            <a:ext cx="1260839" cy="506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19454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416">
          <p15:clr>
            <a:srgbClr val="FBAE40"/>
          </p15:clr>
        </p15:guide>
        <p15:guide id="3" pos="288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97" t="23400" b="15213"/>
          <a:stretch/>
        </p:blipFill>
        <p:spPr>
          <a:xfrm flipH="1">
            <a:off x="763694" y="891563"/>
            <a:ext cx="8382259" cy="3696412"/>
          </a:xfrm>
          <a:prstGeom prst="rect">
            <a:avLst/>
          </a:prstGeom>
        </p:spPr>
      </p:pic>
      <p:sp>
        <p:nvSpPr>
          <p:cNvPr id="172" name="Rectangle 171"/>
          <p:cNvSpPr/>
          <p:nvPr userDrawn="1"/>
        </p:nvSpPr>
        <p:spPr>
          <a:xfrm>
            <a:off x="-1953" y="882041"/>
            <a:ext cx="9143999" cy="3697873"/>
          </a:xfrm>
          <a:prstGeom prst="rect">
            <a:avLst/>
          </a:prstGeom>
          <a:gradFill flip="none" rotWithShape="1">
            <a:gsLst>
              <a:gs pos="0">
                <a:srgbClr val="73459B"/>
              </a:gs>
              <a:gs pos="60000">
                <a:srgbClr val="D43A5F">
                  <a:alpha val="62000"/>
                </a:srgbClr>
              </a:gs>
              <a:gs pos="39000">
                <a:srgbClr val="BA2983"/>
              </a:gs>
              <a:gs pos="100000">
                <a:srgbClr val="F04D38">
                  <a:alpha val="3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766"/>
            <a:endParaRPr lang="en-IN" dirty="0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1003" y="2091673"/>
            <a:ext cx="5123095" cy="506724"/>
          </a:xfrm>
        </p:spPr>
        <p:txBody>
          <a:bodyPr vert="horz" wrap="square" lIns="68580" tIns="34290" rIns="68580" bIns="34290" rtlCol="0" anchor="ctr">
            <a:noAutofit/>
          </a:bodyPr>
          <a:lstStyle>
            <a:lvl1pPr>
              <a:defRPr lang="en-US" sz="240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>
              <a:lnSpc>
                <a:spcPct val="90000"/>
              </a:lnSpc>
              <a:spcBef>
                <a:spcPts val="100"/>
              </a:spcBef>
            </a:pPr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1003" y="2618201"/>
            <a:ext cx="5123095" cy="342900"/>
          </a:xfrm>
        </p:spPr>
        <p:txBody>
          <a:bodyPr vert="horz" lIns="68580" tIns="34290" rIns="68580" bIns="34290" rtlCol="0">
            <a:noAutofit/>
          </a:bodyPr>
          <a:lstStyle>
            <a:lvl1pPr marL="0" indent="0">
              <a:buNone/>
              <a:defRPr lang="en-US" sz="2000" dirty="0">
                <a:solidFill>
                  <a:schemeClr val="bg1"/>
                </a:solidFill>
              </a:defRPr>
            </a:lvl1pPr>
          </a:lstStyle>
          <a:p>
            <a:pPr marL="257175" marR="0" lvl="0" indent="-257175" fontAlgn="auto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SzTx/>
              <a:tabLst/>
            </a:pPr>
            <a:r>
              <a:rPr lang="en-US" dirty="0"/>
              <a:t>Click to edit Master subtitle style</a:t>
            </a:r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399646" y="3733898"/>
            <a:ext cx="1856666" cy="301760"/>
          </a:xfrm>
        </p:spPr>
        <p:txBody>
          <a:bodyPr vert="horz" lIns="68580" tIns="34290" rIns="68580" bIns="34290" rtlCol="0">
            <a:noAutofit/>
          </a:bodyPr>
          <a:lstStyle>
            <a:lvl1pPr marL="0" indent="0">
              <a:buNone/>
              <a:defRPr lang="en-US" sz="1400" dirty="0" smtClean="0">
                <a:solidFill>
                  <a:schemeClr val="bg1"/>
                </a:solidFill>
                <a:latin typeface="+mn-lt"/>
                <a:cs typeface="Calibri Light" panose="020F0302020204030204" pitchFamily="34" charset="0"/>
              </a:defRPr>
            </a:lvl1pPr>
          </a:lstStyle>
          <a:p>
            <a:pPr marL="257175" lvl="0" indent="-257175"/>
            <a:r>
              <a:rPr lang="en-US" dirty="0"/>
              <a:t>Insert Date</a:t>
            </a:r>
          </a:p>
        </p:txBody>
      </p:sp>
      <p:sp>
        <p:nvSpPr>
          <p:cNvPr id="171" name="Rectangle 170"/>
          <p:cNvSpPr/>
          <p:nvPr userDrawn="1"/>
        </p:nvSpPr>
        <p:spPr>
          <a:xfrm rot="5400000">
            <a:off x="-112141" y="2518005"/>
            <a:ext cx="869427" cy="4534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lvl="0" algn="ctr" defTabSz="685766"/>
            <a:endParaRPr lang="en-IN" dirty="0">
              <a:solidFill>
                <a:prstClr val="white"/>
              </a:solidFill>
            </a:endParaRPr>
          </a:p>
        </p:txBody>
      </p:sp>
      <p:grpSp>
        <p:nvGrpSpPr>
          <p:cNvPr id="173" name="Group 172"/>
          <p:cNvGrpSpPr/>
          <p:nvPr userDrawn="1"/>
        </p:nvGrpSpPr>
        <p:grpSpPr>
          <a:xfrm>
            <a:off x="283755" y="163261"/>
            <a:ext cx="2129833" cy="471311"/>
            <a:chOff x="283755" y="165687"/>
            <a:chExt cx="1564837" cy="346283"/>
          </a:xfrm>
        </p:grpSpPr>
        <p:grpSp>
          <p:nvGrpSpPr>
            <p:cNvPr id="174" name="Group 173"/>
            <p:cNvGrpSpPr/>
            <p:nvPr userDrawn="1"/>
          </p:nvGrpSpPr>
          <p:grpSpPr>
            <a:xfrm>
              <a:off x="1029100" y="165687"/>
              <a:ext cx="819492" cy="346282"/>
              <a:chOff x="1323430" y="208452"/>
              <a:chExt cx="838843" cy="354460"/>
            </a:xfrm>
            <a:solidFill>
              <a:srgbClr val="007DC5"/>
            </a:solidFill>
          </p:grpSpPr>
          <p:sp>
            <p:nvSpPr>
              <p:cNvPr id="177" name="Freeform 176"/>
              <p:cNvSpPr>
                <a:spLocks noEditPoints="1"/>
              </p:cNvSpPr>
              <p:nvPr userDrawn="1"/>
            </p:nvSpPr>
            <p:spPr bwMode="auto">
              <a:xfrm>
                <a:off x="1478162" y="472445"/>
                <a:ext cx="525842" cy="90467"/>
              </a:xfrm>
              <a:custGeom>
                <a:avLst/>
                <a:gdLst/>
                <a:ahLst/>
                <a:cxnLst>
                  <a:cxn ang="0">
                    <a:pos x="3511" y="637"/>
                  </a:cxn>
                  <a:cxn ang="0">
                    <a:pos x="3625" y="591"/>
                  </a:cxn>
                  <a:cxn ang="0">
                    <a:pos x="3691" y="454"/>
                  </a:cxn>
                  <a:cxn ang="0">
                    <a:pos x="3616" y="313"/>
                  </a:cxn>
                  <a:cxn ang="0">
                    <a:pos x="3441" y="224"/>
                  </a:cxn>
                  <a:cxn ang="0">
                    <a:pos x="3415" y="147"/>
                  </a:cxn>
                  <a:cxn ang="0">
                    <a:pos x="3489" y="95"/>
                  </a:cxn>
                  <a:cxn ang="0">
                    <a:pos x="3666" y="31"/>
                  </a:cxn>
                  <a:cxn ang="0">
                    <a:pos x="3447" y="8"/>
                  </a:cxn>
                  <a:cxn ang="0">
                    <a:pos x="3301" y="142"/>
                  </a:cxn>
                  <a:cxn ang="0">
                    <a:pos x="3355" y="299"/>
                  </a:cxn>
                  <a:cxn ang="0">
                    <a:pos x="3534" y="392"/>
                  </a:cxn>
                  <a:cxn ang="0">
                    <a:pos x="3575" y="471"/>
                  </a:cxn>
                  <a:cxn ang="0">
                    <a:pos x="3511" y="540"/>
                  </a:cxn>
                  <a:cxn ang="0">
                    <a:pos x="3327" y="514"/>
                  </a:cxn>
                  <a:cxn ang="0">
                    <a:pos x="3216" y="537"/>
                  </a:cxn>
                  <a:cxn ang="0">
                    <a:pos x="2637" y="544"/>
                  </a:cxn>
                  <a:cxn ang="0">
                    <a:pos x="2502" y="526"/>
                  </a:cxn>
                  <a:cxn ang="0">
                    <a:pos x="2420" y="453"/>
                  </a:cxn>
                  <a:cxn ang="0">
                    <a:pos x="2390" y="282"/>
                  </a:cxn>
                  <a:cxn ang="0">
                    <a:pos x="2435" y="168"/>
                  </a:cxn>
                  <a:cxn ang="0">
                    <a:pos x="2538" y="102"/>
                  </a:cxn>
                  <a:cxn ang="0">
                    <a:pos x="2726" y="118"/>
                  </a:cxn>
                  <a:cxn ang="0">
                    <a:pos x="2566" y="2"/>
                  </a:cxn>
                  <a:cxn ang="0">
                    <a:pos x="2399" y="59"/>
                  </a:cxn>
                  <a:cxn ang="0">
                    <a:pos x="2293" y="190"/>
                  </a:cxn>
                  <a:cxn ang="0">
                    <a:pos x="2272" y="380"/>
                  </a:cxn>
                  <a:cxn ang="0">
                    <a:pos x="2333" y="534"/>
                  </a:cxn>
                  <a:cxn ang="0">
                    <a:pos x="2467" y="623"/>
                  </a:cxn>
                  <a:cxn ang="0">
                    <a:pos x="2684" y="632"/>
                  </a:cxn>
                  <a:cxn ang="0">
                    <a:pos x="1776" y="631"/>
                  </a:cxn>
                  <a:cxn ang="0">
                    <a:pos x="1717" y="518"/>
                  </a:cxn>
                  <a:cxn ang="0">
                    <a:pos x="1447" y="10"/>
                  </a:cxn>
                  <a:cxn ang="0">
                    <a:pos x="1210" y="97"/>
                  </a:cxn>
                  <a:cxn ang="0">
                    <a:pos x="1281" y="178"/>
                  </a:cxn>
                  <a:cxn ang="0">
                    <a:pos x="1231" y="277"/>
                  </a:cxn>
                  <a:cxn ang="0">
                    <a:pos x="1090" y="375"/>
                  </a:cxn>
                  <a:cxn ang="0">
                    <a:pos x="1233" y="415"/>
                  </a:cxn>
                  <a:cxn ang="0">
                    <a:pos x="1297" y="622"/>
                  </a:cxn>
                  <a:cxn ang="0">
                    <a:pos x="1362" y="436"/>
                  </a:cxn>
                  <a:cxn ang="0">
                    <a:pos x="1282" y="337"/>
                  </a:cxn>
                  <a:cxn ang="0">
                    <a:pos x="1374" y="258"/>
                  </a:cxn>
                  <a:cxn ang="0">
                    <a:pos x="1373" y="94"/>
                  </a:cxn>
                  <a:cxn ang="0">
                    <a:pos x="1263" y="17"/>
                  </a:cxn>
                  <a:cxn ang="0">
                    <a:pos x="995" y="15"/>
                  </a:cxn>
                  <a:cxn ang="0">
                    <a:pos x="879" y="537"/>
                  </a:cxn>
                  <a:cxn ang="0">
                    <a:pos x="118" y="637"/>
                  </a:cxn>
                  <a:cxn ang="0">
                    <a:pos x="303" y="613"/>
                  </a:cxn>
                  <a:cxn ang="0">
                    <a:pos x="388" y="526"/>
                  </a:cxn>
                  <a:cxn ang="0">
                    <a:pos x="373" y="355"/>
                  </a:cxn>
                  <a:cxn ang="0">
                    <a:pos x="190" y="247"/>
                  </a:cxn>
                  <a:cxn ang="0">
                    <a:pos x="125" y="177"/>
                  </a:cxn>
                  <a:cxn ang="0">
                    <a:pos x="163" y="107"/>
                  </a:cxn>
                  <a:cxn ang="0">
                    <a:pos x="317" y="108"/>
                  </a:cxn>
                  <a:cxn ang="0">
                    <a:pos x="254" y="1"/>
                  </a:cxn>
                  <a:cxn ang="0">
                    <a:pos x="44" y="77"/>
                  </a:cxn>
                  <a:cxn ang="0">
                    <a:pos x="29" y="253"/>
                  </a:cxn>
                  <a:cxn ang="0">
                    <a:pos x="178" y="359"/>
                  </a:cxn>
                  <a:cxn ang="0">
                    <a:pos x="284" y="437"/>
                  </a:cxn>
                  <a:cxn ang="0">
                    <a:pos x="259" y="524"/>
                  </a:cxn>
                  <a:cxn ang="0">
                    <a:pos x="112" y="540"/>
                  </a:cxn>
                </a:cxnLst>
                <a:rect l="0" t="0" r="r" b="b"/>
                <a:pathLst>
                  <a:path w="3691" h="641">
                    <a:moveTo>
                      <a:pt x="3288" y="601"/>
                    </a:moveTo>
                    <a:lnTo>
                      <a:pt x="3302" y="609"/>
                    </a:lnTo>
                    <a:lnTo>
                      <a:pt x="3319" y="616"/>
                    </a:lnTo>
                    <a:lnTo>
                      <a:pt x="3338" y="622"/>
                    </a:lnTo>
                    <a:lnTo>
                      <a:pt x="3360" y="629"/>
                    </a:lnTo>
                    <a:lnTo>
                      <a:pt x="3382" y="634"/>
                    </a:lnTo>
                    <a:lnTo>
                      <a:pt x="3406" y="637"/>
                    </a:lnTo>
                    <a:lnTo>
                      <a:pt x="3431" y="640"/>
                    </a:lnTo>
                    <a:lnTo>
                      <a:pt x="3455" y="641"/>
                    </a:lnTo>
                    <a:lnTo>
                      <a:pt x="3484" y="640"/>
                    </a:lnTo>
                    <a:lnTo>
                      <a:pt x="3511" y="637"/>
                    </a:lnTo>
                    <a:lnTo>
                      <a:pt x="3524" y="635"/>
                    </a:lnTo>
                    <a:lnTo>
                      <a:pt x="3536" y="632"/>
                    </a:lnTo>
                    <a:lnTo>
                      <a:pt x="3548" y="629"/>
                    </a:lnTo>
                    <a:lnTo>
                      <a:pt x="3559" y="625"/>
                    </a:lnTo>
                    <a:lnTo>
                      <a:pt x="3570" y="621"/>
                    </a:lnTo>
                    <a:lnTo>
                      <a:pt x="3581" y="617"/>
                    </a:lnTo>
                    <a:lnTo>
                      <a:pt x="3590" y="613"/>
                    </a:lnTo>
                    <a:lnTo>
                      <a:pt x="3600" y="608"/>
                    </a:lnTo>
                    <a:lnTo>
                      <a:pt x="3608" y="603"/>
                    </a:lnTo>
                    <a:lnTo>
                      <a:pt x="3618" y="597"/>
                    </a:lnTo>
                    <a:lnTo>
                      <a:pt x="3625" y="591"/>
                    </a:lnTo>
                    <a:lnTo>
                      <a:pt x="3633" y="584"/>
                    </a:lnTo>
                    <a:lnTo>
                      <a:pt x="3639" y="578"/>
                    </a:lnTo>
                    <a:lnTo>
                      <a:pt x="3646" y="571"/>
                    </a:lnTo>
                    <a:lnTo>
                      <a:pt x="3653" y="564"/>
                    </a:lnTo>
                    <a:lnTo>
                      <a:pt x="3658" y="557"/>
                    </a:lnTo>
                    <a:lnTo>
                      <a:pt x="3668" y="541"/>
                    </a:lnTo>
                    <a:lnTo>
                      <a:pt x="3676" y="526"/>
                    </a:lnTo>
                    <a:lnTo>
                      <a:pt x="3682" y="508"/>
                    </a:lnTo>
                    <a:lnTo>
                      <a:pt x="3687" y="491"/>
                    </a:lnTo>
                    <a:lnTo>
                      <a:pt x="3690" y="472"/>
                    </a:lnTo>
                    <a:lnTo>
                      <a:pt x="3691" y="454"/>
                    </a:lnTo>
                    <a:lnTo>
                      <a:pt x="3690" y="437"/>
                    </a:lnTo>
                    <a:lnTo>
                      <a:pt x="3688" y="422"/>
                    </a:lnTo>
                    <a:lnTo>
                      <a:pt x="3684" y="407"/>
                    </a:lnTo>
                    <a:lnTo>
                      <a:pt x="3680" y="393"/>
                    </a:lnTo>
                    <a:lnTo>
                      <a:pt x="3675" y="380"/>
                    </a:lnTo>
                    <a:lnTo>
                      <a:pt x="3668" y="367"/>
                    </a:lnTo>
                    <a:lnTo>
                      <a:pt x="3660" y="355"/>
                    </a:lnTo>
                    <a:lnTo>
                      <a:pt x="3651" y="344"/>
                    </a:lnTo>
                    <a:lnTo>
                      <a:pt x="3640" y="332"/>
                    </a:lnTo>
                    <a:lnTo>
                      <a:pt x="3629" y="322"/>
                    </a:lnTo>
                    <a:lnTo>
                      <a:pt x="3616" y="313"/>
                    </a:lnTo>
                    <a:lnTo>
                      <a:pt x="3601" y="303"/>
                    </a:lnTo>
                    <a:lnTo>
                      <a:pt x="3586" y="294"/>
                    </a:lnTo>
                    <a:lnTo>
                      <a:pt x="3568" y="286"/>
                    </a:lnTo>
                    <a:lnTo>
                      <a:pt x="3550" y="278"/>
                    </a:lnTo>
                    <a:lnTo>
                      <a:pt x="3530" y="270"/>
                    </a:lnTo>
                    <a:lnTo>
                      <a:pt x="3502" y="258"/>
                    </a:lnTo>
                    <a:lnTo>
                      <a:pt x="3477" y="247"/>
                    </a:lnTo>
                    <a:lnTo>
                      <a:pt x="3467" y="242"/>
                    </a:lnTo>
                    <a:lnTo>
                      <a:pt x="3457" y="236"/>
                    </a:lnTo>
                    <a:lnTo>
                      <a:pt x="3448" y="230"/>
                    </a:lnTo>
                    <a:lnTo>
                      <a:pt x="3441" y="224"/>
                    </a:lnTo>
                    <a:lnTo>
                      <a:pt x="3434" y="219"/>
                    </a:lnTo>
                    <a:lnTo>
                      <a:pt x="3428" y="213"/>
                    </a:lnTo>
                    <a:lnTo>
                      <a:pt x="3423" y="206"/>
                    </a:lnTo>
                    <a:lnTo>
                      <a:pt x="3419" y="200"/>
                    </a:lnTo>
                    <a:lnTo>
                      <a:pt x="3416" y="192"/>
                    </a:lnTo>
                    <a:lnTo>
                      <a:pt x="3414" y="184"/>
                    </a:lnTo>
                    <a:lnTo>
                      <a:pt x="3412" y="177"/>
                    </a:lnTo>
                    <a:lnTo>
                      <a:pt x="3412" y="168"/>
                    </a:lnTo>
                    <a:lnTo>
                      <a:pt x="3412" y="162"/>
                    </a:lnTo>
                    <a:lnTo>
                      <a:pt x="3413" y="154"/>
                    </a:lnTo>
                    <a:lnTo>
                      <a:pt x="3415" y="147"/>
                    </a:lnTo>
                    <a:lnTo>
                      <a:pt x="3418" y="141"/>
                    </a:lnTo>
                    <a:lnTo>
                      <a:pt x="3421" y="135"/>
                    </a:lnTo>
                    <a:lnTo>
                      <a:pt x="3426" y="129"/>
                    </a:lnTo>
                    <a:lnTo>
                      <a:pt x="3431" y="122"/>
                    </a:lnTo>
                    <a:lnTo>
                      <a:pt x="3437" y="117"/>
                    </a:lnTo>
                    <a:lnTo>
                      <a:pt x="3443" y="112"/>
                    </a:lnTo>
                    <a:lnTo>
                      <a:pt x="3450" y="107"/>
                    </a:lnTo>
                    <a:lnTo>
                      <a:pt x="3459" y="103"/>
                    </a:lnTo>
                    <a:lnTo>
                      <a:pt x="3469" y="100"/>
                    </a:lnTo>
                    <a:lnTo>
                      <a:pt x="3479" y="97"/>
                    </a:lnTo>
                    <a:lnTo>
                      <a:pt x="3489" y="95"/>
                    </a:lnTo>
                    <a:lnTo>
                      <a:pt x="3502" y="94"/>
                    </a:lnTo>
                    <a:lnTo>
                      <a:pt x="3515" y="94"/>
                    </a:lnTo>
                    <a:lnTo>
                      <a:pt x="3535" y="94"/>
                    </a:lnTo>
                    <a:lnTo>
                      <a:pt x="3555" y="96"/>
                    </a:lnTo>
                    <a:lnTo>
                      <a:pt x="3573" y="100"/>
                    </a:lnTo>
                    <a:lnTo>
                      <a:pt x="3590" y="104"/>
                    </a:lnTo>
                    <a:lnTo>
                      <a:pt x="3604" y="108"/>
                    </a:lnTo>
                    <a:lnTo>
                      <a:pt x="3618" y="113"/>
                    </a:lnTo>
                    <a:lnTo>
                      <a:pt x="3629" y="118"/>
                    </a:lnTo>
                    <a:lnTo>
                      <a:pt x="3638" y="122"/>
                    </a:lnTo>
                    <a:lnTo>
                      <a:pt x="3666" y="31"/>
                    </a:lnTo>
                    <a:lnTo>
                      <a:pt x="3653" y="25"/>
                    </a:lnTo>
                    <a:lnTo>
                      <a:pt x="3638" y="20"/>
                    </a:lnTo>
                    <a:lnTo>
                      <a:pt x="3622" y="14"/>
                    </a:lnTo>
                    <a:lnTo>
                      <a:pt x="3604" y="9"/>
                    </a:lnTo>
                    <a:lnTo>
                      <a:pt x="3585" y="6"/>
                    </a:lnTo>
                    <a:lnTo>
                      <a:pt x="3564" y="3"/>
                    </a:lnTo>
                    <a:lnTo>
                      <a:pt x="3542" y="1"/>
                    </a:lnTo>
                    <a:lnTo>
                      <a:pt x="3517" y="0"/>
                    </a:lnTo>
                    <a:lnTo>
                      <a:pt x="3492" y="1"/>
                    </a:lnTo>
                    <a:lnTo>
                      <a:pt x="3469" y="4"/>
                    </a:lnTo>
                    <a:lnTo>
                      <a:pt x="3447" y="8"/>
                    </a:lnTo>
                    <a:lnTo>
                      <a:pt x="3426" y="14"/>
                    </a:lnTo>
                    <a:lnTo>
                      <a:pt x="3406" y="22"/>
                    </a:lnTo>
                    <a:lnTo>
                      <a:pt x="3389" y="30"/>
                    </a:lnTo>
                    <a:lnTo>
                      <a:pt x="3372" y="40"/>
                    </a:lnTo>
                    <a:lnTo>
                      <a:pt x="3357" y="51"/>
                    </a:lnTo>
                    <a:lnTo>
                      <a:pt x="3343" y="64"/>
                    </a:lnTo>
                    <a:lnTo>
                      <a:pt x="3331" y="77"/>
                    </a:lnTo>
                    <a:lnTo>
                      <a:pt x="3322" y="93"/>
                    </a:lnTo>
                    <a:lnTo>
                      <a:pt x="3312" y="108"/>
                    </a:lnTo>
                    <a:lnTo>
                      <a:pt x="3306" y="124"/>
                    </a:lnTo>
                    <a:lnTo>
                      <a:pt x="3301" y="142"/>
                    </a:lnTo>
                    <a:lnTo>
                      <a:pt x="3298" y="159"/>
                    </a:lnTo>
                    <a:lnTo>
                      <a:pt x="3297" y="179"/>
                    </a:lnTo>
                    <a:lnTo>
                      <a:pt x="3298" y="194"/>
                    </a:lnTo>
                    <a:lnTo>
                      <a:pt x="3300" y="211"/>
                    </a:lnTo>
                    <a:lnTo>
                      <a:pt x="3304" y="225"/>
                    </a:lnTo>
                    <a:lnTo>
                      <a:pt x="3309" y="240"/>
                    </a:lnTo>
                    <a:lnTo>
                      <a:pt x="3316" y="253"/>
                    </a:lnTo>
                    <a:lnTo>
                      <a:pt x="3324" y="265"/>
                    </a:lnTo>
                    <a:lnTo>
                      <a:pt x="3333" y="277"/>
                    </a:lnTo>
                    <a:lnTo>
                      <a:pt x="3343" y="288"/>
                    </a:lnTo>
                    <a:lnTo>
                      <a:pt x="3355" y="299"/>
                    </a:lnTo>
                    <a:lnTo>
                      <a:pt x="3367" y="310"/>
                    </a:lnTo>
                    <a:lnTo>
                      <a:pt x="3381" y="319"/>
                    </a:lnTo>
                    <a:lnTo>
                      <a:pt x="3396" y="328"/>
                    </a:lnTo>
                    <a:lnTo>
                      <a:pt x="3412" y="336"/>
                    </a:lnTo>
                    <a:lnTo>
                      <a:pt x="3429" y="345"/>
                    </a:lnTo>
                    <a:lnTo>
                      <a:pt x="3447" y="352"/>
                    </a:lnTo>
                    <a:lnTo>
                      <a:pt x="3466" y="359"/>
                    </a:lnTo>
                    <a:lnTo>
                      <a:pt x="3492" y="369"/>
                    </a:lnTo>
                    <a:lnTo>
                      <a:pt x="3516" y="381"/>
                    </a:lnTo>
                    <a:lnTo>
                      <a:pt x="3525" y="386"/>
                    </a:lnTo>
                    <a:lnTo>
                      <a:pt x="3534" y="392"/>
                    </a:lnTo>
                    <a:lnTo>
                      <a:pt x="3543" y="397"/>
                    </a:lnTo>
                    <a:lnTo>
                      <a:pt x="3550" y="403"/>
                    </a:lnTo>
                    <a:lnTo>
                      <a:pt x="3556" y="409"/>
                    </a:lnTo>
                    <a:lnTo>
                      <a:pt x="3561" y="417"/>
                    </a:lnTo>
                    <a:lnTo>
                      <a:pt x="3565" y="423"/>
                    </a:lnTo>
                    <a:lnTo>
                      <a:pt x="3569" y="430"/>
                    </a:lnTo>
                    <a:lnTo>
                      <a:pt x="3571" y="437"/>
                    </a:lnTo>
                    <a:lnTo>
                      <a:pt x="3573" y="445"/>
                    </a:lnTo>
                    <a:lnTo>
                      <a:pt x="3575" y="454"/>
                    </a:lnTo>
                    <a:lnTo>
                      <a:pt x="3576" y="462"/>
                    </a:lnTo>
                    <a:lnTo>
                      <a:pt x="3575" y="471"/>
                    </a:lnTo>
                    <a:lnTo>
                      <a:pt x="3573" y="480"/>
                    </a:lnTo>
                    <a:lnTo>
                      <a:pt x="3571" y="489"/>
                    </a:lnTo>
                    <a:lnTo>
                      <a:pt x="3567" y="497"/>
                    </a:lnTo>
                    <a:lnTo>
                      <a:pt x="3563" y="504"/>
                    </a:lnTo>
                    <a:lnTo>
                      <a:pt x="3558" y="511"/>
                    </a:lnTo>
                    <a:lnTo>
                      <a:pt x="3553" y="517"/>
                    </a:lnTo>
                    <a:lnTo>
                      <a:pt x="3546" y="524"/>
                    </a:lnTo>
                    <a:lnTo>
                      <a:pt x="3539" y="529"/>
                    </a:lnTo>
                    <a:lnTo>
                      <a:pt x="3530" y="533"/>
                    </a:lnTo>
                    <a:lnTo>
                      <a:pt x="3521" y="537"/>
                    </a:lnTo>
                    <a:lnTo>
                      <a:pt x="3511" y="540"/>
                    </a:lnTo>
                    <a:lnTo>
                      <a:pt x="3500" y="543"/>
                    </a:lnTo>
                    <a:lnTo>
                      <a:pt x="3488" y="545"/>
                    </a:lnTo>
                    <a:lnTo>
                      <a:pt x="3476" y="546"/>
                    </a:lnTo>
                    <a:lnTo>
                      <a:pt x="3463" y="546"/>
                    </a:lnTo>
                    <a:lnTo>
                      <a:pt x="3441" y="546"/>
                    </a:lnTo>
                    <a:lnTo>
                      <a:pt x="3420" y="543"/>
                    </a:lnTo>
                    <a:lnTo>
                      <a:pt x="3400" y="540"/>
                    </a:lnTo>
                    <a:lnTo>
                      <a:pt x="3379" y="535"/>
                    </a:lnTo>
                    <a:lnTo>
                      <a:pt x="3361" y="529"/>
                    </a:lnTo>
                    <a:lnTo>
                      <a:pt x="3343" y="523"/>
                    </a:lnTo>
                    <a:lnTo>
                      <a:pt x="3327" y="514"/>
                    </a:lnTo>
                    <a:lnTo>
                      <a:pt x="3312" y="507"/>
                    </a:lnTo>
                    <a:lnTo>
                      <a:pt x="3288" y="601"/>
                    </a:lnTo>
                    <a:close/>
                    <a:moveTo>
                      <a:pt x="3188" y="263"/>
                    </a:moveTo>
                    <a:lnTo>
                      <a:pt x="2955" y="263"/>
                    </a:lnTo>
                    <a:lnTo>
                      <a:pt x="2955" y="104"/>
                    </a:lnTo>
                    <a:lnTo>
                      <a:pt x="3202" y="104"/>
                    </a:lnTo>
                    <a:lnTo>
                      <a:pt x="3202" y="10"/>
                    </a:lnTo>
                    <a:lnTo>
                      <a:pt x="2841" y="10"/>
                    </a:lnTo>
                    <a:lnTo>
                      <a:pt x="2841" y="631"/>
                    </a:lnTo>
                    <a:lnTo>
                      <a:pt x="3216" y="631"/>
                    </a:lnTo>
                    <a:lnTo>
                      <a:pt x="3216" y="537"/>
                    </a:lnTo>
                    <a:lnTo>
                      <a:pt x="2955" y="537"/>
                    </a:lnTo>
                    <a:lnTo>
                      <a:pt x="2955" y="355"/>
                    </a:lnTo>
                    <a:lnTo>
                      <a:pt x="3188" y="355"/>
                    </a:lnTo>
                    <a:lnTo>
                      <a:pt x="3188" y="263"/>
                    </a:lnTo>
                    <a:close/>
                    <a:moveTo>
                      <a:pt x="2727" y="523"/>
                    </a:moveTo>
                    <a:lnTo>
                      <a:pt x="2714" y="528"/>
                    </a:lnTo>
                    <a:lnTo>
                      <a:pt x="2701" y="532"/>
                    </a:lnTo>
                    <a:lnTo>
                      <a:pt x="2687" y="536"/>
                    </a:lnTo>
                    <a:lnTo>
                      <a:pt x="2671" y="539"/>
                    </a:lnTo>
                    <a:lnTo>
                      <a:pt x="2655" y="542"/>
                    </a:lnTo>
                    <a:lnTo>
                      <a:pt x="2637" y="544"/>
                    </a:lnTo>
                    <a:lnTo>
                      <a:pt x="2621" y="545"/>
                    </a:lnTo>
                    <a:lnTo>
                      <a:pt x="2604" y="545"/>
                    </a:lnTo>
                    <a:lnTo>
                      <a:pt x="2590" y="545"/>
                    </a:lnTo>
                    <a:lnTo>
                      <a:pt x="2579" y="544"/>
                    </a:lnTo>
                    <a:lnTo>
                      <a:pt x="2567" y="543"/>
                    </a:lnTo>
                    <a:lnTo>
                      <a:pt x="2555" y="541"/>
                    </a:lnTo>
                    <a:lnTo>
                      <a:pt x="2544" y="539"/>
                    </a:lnTo>
                    <a:lnTo>
                      <a:pt x="2533" y="537"/>
                    </a:lnTo>
                    <a:lnTo>
                      <a:pt x="2522" y="534"/>
                    </a:lnTo>
                    <a:lnTo>
                      <a:pt x="2512" y="530"/>
                    </a:lnTo>
                    <a:lnTo>
                      <a:pt x="2502" y="526"/>
                    </a:lnTo>
                    <a:lnTo>
                      <a:pt x="2493" y="522"/>
                    </a:lnTo>
                    <a:lnTo>
                      <a:pt x="2483" y="516"/>
                    </a:lnTo>
                    <a:lnTo>
                      <a:pt x="2475" y="511"/>
                    </a:lnTo>
                    <a:lnTo>
                      <a:pt x="2467" y="505"/>
                    </a:lnTo>
                    <a:lnTo>
                      <a:pt x="2459" y="499"/>
                    </a:lnTo>
                    <a:lnTo>
                      <a:pt x="2451" y="492"/>
                    </a:lnTo>
                    <a:lnTo>
                      <a:pt x="2444" y="486"/>
                    </a:lnTo>
                    <a:lnTo>
                      <a:pt x="2437" y="477"/>
                    </a:lnTo>
                    <a:lnTo>
                      <a:pt x="2431" y="470"/>
                    </a:lnTo>
                    <a:lnTo>
                      <a:pt x="2426" y="462"/>
                    </a:lnTo>
                    <a:lnTo>
                      <a:pt x="2420" y="453"/>
                    </a:lnTo>
                    <a:lnTo>
                      <a:pt x="2414" y="443"/>
                    </a:lnTo>
                    <a:lnTo>
                      <a:pt x="2410" y="434"/>
                    </a:lnTo>
                    <a:lnTo>
                      <a:pt x="2406" y="425"/>
                    </a:lnTo>
                    <a:lnTo>
                      <a:pt x="2402" y="415"/>
                    </a:lnTo>
                    <a:lnTo>
                      <a:pt x="2396" y="393"/>
                    </a:lnTo>
                    <a:lnTo>
                      <a:pt x="2391" y="371"/>
                    </a:lnTo>
                    <a:lnTo>
                      <a:pt x="2389" y="347"/>
                    </a:lnTo>
                    <a:lnTo>
                      <a:pt x="2388" y="322"/>
                    </a:lnTo>
                    <a:lnTo>
                      <a:pt x="2388" y="309"/>
                    </a:lnTo>
                    <a:lnTo>
                      <a:pt x="2389" y="295"/>
                    </a:lnTo>
                    <a:lnTo>
                      <a:pt x="2390" y="282"/>
                    </a:lnTo>
                    <a:lnTo>
                      <a:pt x="2392" y="270"/>
                    </a:lnTo>
                    <a:lnTo>
                      <a:pt x="2394" y="257"/>
                    </a:lnTo>
                    <a:lnTo>
                      <a:pt x="2397" y="246"/>
                    </a:lnTo>
                    <a:lnTo>
                      <a:pt x="2400" y="235"/>
                    </a:lnTo>
                    <a:lnTo>
                      <a:pt x="2403" y="223"/>
                    </a:lnTo>
                    <a:lnTo>
                      <a:pt x="2408" y="213"/>
                    </a:lnTo>
                    <a:lnTo>
                      <a:pt x="2412" y="203"/>
                    </a:lnTo>
                    <a:lnTo>
                      <a:pt x="2418" y="193"/>
                    </a:lnTo>
                    <a:lnTo>
                      <a:pt x="2423" y="184"/>
                    </a:lnTo>
                    <a:lnTo>
                      <a:pt x="2429" y="176"/>
                    </a:lnTo>
                    <a:lnTo>
                      <a:pt x="2435" y="168"/>
                    </a:lnTo>
                    <a:lnTo>
                      <a:pt x="2441" y="159"/>
                    </a:lnTo>
                    <a:lnTo>
                      <a:pt x="2448" y="152"/>
                    </a:lnTo>
                    <a:lnTo>
                      <a:pt x="2457" y="145"/>
                    </a:lnTo>
                    <a:lnTo>
                      <a:pt x="2464" y="139"/>
                    </a:lnTo>
                    <a:lnTo>
                      <a:pt x="2472" y="133"/>
                    </a:lnTo>
                    <a:lnTo>
                      <a:pt x="2480" y="127"/>
                    </a:lnTo>
                    <a:lnTo>
                      <a:pt x="2489" y="121"/>
                    </a:lnTo>
                    <a:lnTo>
                      <a:pt x="2499" y="117"/>
                    </a:lnTo>
                    <a:lnTo>
                      <a:pt x="2508" y="112"/>
                    </a:lnTo>
                    <a:lnTo>
                      <a:pt x="2517" y="109"/>
                    </a:lnTo>
                    <a:lnTo>
                      <a:pt x="2538" y="102"/>
                    </a:lnTo>
                    <a:lnTo>
                      <a:pt x="2559" y="98"/>
                    </a:lnTo>
                    <a:lnTo>
                      <a:pt x="2582" y="95"/>
                    </a:lnTo>
                    <a:lnTo>
                      <a:pt x="2605" y="94"/>
                    </a:lnTo>
                    <a:lnTo>
                      <a:pt x="2623" y="95"/>
                    </a:lnTo>
                    <a:lnTo>
                      <a:pt x="2641" y="96"/>
                    </a:lnTo>
                    <a:lnTo>
                      <a:pt x="2658" y="98"/>
                    </a:lnTo>
                    <a:lnTo>
                      <a:pt x="2673" y="101"/>
                    </a:lnTo>
                    <a:lnTo>
                      <a:pt x="2688" y="105"/>
                    </a:lnTo>
                    <a:lnTo>
                      <a:pt x="2701" y="109"/>
                    </a:lnTo>
                    <a:lnTo>
                      <a:pt x="2714" y="113"/>
                    </a:lnTo>
                    <a:lnTo>
                      <a:pt x="2726" y="118"/>
                    </a:lnTo>
                    <a:lnTo>
                      <a:pt x="2750" y="28"/>
                    </a:lnTo>
                    <a:lnTo>
                      <a:pt x="2740" y="24"/>
                    </a:lnTo>
                    <a:lnTo>
                      <a:pt x="2728" y="19"/>
                    </a:lnTo>
                    <a:lnTo>
                      <a:pt x="2712" y="13"/>
                    </a:lnTo>
                    <a:lnTo>
                      <a:pt x="2695" y="9"/>
                    </a:lnTo>
                    <a:lnTo>
                      <a:pt x="2674" y="6"/>
                    </a:lnTo>
                    <a:lnTo>
                      <a:pt x="2652" y="3"/>
                    </a:lnTo>
                    <a:lnTo>
                      <a:pt x="2627" y="1"/>
                    </a:lnTo>
                    <a:lnTo>
                      <a:pt x="2600" y="0"/>
                    </a:lnTo>
                    <a:lnTo>
                      <a:pt x="2583" y="1"/>
                    </a:lnTo>
                    <a:lnTo>
                      <a:pt x="2566" y="2"/>
                    </a:lnTo>
                    <a:lnTo>
                      <a:pt x="2548" y="4"/>
                    </a:lnTo>
                    <a:lnTo>
                      <a:pt x="2532" y="6"/>
                    </a:lnTo>
                    <a:lnTo>
                      <a:pt x="2515" y="9"/>
                    </a:lnTo>
                    <a:lnTo>
                      <a:pt x="2499" y="13"/>
                    </a:lnTo>
                    <a:lnTo>
                      <a:pt x="2483" y="17"/>
                    </a:lnTo>
                    <a:lnTo>
                      <a:pt x="2468" y="23"/>
                    </a:lnTo>
                    <a:lnTo>
                      <a:pt x="2454" y="29"/>
                    </a:lnTo>
                    <a:lnTo>
                      <a:pt x="2439" y="35"/>
                    </a:lnTo>
                    <a:lnTo>
                      <a:pt x="2426" y="42"/>
                    </a:lnTo>
                    <a:lnTo>
                      <a:pt x="2411" y="50"/>
                    </a:lnTo>
                    <a:lnTo>
                      <a:pt x="2399" y="59"/>
                    </a:lnTo>
                    <a:lnTo>
                      <a:pt x="2387" y="68"/>
                    </a:lnTo>
                    <a:lnTo>
                      <a:pt x="2374" y="77"/>
                    </a:lnTo>
                    <a:lnTo>
                      <a:pt x="2363" y="87"/>
                    </a:lnTo>
                    <a:lnTo>
                      <a:pt x="2352" y="99"/>
                    </a:lnTo>
                    <a:lnTo>
                      <a:pt x="2342" y="110"/>
                    </a:lnTo>
                    <a:lnTo>
                      <a:pt x="2332" y="122"/>
                    </a:lnTo>
                    <a:lnTo>
                      <a:pt x="2323" y="135"/>
                    </a:lnTo>
                    <a:lnTo>
                      <a:pt x="2315" y="148"/>
                    </a:lnTo>
                    <a:lnTo>
                      <a:pt x="2307" y="162"/>
                    </a:lnTo>
                    <a:lnTo>
                      <a:pt x="2300" y="176"/>
                    </a:lnTo>
                    <a:lnTo>
                      <a:pt x="2293" y="190"/>
                    </a:lnTo>
                    <a:lnTo>
                      <a:pt x="2288" y="206"/>
                    </a:lnTo>
                    <a:lnTo>
                      <a:pt x="2283" y="222"/>
                    </a:lnTo>
                    <a:lnTo>
                      <a:pt x="2278" y="239"/>
                    </a:lnTo>
                    <a:lnTo>
                      <a:pt x="2275" y="255"/>
                    </a:lnTo>
                    <a:lnTo>
                      <a:pt x="2272" y="273"/>
                    </a:lnTo>
                    <a:lnTo>
                      <a:pt x="2270" y="290"/>
                    </a:lnTo>
                    <a:lnTo>
                      <a:pt x="2269" y="309"/>
                    </a:lnTo>
                    <a:lnTo>
                      <a:pt x="2269" y="328"/>
                    </a:lnTo>
                    <a:lnTo>
                      <a:pt x="2269" y="346"/>
                    </a:lnTo>
                    <a:lnTo>
                      <a:pt x="2270" y="362"/>
                    </a:lnTo>
                    <a:lnTo>
                      <a:pt x="2272" y="380"/>
                    </a:lnTo>
                    <a:lnTo>
                      <a:pt x="2274" y="395"/>
                    </a:lnTo>
                    <a:lnTo>
                      <a:pt x="2277" y="412"/>
                    </a:lnTo>
                    <a:lnTo>
                      <a:pt x="2281" y="427"/>
                    </a:lnTo>
                    <a:lnTo>
                      <a:pt x="2285" y="441"/>
                    </a:lnTo>
                    <a:lnTo>
                      <a:pt x="2290" y="457"/>
                    </a:lnTo>
                    <a:lnTo>
                      <a:pt x="2295" y="470"/>
                    </a:lnTo>
                    <a:lnTo>
                      <a:pt x="2302" y="484"/>
                    </a:lnTo>
                    <a:lnTo>
                      <a:pt x="2309" y="497"/>
                    </a:lnTo>
                    <a:lnTo>
                      <a:pt x="2317" y="509"/>
                    </a:lnTo>
                    <a:lnTo>
                      <a:pt x="2325" y="522"/>
                    </a:lnTo>
                    <a:lnTo>
                      <a:pt x="2333" y="534"/>
                    </a:lnTo>
                    <a:lnTo>
                      <a:pt x="2343" y="544"/>
                    </a:lnTo>
                    <a:lnTo>
                      <a:pt x="2353" y="555"/>
                    </a:lnTo>
                    <a:lnTo>
                      <a:pt x="2363" y="565"/>
                    </a:lnTo>
                    <a:lnTo>
                      <a:pt x="2374" y="574"/>
                    </a:lnTo>
                    <a:lnTo>
                      <a:pt x="2386" y="583"/>
                    </a:lnTo>
                    <a:lnTo>
                      <a:pt x="2398" y="592"/>
                    </a:lnTo>
                    <a:lnTo>
                      <a:pt x="2411" y="599"/>
                    </a:lnTo>
                    <a:lnTo>
                      <a:pt x="2424" y="606"/>
                    </a:lnTo>
                    <a:lnTo>
                      <a:pt x="2438" y="612"/>
                    </a:lnTo>
                    <a:lnTo>
                      <a:pt x="2452" y="618"/>
                    </a:lnTo>
                    <a:lnTo>
                      <a:pt x="2467" y="623"/>
                    </a:lnTo>
                    <a:lnTo>
                      <a:pt x="2482" y="628"/>
                    </a:lnTo>
                    <a:lnTo>
                      <a:pt x="2499" y="632"/>
                    </a:lnTo>
                    <a:lnTo>
                      <a:pt x="2515" y="635"/>
                    </a:lnTo>
                    <a:lnTo>
                      <a:pt x="2532" y="637"/>
                    </a:lnTo>
                    <a:lnTo>
                      <a:pt x="2549" y="639"/>
                    </a:lnTo>
                    <a:lnTo>
                      <a:pt x="2567" y="640"/>
                    </a:lnTo>
                    <a:lnTo>
                      <a:pt x="2585" y="641"/>
                    </a:lnTo>
                    <a:lnTo>
                      <a:pt x="2612" y="640"/>
                    </a:lnTo>
                    <a:lnTo>
                      <a:pt x="2637" y="638"/>
                    </a:lnTo>
                    <a:lnTo>
                      <a:pt x="2661" y="635"/>
                    </a:lnTo>
                    <a:lnTo>
                      <a:pt x="2684" y="632"/>
                    </a:lnTo>
                    <a:lnTo>
                      <a:pt x="2702" y="628"/>
                    </a:lnTo>
                    <a:lnTo>
                      <a:pt x="2720" y="622"/>
                    </a:lnTo>
                    <a:lnTo>
                      <a:pt x="2734" y="617"/>
                    </a:lnTo>
                    <a:lnTo>
                      <a:pt x="2745" y="612"/>
                    </a:lnTo>
                    <a:lnTo>
                      <a:pt x="2727" y="523"/>
                    </a:lnTo>
                    <a:close/>
                    <a:moveTo>
                      <a:pt x="2058" y="10"/>
                    </a:moveTo>
                    <a:lnTo>
                      <a:pt x="2058" y="631"/>
                    </a:lnTo>
                    <a:lnTo>
                      <a:pt x="2171" y="631"/>
                    </a:lnTo>
                    <a:lnTo>
                      <a:pt x="2171" y="10"/>
                    </a:lnTo>
                    <a:lnTo>
                      <a:pt x="2058" y="10"/>
                    </a:lnTo>
                    <a:close/>
                    <a:moveTo>
                      <a:pt x="1776" y="631"/>
                    </a:moveTo>
                    <a:lnTo>
                      <a:pt x="1991" y="10"/>
                    </a:lnTo>
                    <a:lnTo>
                      <a:pt x="1871" y="10"/>
                    </a:lnTo>
                    <a:lnTo>
                      <a:pt x="1780" y="294"/>
                    </a:lnTo>
                    <a:lnTo>
                      <a:pt x="1771" y="322"/>
                    </a:lnTo>
                    <a:lnTo>
                      <a:pt x="1762" y="351"/>
                    </a:lnTo>
                    <a:lnTo>
                      <a:pt x="1754" y="379"/>
                    </a:lnTo>
                    <a:lnTo>
                      <a:pt x="1746" y="407"/>
                    </a:lnTo>
                    <a:lnTo>
                      <a:pt x="1738" y="435"/>
                    </a:lnTo>
                    <a:lnTo>
                      <a:pt x="1730" y="463"/>
                    </a:lnTo>
                    <a:lnTo>
                      <a:pt x="1724" y="491"/>
                    </a:lnTo>
                    <a:lnTo>
                      <a:pt x="1717" y="518"/>
                    </a:lnTo>
                    <a:lnTo>
                      <a:pt x="1715" y="518"/>
                    </a:lnTo>
                    <a:lnTo>
                      <a:pt x="1709" y="491"/>
                    </a:lnTo>
                    <a:lnTo>
                      <a:pt x="1702" y="462"/>
                    </a:lnTo>
                    <a:lnTo>
                      <a:pt x="1695" y="434"/>
                    </a:lnTo>
                    <a:lnTo>
                      <a:pt x="1688" y="406"/>
                    </a:lnTo>
                    <a:lnTo>
                      <a:pt x="1680" y="379"/>
                    </a:lnTo>
                    <a:lnTo>
                      <a:pt x="1672" y="350"/>
                    </a:lnTo>
                    <a:lnTo>
                      <a:pt x="1663" y="321"/>
                    </a:lnTo>
                    <a:lnTo>
                      <a:pt x="1654" y="292"/>
                    </a:lnTo>
                    <a:lnTo>
                      <a:pt x="1570" y="10"/>
                    </a:lnTo>
                    <a:lnTo>
                      <a:pt x="1447" y="10"/>
                    </a:lnTo>
                    <a:lnTo>
                      <a:pt x="1647" y="631"/>
                    </a:lnTo>
                    <a:lnTo>
                      <a:pt x="1776" y="631"/>
                    </a:lnTo>
                    <a:close/>
                    <a:moveTo>
                      <a:pt x="1090" y="97"/>
                    </a:moveTo>
                    <a:lnTo>
                      <a:pt x="1101" y="95"/>
                    </a:lnTo>
                    <a:lnTo>
                      <a:pt x="1117" y="93"/>
                    </a:lnTo>
                    <a:lnTo>
                      <a:pt x="1136" y="92"/>
                    </a:lnTo>
                    <a:lnTo>
                      <a:pt x="1161" y="91"/>
                    </a:lnTo>
                    <a:lnTo>
                      <a:pt x="1174" y="92"/>
                    </a:lnTo>
                    <a:lnTo>
                      <a:pt x="1187" y="93"/>
                    </a:lnTo>
                    <a:lnTo>
                      <a:pt x="1199" y="95"/>
                    </a:lnTo>
                    <a:lnTo>
                      <a:pt x="1210" y="97"/>
                    </a:lnTo>
                    <a:lnTo>
                      <a:pt x="1222" y="100"/>
                    </a:lnTo>
                    <a:lnTo>
                      <a:pt x="1231" y="105"/>
                    </a:lnTo>
                    <a:lnTo>
                      <a:pt x="1240" y="109"/>
                    </a:lnTo>
                    <a:lnTo>
                      <a:pt x="1248" y="115"/>
                    </a:lnTo>
                    <a:lnTo>
                      <a:pt x="1256" y="121"/>
                    </a:lnTo>
                    <a:lnTo>
                      <a:pt x="1263" y="130"/>
                    </a:lnTo>
                    <a:lnTo>
                      <a:pt x="1268" y="137"/>
                    </a:lnTo>
                    <a:lnTo>
                      <a:pt x="1273" y="146"/>
                    </a:lnTo>
                    <a:lnTo>
                      <a:pt x="1277" y="156"/>
                    </a:lnTo>
                    <a:lnTo>
                      <a:pt x="1279" y="167"/>
                    </a:lnTo>
                    <a:lnTo>
                      <a:pt x="1281" y="178"/>
                    </a:lnTo>
                    <a:lnTo>
                      <a:pt x="1281" y="190"/>
                    </a:lnTo>
                    <a:lnTo>
                      <a:pt x="1281" y="202"/>
                    </a:lnTo>
                    <a:lnTo>
                      <a:pt x="1279" y="212"/>
                    </a:lnTo>
                    <a:lnTo>
                      <a:pt x="1277" y="222"/>
                    </a:lnTo>
                    <a:lnTo>
                      <a:pt x="1273" y="232"/>
                    </a:lnTo>
                    <a:lnTo>
                      <a:pt x="1268" y="242"/>
                    </a:lnTo>
                    <a:lnTo>
                      <a:pt x="1263" y="250"/>
                    </a:lnTo>
                    <a:lnTo>
                      <a:pt x="1255" y="257"/>
                    </a:lnTo>
                    <a:lnTo>
                      <a:pt x="1248" y="264"/>
                    </a:lnTo>
                    <a:lnTo>
                      <a:pt x="1240" y="271"/>
                    </a:lnTo>
                    <a:lnTo>
                      <a:pt x="1231" y="277"/>
                    </a:lnTo>
                    <a:lnTo>
                      <a:pt x="1221" y="281"/>
                    </a:lnTo>
                    <a:lnTo>
                      <a:pt x="1209" y="285"/>
                    </a:lnTo>
                    <a:lnTo>
                      <a:pt x="1197" y="288"/>
                    </a:lnTo>
                    <a:lnTo>
                      <a:pt x="1185" y="291"/>
                    </a:lnTo>
                    <a:lnTo>
                      <a:pt x="1171" y="292"/>
                    </a:lnTo>
                    <a:lnTo>
                      <a:pt x="1158" y="292"/>
                    </a:lnTo>
                    <a:lnTo>
                      <a:pt x="1090" y="292"/>
                    </a:lnTo>
                    <a:lnTo>
                      <a:pt x="1090" y="97"/>
                    </a:lnTo>
                    <a:close/>
                    <a:moveTo>
                      <a:pt x="978" y="631"/>
                    </a:moveTo>
                    <a:lnTo>
                      <a:pt x="1090" y="631"/>
                    </a:lnTo>
                    <a:lnTo>
                      <a:pt x="1090" y="375"/>
                    </a:lnTo>
                    <a:lnTo>
                      <a:pt x="1148" y="375"/>
                    </a:lnTo>
                    <a:lnTo>
                      <a:pt x="1159" y="377"/>
                    </a:lnTo>
                    <a:lnTo>
                      <a:pt x="1170" y="378"/>
                    </a:lnTo>
                    <a:lnTo>
                      <a:pt x="1180" y="380"/>
                    </a:lnTo>
                    <a:lnTo>
                      <a:pt x="1190" y="382"/>
                    </a:lnTo>
                    <a:lnTo>
                      <a:pt x="1198" y="385"/>
                    </a:lnTo>
                    <a:lnTo>
                      <a:pt x="1206" y="389"/>
                    </a:lnTo>
                    <a:lnTo>
                      <a:pt x="1213" y="394"/>
                    </a:lnTo>
                    <a:lnTo>
                      <a:pt x="1221" y="400"/>
                    </a:lnTo>
                    <a:lnTo>
                      <a:pt x="1227" y="407"/>
                    </a:lnTo>
                    <a:lnTo>
                      <a:pt x="1233" y="415"/>
                    </a:lnTo>
                    <a:lnTo>
                      <a:pt x="1238" y="424"/>
                    </a:lnTo>
                    <a:lnTo>
                      <a:pt x="1243" y="433"/>
                    </a:lnTo>
                    <a:lnTo>
                      <a:pt x="1247" y="444"/>
                    </a:lnTo>
                    <a:lnTo>
                      <a:pt x="1251" y="457"/>
                    </a:lnTo>
                    <a:lnTo>
                      <a:pt x="1255" y="470"/>
                    </a:lnTo>
                    <a:lnTo>
                      <a:pt x="1259" y="485"/>
                    </a:lnTo>
                    <a:lnTo>
                      <a:pt x="1272" y="537"/>
                    </a:lnTo>
                    <a:lnTo>
                      <a:pt x="1283" y="579"/>
                    </a:lnTo>
                    <a:lnTo>
                      <a:pt x="1288" y="597"/>
                    </a:lnTo>
                    <a:lnTo>
                      <a:pt x="1292" y="611"/>
                    </a:lnTo>
                    <a:lnTo>
                      <a:pt x="1297" y="622"/>
                    </a:lnTo>
                    <a:lnTo>
                      <a:pt x="1301" y="631"/>
                    </a:lnTo>
                    <a:lnTo>
                      <a:pt x="1417" y="631"/>
                    </a:lnTo>
                    <a:lnTo>
                      <a:pt x="1413" y="619"/>
                    </a:lnTo>
                    <a:lnTo>
                      <a:pt x="1406" y="605"/>
                    </a:lnTo>
                    <a:lnTo>
                      <a:pt x="1401" y="585"/>
                    </a:lnTo>
                    <a:lnTo>
                      <a:pt x="1395" y="565"/>
                    </a:lnTo>
                    <a:lnTo>
                      <a:pt x="1389" y="540"/>
                    </a:lnTo>
                    <a:lnTo>
                      <a:pt x="1382" y="514"/>
                    </a:lnTo>
                    <a:lnTo>
                      <a:pt x="1376" y="487"/>
                    </a:lnTo>
                    <a:lnTo>
                      <a:pt x="1368" y="458"/>
                    </a:lnTo>
                    <a:lnTo>
                      <a:pt x="1362" y="436"/>
                    </a:lnTo>
                    <a:lnTo>
                      <a:pt x="1354" y="416"/>
                    </a:lnTo>
                    <a:lnTo>
                      <a:pt x="1346" y="398"/>
                    </a:lnTo>
                    <a:lnTo>
                      <a:pt x="1336" y="382"/>
                    </a:lnTo>
                    <a:lnTo>
                      <a:pt x="1330" y="374"/>
                    </a:lnTo>
                    <a:lnTo>
                      <a:pt x="1324" y="367"/>
                    </a:lnTo>
                    <a:lnTo>
                      <a:pt x="1318" y="361"/>
                    </a:lnTo>
                    <a:lnTo>
                      <a:pt x="1312" y="355"/>
                    </a:lnTo>
                    <a:lnTo>
                      <a:pt x="1305" y="350"/>
                    </a:lnTo>
                    <a:lnTo>
                      <a:pt x="1298" y="346"/>
                    </a:lnTo>
                    <a:lnTo>
                      <a:pt x="1290" y="342"/>
                    </a:lnTo>
                    <a:lnTo>
                      <a:pt x="1282" y="337"/>
                    </a:lnTo>
                    <a:lnTo>
                      <a:pt x="1282" y="335"/>
                    </a:lnTo>
                    <a:lnTo>
                      <a:pt x="1292" y="330"/>
                    </a:lnTo>
                    <a:lnTo>
                      <a:pt x="1304" y="326"/>
                    </a:lnTo>
                    <a:lnTo>
                      <a:pt x="1314" y="320"/>
                    </a:lnTo>
                    <a:lnTo>
                      <a:pt x="1324" y="314"/>
                    </a:lnTo>
                    <a:lnTo>
                      <a:pt x="1334" y="306"/>
                    </a:lnTo>
                    <a:lnTo>
                      <a:pt x="1343" y="298"/>
                    </a:lnTo>
                    <a:lnTo>
                      <a:pt x="1352" y="289"/>
                    </a:lnTo>
                    <a:lnTo>
                      <a:pt x="1360" y="280"/>
                    </a:lnTo>
                    <a:lnTo>
                      <a:pt x="1367" y="270"/>
                    </a:lnTo>
                    <a:lnTo>
                      <a:pt x="1374" y="258"/>
                    </a:lnTo>
                    <a:lnTo>
                      <a:pt x="1380" y="247"/>
                    </a:lnTo>
                    <a:lnTo>
                      <a:pt x="1385" y="235"/>
                    </a:lnTo>
                    <a:lnTo>
                      <a:pt x="1389" y="222"/>
                    </a:lnTo>
                    <a:lnTo>
                      <a:pt x="1392" y="209"/>
                    </a:lnTo>
                    <a:lnTo>
                      <a:pt x="1394" y="194"/>
                    </a:lnTo>
                    <a:lnTo>
                      <a:pt x="1394" y="180"/>
                    </a:lnTo>
                    <a:lnTo>
                      <a:pt x="1393" y="160"/>
                    </a:lnTo>
                    <a:lnTo>
                      <a:pt x="1391" y="142"/>
                    </a:lnTo>
                    <a:lnTo>
                      <a:pt x="1386" y="124"/>
                    </a:lnTo>
                    <a:lnTo>
                      <a:pt x="1381" y="108"/>
                    </a:lnTo>
                    <a:lnTo>
                      <a:pt x="1373" y="94"/>
                    </a:lnTo>
                    <a:lnTo>
                      <a:pt x="1363" y="79"/>
                    </a:lnTo>
                    <a:lnTo>
                      <a:pt x="1353" y="67"/>
                    </a:lnTo>
                    <a:lnTo>
                      <a:pt x="1341" y="56"/>
                    </a:lnTo>
                    <a:lnTo>
                      <a:pt x="1333" y="49"/>
                    </a:lnTo>
                    <a:lnTo>
                      <a:pt x="1324" y="43"/>
                    </a:lnTo>
                    <a:lnTo>
                      <a:pt x="1315" y="38"/>
                    </a:lnTo>
                    <a:lnTo>
                      <a:pt x="1306" y="33"/>
                    </a:lnTo>
                    <a:lnTo>
                      <a:pt x="1296" y="28"/>
                    </a:lnTo>
                    <a:lnTo>
                      <a:pt x="1285" y="24"/>
                    </a:lnTo>
                    <a:lnTo>
                      <a:pt x="1275" y="21"/>
                    </a:lnTo>
                    <a:lnTo>
                      <a:pt x="1263" y="17"/>
                    </a:lnTo>
                    <a:lnTo>
                      <a:pt x="1238" y="12"/>
                    </a:lnTo>
                    <a:lnTo>
                      <a:pt x="1211" y="8"/>
                    </a:lnTo>
                    <a:lnTo>
                      <a:pt x="1181" y="6"/>
                    </a:lnTo>
                    <a:lnTo>
                      <a:pt x="1150" y="5"/>
                    </a:lnTo>
                    <a:lnTo>
                      <a:pt x="1125" y="5"/>
                    </a:lnTo>
                    <a:lnTo>
                      <a:pt x="1101" y="6"/>
                    </a:lnTo>
                    <a:lnTo>
                      <a:pt x="1078" y="7"/>
                    </a:lnTo>
                    <a:lnTo>
                      <a:pt x="1055" y="9"/>
                    </a:lnTo>
                    <a:lnTo>
                      <a:pt x="1034" y="11"/>
                    </a:lnTo>
                    <a:lnTo>
                      <a:pt x="1014" y="13"/>
                    </a:lnTo>
                    <a:lnTo>
                      <a:pt x="995" y="15"/>
                    </a:lnTo>
                    <a:lnTo>
                      <a:pt x="978" y="19"/>
                    </a:lnTo>
                    <a:lnTo>
                      <a:pt x="978" y="631"/>
                    </a:lnTo>
                    <a:close/>
                    <a:moveTo>
                      <a:pt x="852" y="263"/>
                    </a:moveTo>
                    <a:lnTo>
                      <a:pt x="617" y="263"/>
                    </a:lnTo>
                    <a:lnTo>
                      <a:pt x="617" y="104"/>
                    </a:lnTo>
                    <a:lnTo>
                      <a:pt x="865" y="104"/>
                    </a:lnTo>
                    <a:lnTo>
                      <a:pt x="865" y="10"/>
                    </a:lnTo>
                    <a:lnTo>
                      <a:pt x="504" y="10"/>
                    </a:lnTo>
                    <a:lnTo>
                      <a:pt x="504" y="631"/>
                    </a:lnTo>
                    <a:lnTo>
                      <a:pt x="879" y="631"/>
                    </a:lnTo>
                    <a:lnTo>
                      <a:pt x="879" y="537"/>
                    </a:lnTo>
                    <a:lnTo>
                      <a:pt x="617" y="537"/>
                    </a:lnTo>
                    <a:lnTo>
                      <a:pt x="617" y="355"/>
                    </a:lnTo>
                    <a:lnTo>
                      <a:pt x="852" y="355"/>
                    </a:lnTo>
                    <a:lnTo>
                      <a:pt x="852" y="263"/>
                    </a:lnTo>
                    <a:close/>
                    <a:moveTo>
                      <a:pt x="0" y="601"/>
                    </a:moveTo>
                    <a:lnTo>
                      <a:pt x="14" y="609"/>
                    </a:lnTo>
                    <a:lnTo>
                      <a:pt x="32" y="616"/>
                    </a:lnTo>
                    <a:lnTo>
                      <a:pt x="50" y="622"/>
                    </a:lnTo>
                    <a:lnTo>
                      <a:pt x="72" y="629"/>
                    </a:lnTo>
                    <a:lnTo>
                      <a:pt x="94" y="634"/>
                    </a:lnTo>
                    <a:lnTo>
                      <a:pt x="118" y="637"/>
                    </a:lnTo>
                    <a:lnTo>
                      <a:pt x="143" y="640"/>
                    </a:lnTo>
                    <a:lnTo>
                      <a:pt x="167" y="641"/>
                    </a:lnTo>
                    <a:lnTo>
                      <a:pt x="196" y="640"/>
                    </a:lnTo>
                    <a:lnTo>
                      <a:pt x="224" y="637"/>
                    </a:lnTo>
                    <a:lnTo>
                      <a:pt x="236" y="635"/>
                    </a:lnTo>
                    <a:lnTo>
                      <a:pt x="248" y="632"/>
                    </a:lnTo>
                    <a:lnTo>
                      <a:pt x="261" y="629"/>
                    </a:lnTo>
                    <a:lnTo>
                      <a:pt x="272" y="625"/>
                    </a:lnTo>
                    <a:lnTo>
                      <a:pt x="282" y="621"/>
                    </a:lnTo>
                    <a:lnTo>
                      <a:pt x="293" y="617"/>
                    </a:lnTo>
                    <a:lnTo>
                      <a:pt x="303" y="613"/>
                    </a:lnTo>
                    <a:lnTo>
                      <a:pt x="312" y="608"/>
                    </a:lnTo>
                    <a:lnTo>
                      <a:pt x="321" y="603"/>
                    </a:lnTo>
                    <a:lnTo>
                      <a:pt x="330" y="597"/>
                    </a:lnTo>
                    <a:lnTo>
                      <a:pt x="338" y="591"/>
                    </a:lnTo>
                    <a:lnTo>
                      <a:pt x="345" y="584"/>
                    </a:lnTo>
                    <a:lnTo>
                      <a:pt x="352" y="578"/>
                    </a:lnTo>
                    <a:lnTo>
                      <a:pt x="358" y="571"/>
                    </a:lnTo>
                    <a:lnTo>
                      <a:pt x="365" y="564"/>
                    </a:lnTo>
                    <a:lnTo>
                      <a:pt x="371" y="557"/>
                    </a:lnTo>
                    <a:lnTo>
                      <a:pt x="380" y="541"/>
                    </a:lnTo>
                    <a:lnTo>
                      <a:pt x="388" y="526"/>
                    </a:lnTo>
                    <a:lnTo>
                      <a:pt x="394" y="508"/>
                    </a:lnTo>
                    <a:lnTo>
                      <a:pt x="400" y="491"/>
                    </a:lnTo>
                    <a:lnTo>
                      <a:pt x="402" y="472"/>
                    </a:lnTo>
                    <a:lnTo>
                      <a:pt x="403" y="454"/>
                    </a:lnTo>
                    <a:lnTo>
                      <a:pt x="402" y="437"/>
                    </a:lnTo>
                    <a:lnTo>
                      <a:pt x="401" y="422"/>
                    </a:lnTo>
                    <a:lnTo>
                      <a:pt x="397" y="407"/>
                    </a:lnTo>
                    <a:lnTo>
                      <a:pt x="393" y="393"/>
                    </a:lnTo>
                    <a:lnTo>
                      <a:pt x="387" y="380"/>
                    </a:lnTo>
                    <a:lnTo>
                      <a:pt x="381" y="367"/>
                    </a:lnTo>
                    <a:lnTo>
                      <a:pt x="373" y="355"/>
                    </a:lnTo>
                    <a:lnTo>
                      <a:pt x="364" y="344"/>
                    </a:lnTo>
                    <a:lnTo>
                      <a:pt x="353" y="332"/>
                    </a:lnTo>
                    <a:lnTo>
                      <a:pt x="341" y="322"/>
                    </a:lnTo>
                    <a:lnTo>
                      <a:pt x="328" y="313"/>
                    </a:lnTo>
                    <a:lnTo>
                      <a:pt x="313" y="303"/>
                    </a:lnTo>
                    <a:lnTo>
                      <a:pt x="298" y="294"/>
                    </a:lnTo>
                    <a:lnTo>
                      <a:pt x="281" y="286"/>
                    </a:lnTo>
                    <a:lnTo>
                      <a:pt x="263" y="278"/>
                    </a:lnTo>
                    <a:lnTo>
                      <a:pt x="243" y="270"/>
                    </a:lnTo>
                    <a:lnTo>
                      <a:pt x="215" y="258"/>
                    </a:lnTo>
                    <a:lnTo>
                      <a:pt x="190" y="247"/>
                    </a:lnTo>
                    <a:lnTo>
                      <a:pt x="179" y="242"/>
                    </a:lnTo>
                    <a:lnTo>
                      <a:pt x="169" y="236"/>
                    </a:lnTo>
                    <a:lnTo>
                      <a:pt x="161" y="230"/>
                    </a:lnTo>
                    <a:lnTo>
                      <a:pt x="153" y="224"/>
                    </a:lnTo>
                    <a:lnTo>
                      <a:pt x="146" y="219"/>
                    </a:lnTo>
                    <a:lnTo>
                      <a:pt x="141" y="213"/>
                    </a:lnTo>
                    <a:lnTo>
                      <a:pt x="135" y="206"/>
                    </a:lnTo>
                    <a:lnTo>
                      <a:pt x="131" y="200"/>
                    </a:lnTo>
                    <a:lnTo>
                      <a:pt x="128" y="192"/>
                    </a:lnTo>
                    <a:lnTo>
                      <a:pt x="126" y="184"/>
                    </a:lnTo>
                    <a:lnTo>
                      <a:pt x="125" y="177"/>
                    </a:lnTo>
                    <a:lnTo>
                      <a:pt x="125" y="168"/>
                    </a:lnTo>
                    <a:lnTo>
                      <a:pt x="125" y="162"/>
                    </a:lnTo>
                    <a:lnTo>
                      <a:pt x="126" y="154"/>
                    </a:lnTo>
                    <a:lnTo>
                      <a:pt x="128" y="147"/>
                    </a:lnTo>
                    <a:lnTo>
                      <a:pt x="130" y="141"/>
                    </a:lnTo>
                    <a:lnTo>
                      <a:pt x="134" y="135"/>
                    </a:lnTo>
                    <a:lnTo>
                      <a:pt x="139" y="129"/>
                    </a:lnTo>
                    <a:lnTo>
                      <a:pt x="143" y="122"/>
                    </a:lnTo>
                    <a:lnTo>
                      <a:pt x="149" y="117"/>
                    </a:lnTo>
                    <a:lnTo>
                      <a:pt x="156" y="112"/>
                    </a:lnTo>
                    <a:lnTo>
                      <a:pt x="163" y="107"/>
                    </a:lnTo>
                    <a:lnTo>
                      <a:pt x="171" y="103"/>
                    </a:lnTo>
                    <a:lnTo>
                      <a:pt x="181" y="100"/>
                    </a:lnTo>
                    <a:lnTo>
                      <a:pt x="191" y="97"/>
                    </a:lnTo>
                    <a:lnTo>
                      <a:pt x="202" y="95"/>
                    </a:lnTo>
                    <a:lnTo>
                      <a:pt x="215" y="94"/>
                    </a:lnTo>
                    <a:lnTo>
                      <a:pt x="227" y="94"/>
                    </a:lnTo>
                    <a:lnTo>
                      <a:pt x="248" y="94"/>
                    </a:lnTo>
                    <a:lnTo>
                      <a:pt x="268" y="96"/>
                    </a:lnTo>
                    <a:lnTo>
                      <a:pt x="285" y="100"/>
                    </a:lnTo>
                    <a:lnTo>
                      <a:pt x="302" y="104"/>
                    </a:lnTo>
                    <a:lnTo>
                      <a:pt x="317" y="108"/>
                    </a:lnTo>
                    <a:lnTo>
                      <a:pt x="331" y="113"/>
                    </a:lnTo>
                    <a:lnTo>
                      <a:pt x="342" y="118"/>
                    </a:lnTo>
                    <a:lnTo>
                      <a:pt x="351" y="122"/>
                    </a:lnTo>
                    <a:lnTo>
                      <a:pt x="378" y="31"/>
                    </a:lnTo>
                    <a:lnTo>
                      <a:pt x="366" y="25"/>
                    </a:lnTo>
                    <a:lnTo>
                      <a:pt x="350" y="20"/>
                    </a:lnTo>
                    <a:lnTo>
                      <a:pt x="335" y="14"/>
                    </a:lnTo>
                    <a:lnTo>
                      <a:pt x="316" y="9"/>
                    </a:lnTo>
                    <a:lnTo>
                      <a:pt x="298" y="6"/>
                    </a:lnTo>
                    <a:lnTo>
                      <a:pt x="276" y="3"/>
                    </a:lnTo>
                    <a:lnTo>
                      <a:pt x="254" y="1"/>
                    </a:lnTo>
                    <a:lnTo>
                      <a:pt x="229" y="0"/>
                    </a:lnTo>
                    <a:lnTo>
                      <a:pt x="204" y="1"/>
                    </a:lnTo>
                    <a:lnTo>
                      <a:pt x="182" y="4"/>
                    </a:lnTo>
                    <a:lnTo>
                      <a:pt x="159" y="8"/>
                    </a:lnTo>
                    <a:lnTo>
                      <a:pt x="139" y="14"/>
                    </a:lnTo>
                    <a:lnTo>
                      <a:pt x="119" y="22"/>
                    </a:lnTo>
                    <a:lnTo>
                      <a:pt x="101" y="30"/>
                    </a:lnTo>
                    <a:lnTo>
                      <a:pt x="84" y="40"/>
                    </a:lnTo>
                    <a:lnTo>
                      <a:pt x="70" y="51"/>
                    </a:lnTo>
                    <a:lnTo>
                      <a:pt x="56" y="64"/>
                    </a:lnTo>
                    <a:lnTo>
                      <a:pt x="44" y="77"/>
                    </a:lnTo>
                    <a:lnTo>
                      <a:pt x="34" y="93"/>
                    </a:lnTo>
                    <a:lnTo>
                      <a:pt x="26" y="108"/>
                    </a:lnTo>
                    <a:lnTo>
                      <a:pt x="18" y="124"/>
                    </a:lnTo>
                    <a:lnTo>
                      <a:pt x="14" y="142"/>
                    </a:lnTo>
                    <a:lnTo>
                      <a:pt x="11" y="159"/>
                    </a:lnTo>
                    <a:lnTo>
                      <a:pt x="10" y="179"/>
                    </a:lnTo>
                    <a:lnTo>
                      <a:pt x="11" y="194"/>
                    </a:lnTo>
                    <a:lnTo>
                      <a:pt x="13" y="211"/>
                    </a:lnTo>
                    <a:lnTo>
                      <a:pt x="16" y="225"/>
                    </a:lnTo>
                    <a:lnTo>
                      <a:pt x="21" y="240"/>
                    </a:lnTo>
                    <a:lnTo>
                      <a:pt x="29" y="253"/>
                    </a:lnTo>
                    <a:lnTo>
                      <a:pt x="36" y="265"/>
                    </a:lnTo>
                    <a:lnTo>
                      <a:pt x="45" y="277"/>
                    </a:lnTo>
                    <a:lnTo>
                      <a:pt x="55" y="288"/>
                    </a:lnTo>
                    <a:lnTo>
                      <a:pt x="67" y="299"/>
                    </a:lnTo>
                    <a:lnTo>
                      <a:pt x="80" y="310"/>
                    </a:lnTo>
                    <a:lnTo>
                      <a:pt x="93" y="319"/>
                    </a:lnTo>
                    <a:lnTo>
                      <a:pt x="109" y="328"/>
                    </a:lnTo>
                    <a:lnTo>
                      <a:pt x="124" y="336"/>
                    </a:lnTo>
                    <a:lnTo>
                      <a:pt x="142" y="345"/>
                    </a:lnTo>
                    <a:lnTo>
                      <a:pt x="159" y="352"/>
                    </a:lnTo>
                    <a:lnTo>
                      <a:pt x="178" y="359"/>
                    </a:lnTo>
                    <a:lnTo>
                      <a:pt x="205" y="369"/>
                    </a:lnTo>
                    <a:lnTo>
                      <a:pt x="228" y="381"/>
                    </a:lnTo>
                    <a:lnTo>
                      <a:pt x="238" y="386"/>
                    </a:lnTo>
                    <a:lnTo>
                      <a:pt x="247" y="392"/>
                    </a:lnTo>
                    <a:lnTo>
                      <a:pt x="255" y="397"/>
                    </a:lnTo>
                    <a:lnTo>
                      <a:pt x="262" y="403"/>
                    </a:lnTo>
                    <a:lnTo>
                      <a:pt x="268" y="409"/>
                    </a:lnTo>
                    <a:lnTo>
                      <a:pt x="273" y="417"/>
                    </a:lnTo>
                    <a:lnTo>
                      <a:pt x="278" y="423"/>
                    </a:lnTo>
                    <a:lnTo>
                      <a:pt x="281" y="430"/>
                    </a:lnTo>
                    <a:lnTo>
                      <a:pt x="284" y="437"/>
                    </a:lnTo>
                    <a:lnTo>
                      <a:pt x="287" y="445"/>
                    </a:lnTo>
                    <a:lnTo>
                      <a:pt x="288" y="454"/>
                    </a:lnTo>
                    <a:lnTo>
                      <a:pt x="288" y="462"/>
                    </a:lnTo>
                    <a:lnTo>
                      <a:pt x="288" y="471"/>
                    </a:lnTo>
                    <a:lnTo>
                      <a:pt x="285" y="480"/>
                    </a:lnTo>
                    <a:lnTo>
                      <a:pt x="283" y="489"/>
                    </a:lnTo>
                    <a:lnTo>
                      <a:pt x="280" y="497"/>
                    </a:lnTo>
                    <a:lnTo>
                      <a:pt x="276" y="504"/>
                    </a:lnTo>
                    <a:lnTo>
                      <a:pt x="271" y="511"/>
                    </a:lnTo>
                    <a:lnTo>
                      <a:pt x="265" y="517"/>
                    </a:lnTo>
                    <a:lnTo>
                      <a:pt x="259" y="524"/>
                    </a:lnTo>
                    <a:lnTo>
                      <a:pt x="251" y="529"/>
                    </a:lnTo>
                    <a:lnTo>
                      <a:pt x="242" y="533"/>
                    </a:lnTo>
                    <a:lnTo>
                      <a:pt x="233" y="537"/>
                    </a:lnTo>
                    <a:lnTo>
                      <a:pt x="223" y="540"/>
                    </a:lnTo>
                    <a:lnTo>
                      <a:pt x="213" y="543"/>
                    </a:lnTo>
                    <a:lnTo>
                      <a:pt x="200" y="545"/>
                    </a:lnTo>
                    <a:lnTo>
                      <a:pt x="188" y="546"/>
                    </a:lnTo>
                    <a:lnTo>
                      <a:pt x="175" y="546"/>
                    </a:lnTo>
                    <a:lnTo>
                      <a:pt x="154" y="546"/>
                    </a:lnTo>
                    <a:lnTo>
                      <a:pt x="132" y="543"/>
                    </a:lnTo>
                    <a:lnTo>
                      <a:pt x="112" y="540"/>
                    </a:lnTo>
                    <a:lnTo>
                      <a:pt x="92" y="535"/>
                    </a:lnTo>
                    <a:lnTo>
                      <a:pt x="74" y="529"/>
                    </a:lnTo>
                    <a:lnTo>
                      <a:pt x="56" y="523"/>
                    </a:lnTo>
                    <a:lnTo>
                      <a:pt x="40" y="514"/>
                    </a:lnTo>
                    <a:lnTo>
                      <a:pt x="26" y="507"/>
                    </a:lnTo>
                    <a:lnTo>
                      <a:pt x="0" y="601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solidFill>
                    <a:schemeClr val="bg1"/>
                  </a:solidFill>
                  <a:latin typeface="Myriad Pro"/>
                </a:endParaRPr>
              </a:p>
            </p:txBody>
          </p:sp>
          <p:sp>
            <p:nvSpPr>
              <p:cNvPr id="178" name="Freeform 177"/>
              <p:cNvSpPr>
                <a:spLocks noEditPoints="1"/>
              </p:cNvSpPr>
              <p:nvPr userDrawn="1"/>
            </p:nvSpPr>
            <p:spPr bwMode="auto">
              <a:xfrm>
                <a:off x="1323430" y="339059"/>
                <a:ext cx="838843" cy="90467"/>
              </a:xfrm>
              <a:custGeom>
                <a:avLst/>
                <a:gdLst/>
                <a:ahLst/>
                <a:cxnLst>
                  <a:cxn ang="0">
                    <a:pos x="5506" y="10"/>
                  </a:cxn>
                  <a:cxn ang="0">
                    <a:pos x="5169" y="544"/>
                  </a:cxn>
                  <a:cxn ang="0">
                    <a:pos x="5029" y="477"/>
                  </a:cxn>
                  <a:cxn ang="0">
                    <a:pos x="4982" y="270"/>
                  </a:cxn>
                  <a:cxn ang="0">
                    <a:pos x="5063" y="133"/>
                  </a:cxn>
                  <a:cxn ang="0">
                    <a:pos x="5293" y="109"/>
                  </a:cxn>
                  <a:cxn ang="0">
                    <a:pos x="5122" y="6"/>
                  </a:cxn>
                  <a:cxn ang="0">
                    <a:pos x="4924" y="122"/>
                  </a:cxn>
                  <a:cxn ang="0">
                    <a:pos x="4861" y="362"/>
                  </a:cxn>
                  <a:cxn ang="0">
                    <a:pos x="4955" y="565"/>
                  </a:cxn>
                  <a:cxn ang="0">
                    <a:pos x="5175" y="641"/>
                  </a:cxn>
                  <a:cxn ang="0">
                    <a:pos x="4373" y="269"/>
                  </a:cxn>
                  <a:cxn ang="0">
                    <a:pos x="4761" y="631"/>
                  </a:cxn>
                  <a:cxn ang="0">
                    <a:pos x="4630" y="407"/>
                  </a:cxn>
                  <a:cxn ang="0">
                    <a:pos x="3905" y="100"/>
                  </a:cxn>
                  <a:cxn ang="0">
                    <a:pos x="3809" y="456"/>
                  </a:cxn>
                  <a:cxn ang="0">
                    <a:pos x="3020" y="10"/>
                  </a:cxn>
                  <a:cxn ang="0">
                    <a:pos x="2324" y="528"/>
                  </a:cxn>
                  <a:cxn ang="0">
                    <a:pos x="2455" y="633"/>
                  </a:cxn>
                  <a:cxn ang="0">
                    <a:pos x="2663" y="610"/>
                  </a:cxn>
                  <a:cxn ang="0">
                    <a:pos x="2767" y="461"/>
                  </a:cxn>
                  <a:cxn ang="0">
                    <a:pos x="2644" y="481"/>
                  </a:cxn>
                  <a:cxn ang="0">
                    <a:pos x="2470" y="533"/>
                  </a:cxn>
                  <a:cxn ang="0">
                    <a:pos x="1803" y="609"/>
                  </a:cxn>
                  <a:cxn ang="0">
                    <a:pos x="2082" y="617"/>
                  </a:cxn>
                  <a:cxn ang="0">
                    <a:pos x="2191" y="472"/>
                  </a:cxn>
                  <a:cxn ang="0">
                    <a:pos x="2070" y="286"/>
                  </a:cxn>
                  <a:cxn ang="0">
                    <a:pos x="1914" y="177"/>
                  </a:cxn>
                  <a:cxn ang="0">
                    <a:pos x="1991" y="95"/>
                  </a:cxn>
                  <a:cxn ang="0">
                    <a:pos x="2106" y="9"/>
                  </a:cxn>
                  <a:cxn ang="0">
                    <a:pos x="1823" y="93"/>
                  </a:cxn>
                  <a:cxn ang="0">
                    <a:pos x="1869" y="310"/>
                  </a:cxn>
                  <a:cxn ang="0">
                    <a:pos x="2067" y="423"/>
                  </a:cxn>
                  <a:cxn ang="0">
                    <a:pos x="2031" y="533"/>
                  </a:cxn>
                  <a:cxn ang="0">
                    <a:pos x="1789" y="601"/>
                  </a:cxn>
                  <a:cxn ang="0">
                    <a:pos x="1348" y="251"/>
                  </a:cxn>
                  <a:cxn ang="0">
                    <a:pos x="1587" y="422"/>
                  </a:cxn>
                  <a:cxn ang="0">
                    <a:pos x="1300" y="631"/>
                  </a:cxn>
                  <a:cxn ang="0">
                    <a:pos x="679" y="482"/>
                  </a:cxn>
                  <a:cxn ang="0">
                    <a:pos x="668" y="177"/>
                  </a:cxn>
                  <a:cxn ang="0">
                    <a:pos x="807" y="91"/>
                  </a:cxn>
                  <a:cxn ang="0">
                    <a:pos x="944" y="177"/>
                  </a:cxn>
                  <a:cxn ang="0">
                    <a:pos x="933" y="482"/>
                  </a:cxn>
                  <a:cxn ang="0">
                    <a:pos x="804" y="550"/>
                  </a:cxn>
                  <a:cxn ang="0">
                    <a:pos x="993" y="575"/>
                  </a:cxn>
                  <a:cxn ang="0">
                    <a:pos x="1094" y="370"/>
                  </a:cxn>
                  <a:cxn ang="0">
                    <a:pos x="1054" y="137"/>
                  </a:cxn>
                  <a:cxn ang="0">
                    <a:pos x="890" y="9"/>
                  </a:cxn>
                  <a:cxn ang="0">
                    <a:pos x="665" y="37"/>
                  </a:cxn>
                  <a:cxn ang="0">
                    <a:pos x="531" y="209"/>
                  </a:cxn>
                  <a:cxn ang="0">
                    <a:pos x="535" y="452"/>
                  </a:cxn>
                  <a:cxn ang="0">
                    <a:pos x="670" y="611"/>
                  </a:cxn>
                  <a:cxn ang="0">
                    <a:pos x="403" y="539"/>
                  </a:cxn>
                  <a:cxn ang="0">
                    <a:pos x="216" y="516"/>
                  </a:cxn>
                  <a:cxn ang="0">
                    <a:pos x="123" y="371"/>
                  </a:cxn>
                  <a:cxn ang="0">
                    <a:pos x="160" y="176"/>
                  </a:cxn>
                  <a:cxn ang="0">
                    <a:pos x="337" y="94"/>
                  </a:cxn>
                  <a:cxn ang="0">
                    <a:pos x="383" y="3"/>
                  </a:cxn>
                  <a:cxn ang="0">
                    <a:pos x="130" y="59"/>
                  </a:cxn>
                  <a:cxn ang="0">
                    <a:pos x="6" y="255"/>
                  </a:cxn>
                  <a:cxn ang="0">
                    <a:pos x="41" y="497"/>
                  </a:cxn>
                  <a:cxn ang="0">
                    <a:pos x="215" y="628"/>
                  </a:cxn>
                  <a:cxn ang="0">
                    <a:pos x="458" y="523"/>
                  </a:cxn>
                </a:cxnLst>
                <a:rect l="0" t="0" r="r" b="b"/>
                <a:pathLst>
                  <a:path w="5893" h="641">
                    <a:moveTo>
                      <a:pt x="5686" y="631"/>
                    </a:moveTo>
                    <a:lnTo>
                      <a:pt x="5686" y="369"/>
                    </a:lnTo>
                    <a:lnTo>
                      <a:pt x="5893" y="10"/>
                    </a:lnTo>
                    <a:lnTo>
                      <a:pt x="5764" y="10"/>
                    </a:lnTo>
                    <a:lnTo>
                      <a:pt x="5690" y="169"/>
                    </a:lnTo>
                    <a:lnTo>
                      <a:pt x="5675" y="202"/>
                    </a:lnTo>
                    <a:lnTo>
                      <a:pt x="5661" y="232"/>
                    </a:lnTo>
                    <a:lnTo>
                      <a:pt x="5648" y="262"/>
                    </a:lnTo>
                    <a:lnTo>
                      <a:pt x="5636" y="292"/>
                    </a:lnTo>
                    <a:lnTo>
                      <a:pt x="5635" y="292"/>
                    </a:lnTo>
                    <a:lnTo>
                      <a:pt x="5621" y="261"/>
                    </a:lnTo>
                    <a:lnTo>
                      <a:pt x="5609" y="232"/>
                    </a:lnTo>
                    <a:lnTo>
                      <a:pt x="5596" y="202"/>
                    </a:lnTo>
                    <a:lnTo>
                      <a:pt x="5580" y="170"/>
                    </a:lnTo>
                    <a:lnTo>
                      <a:pt x="5506" y="10"/>
                    </a:lnTo>
                    <a:lnTo>
                      <a:pt x="5377" y="10"/>
                    </a:lnTo>
                    <a:lnTo>
                      <a:pt x="5573" y="372"/>
                    </a:lnTo>
                    <a:lnTo>
                      <a:pt x="5573" y="631"/>
                    </a:lnTo>
                    <a:lnTo>
                      <a:pt x="5686" y="631"/>
                    </a:lnTo>
                    <a:close/>
                    <a:moveTo>
                      <a:pt x="5318" y="523"/>
                    </a:moveTo>
                    <a:lnTo>
                      <a:pt x="5306" y="528"/>
                    </a:lnTo>
                    <a:lnTo>
                      <a:pt x="5293" y="532"/>
                    </a:lnTo>
                    <a:lnTo>
                      <a:pt x="5277" y="536"/>
                    </a:lnTo>
                    <a:lnTo>
                      <a:pt x="5262" y="539"/>
                    </a:lnTo>
                    <a:lnTo>
                      <a:pt x="5245" y="542"/>
                    </a:lnTo>
                    <a:lnTo>
                      <a:pt x="5229" y="544"/>
                    </a:lnTo>
                    <a:lnTo>
                      <a:pt x="5211" y="545"/>
                    </a:lnTo>
                    <a:lnTo>
                      <a:pt x="5194" y="545"/>
                    </a:lnTo>
                    <a:lnTo>
                      <a:pt x="5182" y="545"/>
                    </a:lnTo>
                    <a:lnTo>
                      <a:pt x="5169" y="544"/>
                    </a:lnTo>
                    <a:lnTo>
                      <a:pt x="5157" y="543"/>
                    </a:lnTo>
                    <a:lnTo>
                      <a:pt x="5146" y="541"/>
                    </a:lnTo>
                    <a:lnTo>
                      <a:pt x="5134" y="539"/>
                    </a:lnTo>
                    <a:lnTo>
                      <a:pt x="5124" y="537"/>
                    </a:lnTo>
                    <a:lnTo>
                      <a:pt x="5113" y="534"/>
                    </a:lnTo>
                    <a:lnTo>
                      <a:pt x="5104" y="530"/>
                    </a:lnTo>
                    <a:lnTo>
                      <a:pt x="5093" y="526"/>
                    </a:lnTo>
                    <a:lnTo>
                      <a:pt x="5084" y="522"/>
                    </a:lnTo>
                    <a:lnTo>
                      <a:pt x="5075" y="516"/>
                    </a:lnTo>
                    <a:lnTo>
                      <a:pt x="5067" y="511"/>
                    </a:lnTo>
                    <a:lnTo>
                      <a:pt x="5057" y="505"/>
                    </a:lnTo>
                    <a:lnTo>
                      <a:pt x="5050" y="499"/>
                    </a:lnTo>
                    <a:lnTo>
                      <a:pt x="5042" y="492"/>
                    </a:lnTo>
                    <a:lnTo>
                      <a:pt x="5036" y="486"/>
                    </a:lnTo>
                    <a:lnTo>
                      <a:pt x="5029" y="477"/>
                    </a:lnTo>
                    <a:lnTo>
                      <a:pt x="5022" y="470"/>
                    </a:lnTo>
                    <a:lnTo>
                      <a:pt x="5016" y="462"/>
                    </a:lnTo>
                    <a:lnTo>
                      <a:pt x="5011" y="453"/>
                    </a:lnTo>
                    <a:lnTo>
                      <a:pt x="5006" y="443"/>
                    </a:lnTo>
                    <a:lnTo>
                      <a:pt x="5001" y="434"/>
                    </a:lnTo>
                    <a:lnTo>
                      <a:pt x="4997" y="425"/>
                    </a:lnTo>
                    <a:lnTo>
                      <a:pt x="4993" y="415"/>
                    </a:lnTo>
                    <a:lnTo>
                      <a:pt x="4986" y="393"/>
                    </a:lnTo>
                    <a:lnTo>
                      <a:pt x="4982" y="371"/>
                    </a:lnTo>
                    <a:lnTo>
                      <a:pt x="4979" y="347"/>
                    </a:lnTo>
                    <a:lnTo>
                      <a:pt x="4978" y="322"/>
                    </a:lnTo>
                    <a:lnTo>
                      <a:pt x="4979" y="309"/>
                    </a:lnTo>
                    <a:lnTo>
                      <a:pt x="4979" y="295"/>
                    </a:lnTo>
                    <a:lnTo>
                      <a:pt x="4981" y="282"/>
                    </a:lnTo>
                    <a:lnTo>
                      <a:pt x="4982" y="270"/>
                    </a:lnTo>
                    <a:lnTo>
                      <a:pt x="4985" y="257"/>
                    </a:lnTo>
                    <a:lnTo>
                      <a:pt x="4987" y="246"/>
                    </a:lnTo>
                    <a:lnTo>
                      <a:pt x="4991" y="235"/>
                    </a:lnTo>
                    <a:lnTo>
                      <a:pt x="4995" y="223"/>
                    </a:lnTo>
                    <a:lnTo>
                      <a:pt x="4999" y="213"/>
                    </a:lnTo>
                    <a:lnTo>
                      <a:pt x="5004" y="203"/>
                    </a:lnTo>
                    <a:lnTo>
                      <a:pt x="5008" y="193"/>
                    </a:lnTo>
                    <a:lnTo>
                      <a:pt x="5014" y="184"/>
                    </a:lnTo>
                    <a:lnTo>
                      <a:pt x="5019" y="176"/>
                    </a:lnTo>
                    <a:lnTo>
                      <a:pt x="5026" y="168"/>
                    </a:lnTo>
                    <a:lnTo>
                      <a:pt x="5033" y="159"/>
                    </a:lnTo>
                    <a:lnTo>
                      <a:pt x="5040" y="152"/>
                    </a:lnTo>
                    <a:lnTo>
                      <a:pt x="5047" y="145"/>
                    </a:lnTo>
                    <a:lnTo>
                      <a:pt x="5055" y="139"/>
                    </a:lnTo>
                    <a:lnTo>
                      <a:pt x="5063" y="133"/>
                    </a:lnTo>
                    <a:lnTo>
                      <a:pt x="5072" y="127"/>
                    </a:lnTo>
                    <a:lnTo>
                      <a:pt x="5080" y="121"/>
                    </a:lnTo>
                    <a:lnTo>
                      <a:pt x="5089" y="117"/>
                    </a:lnTo>
                    <a:lnTo>
                      <a:pt x="5098" y="112"/>
                    </a:lnTo>
                    <a:lnTo>
                      <a:pt x="5109" y="109"/>
                    </a:lnTo>
                    <a:lnTo>
                      <a:pt x="5129" y="102"/>
                    </a:lnTo>
                    <a:lnTo>
                      <a:pt x="5150" y="98"/>
                    </a:lnTo>
                    <a:lnTo>
                      <a:pt x="5172" y="95"/>
                    </a:lnTo>
                    <a:lnTo>
                      <a:pt x="5196" y="94"/>
                    </a:lnTo>
                    <a:lnTo>
                      <a:pt x="5215" y="95"/>
                    </a:lnTo>
                    <a:lnTo>
                      <a:pt x="5232" y="96"/>
                    </a:lnTo>
                    <a:lnTo>
                      <a:pt x="5248" y="98"/>
                    </a:lnTo>
                    <a:lnTo>
                      <a:pt x="5264" y="101"/>
                    </a:lnTo>
                    <a:lnTo>
                      <a:pt x="5279" y="105"/>
                    </a:lnTo>
                    <a:lnTo>
                      <a:pt x="5293" y="109"/>
                    </a:lnTo>
                    <a:lnTo>
                      <a:pt x="5305" y="113"/>
                    </a:lnTo>
                    <a:lnTo>
                      <a:pt x="5316" y="118"/>
                    </a:lnTo>
                    <a:lnTo>
                      <a:pt x="5341" y="28"/>
                    </a:lnTo>
                    <a:lnTo>
                      <a:pt x="5332" y="24"/>
                    </a:lnTo>
                    <a:lnTo>
                      <a:pt x="5318" y="19"/>
                    </a:lnTo>
                    <a:lnTo>
                      <a:pt x="5303" y="13"/>
                    </a:lnTo>
                    <a:lnTo>
                      <a:pt x="5285" y="9"/>
                    </a:lnTo>
                    <a:lnTo>
                      <a:pt x="5265" y="6"/>
                    </a:lnTo>
                    <a:lnTo>
                      <a:pt x="5242" y="3"/>
                    </a:lnTo>
                    <a:lnTo>
                      <a:pt x="5218" y="1"/>
                    </a:lnTo>
                    <a:lnTo>
                      <a:pt x="5191" y="0"/>
                    </a:lnTo>
                    <a:lnTo>
                      <a:pt x="5173" y="1"/>
                    </a:lnTo>
                    <a:lnTo>
                      <a:pt x="5156" y="2"/>
                    </a:lnTo>
                    <a:lnTo>
                      <a:pt x="5139" y="4"/>
                    </a:lnTo>
                    <a:lnTo>
                      <a:pt x="5122" y="6"/>
                    </a:lnTo>
                    <a:lnTo>
                      <a:pt x="5106" y="9"/>
                    </a:lnTo>
                    <a:lnTo>
                      <a:pt x="5090" y="13"/>
                    </a:lnTo>
                    <a:lnTo>
                      <a:pt x="5075" y="17"/>
                    </a:lnTo>
                    <a:lnTo>
                      <a:pt x="5059" y="23"/>
                    </a:lnTo>
                    <a:lnTo>
                      <a:pt x="5045" y="29"/>
                    </a:lnTo>
                    <a:lnTo>
                      <a:pt x="5031" y="35"/>
                    </a:lnTo>
                    <a:lnTo>
                      <a:pt x="5016" y="42"/>
                    </a:lnTo>
                    <a:lnTo>
                      <a:pt x="5003" y="50"/>
                    </a:lnTo>
                    <a:lnTo>
                      <a:pt x="4989" y="59"/>
                    </a:lnTo>
                    <a:lnTo>
                      <a:pt x="4977" y="68"/>
                    </a:lnTo>
                    <a:lnTo>
                      <a:pt x="4966" y="77"/>
                    </a:lnTo>
                    <a:lnTo>
                      <a:pt x="4955" y="87"/>
                    </a:lnTo>
                    <a:lnTo>
                      <a:pt x="4943" y="99"/>
                    </a:lnTo>
                    <a:lnTo>
                      <a:pt x="4933" y="110"/>
                    </a:lnTo>
                    <a:lnTo>
                      <a:pt x="4924" y="122"/>
                    </a:lnTo>
                    <a:lnTo>
                      <a:pt x="4914" y="135"/>
                    </a:lnTo>
                    <a:lnTo>
                      <a:pt x="4906" y="148"/>
                    </a:lnTo>
                    <a:lnTo>
                      <a:pt x="4898" y="162"/>
                    </a:lnTo>
                    <a:lnTo>
                      <a:pt x="4891" y="176"/>
                    </a:lnTo>
                    <a:lnTo>
                      <a:pt x="4885" y="190"/>
                    </a:lnTo>
                    <a:lnTo>
                      <a:pt x="4879" y="206"/>
                    </a:lnTo>
                    <a:lnTo>
                      <a:pt x="4873" y="222"/>
                    </a:lnTo>
                    <a:lnTo>
                      <a:pt x="4869" y="239"/>
                    </a:lnTo>
                    <a:lnTo>
                      <a:pt x="4866" y="255"/>
                    </a:lnTo>
                    <a:lnTo>
                      <a:pt x="4863" y="273"/>
                    </a:lnTo>
                    <a:lnTo>
                      <a:pt x="4861" y="290"/>
                    </a:lnTo>
                    <a:lnTo>
                      <a:pt x="4860" y="309"/>
                    </a:lnTo>
                    <a:lnTo>
                      <a:pt x="4859" y="328"/>
                    </a:lnTo>
                    <a:lnTo>
                      <a:pt x="4860" y="346"/>
                    </a:lnTo>
                    <a:lnTo>
                      <a:pt x="4861" y="362"/>
                    </a:lnTo>
                    <a:lnTo>
                      <a:pt x="4862" y="380"/>
                    </a:lnTo>
                    <a:lnTo>
                      <a:pt x="4865" y="395"/>
                    </a:lnTo>
                    <a:lnTo>
                      <a:pt x="4868" y="412"/>
                    </a:lnTo>
                    <a:lnTo>
                      <a:pt x="4871" y="427"/>
                    </a:lnTo>
                    <a:lnTo>
                      <a:pt x="4876" y="441"/>
                    </a:lnTo>
                    <a:lnTo>
                      <a:pt x="4881" y="457"/>
                    </a:lnTo>
                    <a:lnTo>
                      <a:pt x="4887" y="470"/>
                    </a:lnTo>
                    <a:lnTo>
                      <a:pt x="4893" y="484"/>
                    </a:lnTo>
                    <a:lnTo>
                      <a:pt x="4900" y="497"/>
                    </a:lnTo>
                    <a:lnTo>
                      <a:pt x="4907" y="509"/>
                    </a:lnTo>
                    <a:lnTo>
                      <a:pt x="4915" y="522"/>
                    </a:lnTo>
                    <a:lnTo>
                      <a:pt x="4925" y="534"/>
                    </a:lnTo>
                    <a:lnTo>
                      <a:pt x="4934" y="544"/>
                    </a:lnTo>
                    <a:lnTo>
                      <a:pt x="4943" y="555"/>
                    </a:lnTo>
                    <a:lnTo>
                      <a:pt x="4955" y="565"/>
                    </a:lnTo>
                    <a:lnTo>
                      <a:pt x="4965" y="574"/>
                    </a:lnTo>
                    <a:lnTo>
                      <a:pt x="4977" y="583"/>
                    </a:lnTo>
                    <a:lnTo>
                      <a:pt x="4989" y="592"/>
                    </a:lnTo>
                    <a:lnTo>
                      <a:pt x="5002" y="599"/>
                    </a:lnTo>
                    <a:lnTo>
                      <a:pt x="5015" y="606"/>
                    </a:lnTo>
                    <a:lnTo>
                      <a:pt x="5029" y="612"/>
                    </a:lnTo>
                    <a:lnTo>
                      <a:pt x="5043" y="618"/>
                    </a:lnTo>
                    <a:lnTo>
                      <a:pt x="5058" y="623"/>
                    </a:lnTo>
                    <a:lnTo>
                      <a:pt x="5074" y="628"/>
                    </a:lnTo>
                    <a:lnTo>
                      <a:pt x="5089" y="632"/>
                    </a:lnTo>
                    <a:lnTo>
                      <a:pt x="5106" y="635"/>
                    </a:lnTo>
                    <a:lnTo>
                      <a:pt x="5122" y="637"/>
                    </a:lnTo>
                    <a:lnTo>
                      <a:pt x="5139" y="639"/>
                    </a:lnTo>
                    <a:lnTo>
                      <a:pt x="5158" y="640"/>
                    </a:lnTo>
                    <a:lnTo>
                      <a:pt x="5175" y="641"/>
                    </a:lnTo>
                    <a:lnTo>
                      <a:pt x="5203" y="640"/>
                    </a:lnTo>
                    <a:lnTo>
                      <a:pt x="5229" y="638"/>
                    </a:lnTo>
                    <a:lnTo>
                      <a:pt x="5253" y="635"/>
                    </a:lnTo>
                    <a:lnTo>
                      <a:pt x="5274" y="632"/>
                    </a:lnTo>
                    <a:lnTo>
                      <a:pt x="5294" y="628"/>
                    </a:lnTo>
                    <a:lnTo>
                      <a:pt x="5310" y="622"/>
                    </a:lnTo>
                    <a:lnTo>
                      <a:pt x="5324" y="617"/>
                    </a:lnTo>
                    <a:lnTo>
                      <a:pt x="5337" y="612"/>
                    </a:lnTo>
                    <a:lnTo>
                      <a:pt x="5318" y="523"/>
                    </a:lnTo>
                    <a:close/>
                    <a:moveTo>
                      <a:pt x="4374" y="631"/>
                    </a:moveTo>
                    <a:lnTo>
                      <a:pt x="4374" y="408"/>
                    </a:lnTo>
                    <a:lnTo>
                      <a:pt x="4374" y="371"/>
                    </a:lnTo>
                    <a:lnTo>
                      <a:pt x="4374" y="335"/>
                    </a:lnTo>
                    <a:lnTo>
                      <a:pt x="4374" y="301"/>
                    </a:lnTo>
                    <a:lnTo>
                      <a:pt x="4373" y="269"/>
                    </a:lnTo>
                    <a:lnTo>
                      <a:pt x="4372" y="237"/>
                    </a:lnTo>
                    <a:lnTo>
                      <a:pt x="4371" y="205"/>
                    </a:lnTo>
                    <a:lnTo>
                      <a:pt x="4370" y="175"/>
                    </a:lnTo>
                    <a:lnTo>
                      <a:pt x="4369" y="144"/>
                    </a:lnTo>
                    <a:lnTo>
                      <a:pt x="4371" y="144"/>
                    </a:lnTo>
                    <a:lnTo>
                      <a:pt x="4383" y="170"/>
                    </a:lnTo>
                    <a:lnTo>
                      <a:pt x="4396" y="198"/>
                    </a:lnTo>
                    <a:lnTo>
                      <a:pt x="4410" y="224"/>
                    </a:lnTo>
                    <a:lnTo>
                      <a:pt x="4423" y="251"/>
                    </a:lnTo>
                    <a:lnTo>
                      <a:pt x="4438" y="279"/>
                    </a:lnTo>
                    <a:lnTo>
                      <a:pt x="4453" y="306"/>
                    </a:lnTo>
                    <a:lnTo>
                      <a:pt x="4468" y="332"/>
                    </a:lnTo>
                    <a:lnTo>
                      <a:pt x="4483" y="358"/>
                    </a:lnTo>
                    <a:lnTo>
                      <a:pt x="4644" y="631"/>
                    </a:lnTo>
                    <a:lnTo>
                      <a:pt x="4761" y="631"/>
                    </a:lnTo>
                    <a:lnTo>
                      <a:pt x="4761" y="10"/>
                    </a:lnTo>
                    <a:lnTo>
                      <a:pt x="4657" y="10"/>
                    </a:lnTo>
                    <a:lnTo>
                      <a:pt x="4657" y="226"/>
                    </a:lnTo>
                    <a:lnTo>
                      <a:pt x="4657" y="261"/>
                    </a:lnTo>
                    <a:lnTo>
                      <a:pt x="4658" y="295"/>
                    </a:lnTo>
                    <a:lnTo>
                      <a:pt x="4658" y="328"/>
                    </a:lnTo>
                    <a:lnTo>
                      <a:pt x="4659" y="360"/>
                    </a:lnTo>
                    <a:lnTo>
                      <a:pt x="4661" y="391"/>
                    </a:lnTo>
                    <a:lnTo>
                      <a:pt x="4662" y="422"/>
                    </a:lnTo>
                    <a:lnTo>
                      <a:pt x="4665" y="453"/>
                    </a:lnTo>
                    <a:lnTo>
                      <a:pt x="4667" y="484"/>
                    </a:lnTo>
                    <a:lnTo>
                      <a:pt x="4665" y="485"/>
                    </a:lnTo>
                    <a:lnTo>
                      <a:pt x="4653" y="459"/>
                    </a:lnTo>
                    <a:lnTo>
                      <a:pt x="4642" y="433"/>
                    </a:lnTo>
                    <a:lnTo>
                      <a:pt x="4630" y="407"/>
                    </a:lnTo>
                    <a:lnTo>
                      <a:pt x="4616" y="381"/>
                    </a:lnTo>
                    <a:lnTo>
                      <a:pt x="4603" y="355"/>
                    </a:lnTo>
                    <a:lnTo>
                      <a:pt x="4589" y="328"/>
                    </a:lnTo>
                    <a:lnTo>
                      <a:pt x="4574" y="302"/>
                    </a:lnTo>
                    <a:lnTo>
                      <a:pt x="4559" y="277"/>
                    </a:lnTo>
                    <a:lnTo>
                      <a:pt x="4399" y="10"/>
                    </a:lnTo>
                    <a:lnTo>
                      <a:pt x="4270" y="10"/>
                    </a:lnTo>
                    <a:lnTo>
                      <a:pt x="4270" y="631"/>
                    </a:lnTo>
                    <a:lnTo>
                      <a:pt x="4374" y="631"/>
                    </a:lnTo>
                    <a:close/>
                    <a:moveTo>
                      <a:pt x="3827" y="369"/>
                    </a:moveTo>
                    <a:lnTo>
                      <a:pt x="3876" y="216"/>
                    </a:lnTo>
                    <a:lnTo>
                      <a:pt x="3884" y="187"/>
                    </a:lnTo>
                    <a:lnTo>
                      <a:pt x="3891" y="158"/>
                    </a:lnTo>
                    <a:lnTo>
                      <a:pt x="3898" y="129"/>
                    </a:lnTo>
                    <a:lnTo>
                      <a:pt x="3905" y="100"/>
                    </a:lnTo>
                    <a:lnTo>
                      <a:pt x="3908" y="100"/>
                    </a:lnTo>
                    <a:lnTo>
                      <a:pt x="3915" y="128"/>
                    </a:lnTo>
                    <a:lnTo>
                      <a:pt x="3922" y="157"/>
                    </a:lnTo>
                    <a:lnTo>
                      <a:pt x="3930" y="187"/>
                    </a:lnTo>
                    <a:lnTo>
                      <a:pt x="3938" y="217"/>
                    </a:lnTo>
                    <a:lnTo>
                      <a:pt x="3988" y="369"/>
                    </a:lnTo>
                    <a:lnTo>
                      <a:pt x="3827" y="369"/>
                    </a:lnTo>
                    <a:close/>
                    <a:moveTo>
                      <a:pt x="4006" y="456"/>
                    </a:moveTo>
                    <a:lnTo>
                      <a:pt x="4063" y="631"/>
                    </a:lnTo>
                    <a:lnTo>
                      <a:pt x="4184" y="631"/>
                    </a:lnTo>
                    <a:lnTo>
                      <a:pt x="3983" y="10"/>
                    </a:lnTo>
                    <a:lnTo>
                      <a:pt x="3839" y="10"/>
                    </a:lnTo>
                    <a:lnTo>
                      <a:pt x="3639" y="631"/>
                    </a:lnTo>
                    <a:lnTo>
                      <a:pt x="3756" y="631"/>
                    </a:lnTo>
                    <a:lnTo>
                      <a:pt x="3809" y="456"/>
                    </a:lnTo>
                    <a:lnTo>
                      <a:pt x="4006" y="456"/>
                    </a:lnTo>
                    <a:close/>
                    <a:moveTo>
                      <a:pt x="3389" y="631"/>
                    </a:moveTo>
                    <a:lnTo>
                      <a:pt x="3502" y="631"/>
                    </a:lnTo>
                    <a:lnTo>
                      <a:pt x="3502" y="105"/>
                    </a:lnTo>
                    <a:lnTo>
                      <a:pt x="3680" y="105"/>
                    </a:lnTo>
                    <a:lnTo>
                      <a:pt x="3680" y="10"/>
                    </a:lnTo>
                    <a:lnTo>
                      <a:pt x="3211" y="10"/>
                    </a:lnTo>
                    <a:lnTo>
                      <a:pt x="3211" y="105"/>
                    </a:lnTo>
                    <a:lnTo>
                      <a:pt x="3389" y="105"/>
                    </a:lnTo>
                    <a:lnTo>
                      <a:pt x="3389" y="631"/>
                    </a:lnTo>
                    <a:close/>
                    <a:moveTo>
                      <a:pt x="2906" y="631"/>
                    </a:moveTo>
                    <a:lnTo>
                      <a:pt x="3275" y="631"/>
                    </a:lnTo>
                    <a:lnTo>
                      <a:pt x="3275" y="536"/>
                    </a:lnTo>
                    <a:lnTo>
                      <a:pt x="3020" y="536"/>
                    </a:lnTo>
                    <a:lnTo>
                      <a:pt x="3020" y="10"/>
                    </a:lnTo>
                    <a:lnTo>
                      <a:pt x="2906" y="10"/>
                    </a:lnTo>
                    <a:lnTo>
                      <a:pt x="2906" y="631"/>
                    </a:lnTo>
                    <a:close/>
                    <a:moveTo>
                      <a:pt x="2293" y="10"/>
                    </a:moveTo>
                    <a:lnTo>
                      <a:pt x="2293" y="365"/>
                    </a:lnTo>
                    <a:lnTo>
                      <a:pt x="2293" y="383"/>
                    </a:lnTo>
                    <a:lnTo>
                      <a:pt x="2294" y="400"/>
                    </a:lnTo>
                    <a:lnTo>
                      <a:pt x="2295" y="417"/>
                    </a:lnTo>
                    <a:lnTo>
                      <a:pt x="2297" y="433"/>
                    </a:lnTo>
                    <a:lnTo>
                      <a:pt x="2299" y="449"/>
                    </a:lnTo>
                    <a:lnTo>
                      <a:pt x="2303" y="463"/>
                    </a:lnTo>
                    <a:lnTo>
                      <a:pt x="2306" y="477"/>
                    </a:lnTo>
                    <a:lnTo>
                      <a:pt x="2310" y="491"/>
                    </a:lnTo>
                    <a:lnTo>
                      <a:pt x="2314" y="503"/>
                    </a:lnTo>
                    <a:lnTo>
                      <a:pt x="2319" y="515"/>
                    </a:lnTo>
                    <a:lnTo>
                      <a:pt x="2324" y="528"/>
                    </a:lnTo>
                    <a:lnTo>
                      <a:pt x="2330" y="538"/>
                    </a:lnTo>
                    <a:lnTo>
                      <a:pt x="2336" y="548"/>
                    </a:lnTo>
                    <a:lnTo>
                      <a:pt x="2343" y="559"/>
                    </a:lnTo>
                    <a:lnTo>
                      <a:pt x="2350" y="568"/>
                    </a:lnTo>
                    <a:lnTo>
                      <a:pt x="2357" y="576"/>
                    </a:lnTo>
                    <a:lnTo>
                      <a:pt x="2365" y="584"/>
                    </a:lnTo>
                    <a:lnTo>
                      <a:pt x="2373" y="592"/>
                    </a:lnTo>
                    <a:lnTo>
                      <a:pt x="2383" y="599"/>
                    </a:lnTo>
                    <a:lnTo>
                      <a:pt x="2392" y="605"/>
                    </a:lnTo>
                    <a:lnTo>
                      <a:pt x="2401" y="611"/>
                    </a:lnTo>
                    <a:lnTo>
                      <a:pt x="2411" y="616"/>
                    </a:lnTo>
                    <a:lnTo>
                      <a:pt x="2422" y="621"/>
                    </a:lnTo>
                    <a:lnTo>
                      <a:pt x="2432" y="625"/>
                    </a:lnTo>
                    <a:lnTo>
                      <a:pt x="2443" y="629"/>
                    </a:lnTo>
                    <a:lnTo>
                      <a:pt x="2455" y="633"/>
                    </a:lnTo>
                    <a:lnTo>
                      <a:pt x="2466" y="635"/>
                    </a:lnTo>
                    <a:lnTo>
                      <a:pt x="2478" y="637"/>
                    </a:lnTo>
                    <a:lnTo>
                      <a:pt x="2503" y="640"/>
                    </a:lnTo>
                    <a:lnTo>
                      <a:pt x="2530" y="641"/>
                    </a:lnTo>
                    <a:lnTo>
                      <a:pt x="2543" y="641"/>
                    </a:lnTo>
                    <a:lnTo>
                      <a:pt x="2556" y="640"/>
                    </a:lnTo>
                    <a:lnTo>
                      <a:pt x="2570" y="639"/>
                    </a:lnTo>
                    <a:lnTo>
                      <a:pt x="2583" y="637"/>
                    </a:lnTo>
                    <a:lnTo>
                      <a:pt x="2595" y="635"/>
                    </a:lnTo>
                    <a:lnTo>
                      <a:pt x="2608" y="632"/>
                    </a:lnTo>
                    <a:lnTo>
                      <a:pt x="2619" y="629"/>
                    </a:lnTo>
                    <a:lnTo>
                      <a:pt x="2631" y="624"/>
                    </a:lnTo>
                    <a:lnTo>
                      <a:pt x="2643" y="620"/>
                    </a:lnTo>
                    <a:lnTo>
                      <a:pt x="2653" y="615"/>
                    </a:lnTo>
                    <a:lnTo>
                      <a:pt x="2663" y="610"/>
                    </a:lnTo>
                    <a:lnTo>
                      <a:pt x="2673" y="604"/>
                    </a:lnTo>
                    <a:lnTo>
                      <a:pt x="2683" y="598"/>
                    </a:lnTo>
                    <a:lnTo>
                      <a:pt x="2692" y="591"/>
                    </a:lnTo>
                    <a:lnTo>
                      <a:pt x="2701" y="582"/>
                    </a:lnTo>
                    <a:lnTo>
                      <a:pt x="2709" y="574"/>
                    </a:lnTo>
                    <a:lnTo>
                      <a:pt x="2718" y="566"/>
                    </a:lnTo>
                    <a:lnTo>
                      <a:pt x="2725" y="557"/>
                    </a:lnTo>
                    <a:lnTo>
                      <a:pt x="2732" y="546"/>
                    </a:lnTo>
                    <a:lnTo>
                      <a:pt x="2738" y="536"/>
                    </a:lnTo>
                    <a:lnTo>
                      <a:pt x="2744" y="525"/>
                    </a:lnTo>
                    <a:lnTo>
                      <a:pt x="2750" y="513"/>
                    </a:lnTo>
                    <a:lnTo>
                      <a:pt x="2755" y="501"/>
                    </a:lnTo>
                    <a:lnTo>
                      <a:pt x="2760" y="489"/>
                    </a:lnTo>
                    <a:lnTo>
                      <a:pt x="2764" y="475"/>
                    </a:lnTo>
                    <a:lnTo>
                      <a:pt x="2767" y="461"/>
                    </a:lnTo>
                    <a:lnTo>
                      <a:pt x="2770" y="446"/>
                    </a:lnTo>
                    <a:lnTo>
                      <a:pt x="2772" y="431"/>
                    </a:lnTo>
                    <a:lnTo>
                      <a:pt x="2774" y="416"/>
                    </a:lnTo>
                    <a:lnTo>
                      <a:pt x="2776" y="399"/>
                    </a:lnTo>
                    <a:lnTo>
                      <a:pt x="2777" y="383"/>
                    </a:lnTo>
                    <a:lnTo>
                      <a:pt x="2777" y="364"/>
                    </a:lnTo>
                    <a:lnTo>
                      <a:pt x="2777" y="10"/>
                    </a:lnTo>
                    <a:lnTo>
                      <a:pt x="2664" y="10"/>
                    </a:lnTo>
                    <a:lnTo>
                      <a:pt x="2664" y="372"/>
                    </a:lnTo>
                    <a:lnTo>
                      <a:pt x="2663" y="394"/>
                    </a:lnTo>
                    <a:lnTo>
                      <a:pt x="2661" y="415"/>
                    </a:lnTo>
                    <a:lnTo>
                      <a:pt x="2659" y="433"/>
                    </a:lnTo>
                    <a:lnTo>
                      <a:pt x="2655" y="451"/>
                    </a:lnTo>
                    <a:lnTo>
                      <a:pt x="2650" y="467"/>
                    </a:lnTo>
                    <a:lnTo>
                      <a:pt x="2644" y="481"/>
                    </a:lnTo>
                    <a:lnTo>
                      <a:pt x="2638" y="495"/>
                    </a:lnTo>
                    <a:lnTo>
                      <a:pt x="2629" y="506"/>
                    </a:lnTo>
                    <a:lnTo>
                      <a:pt x="2620" y="516"/>
                    </a:lnTo>
                    <a:lnTo>
                      <a:pt x="2611" y="526"/>
                    </a:lnTo>
                    <a:lnTo>
                      <a:pt x="2600" y="533"/>
                    </a:lnTo>
                    <a:lnTo>
                      <a:pt x="2588" y="539"/>
                    </a:lnTo>
                    <a:lnTo>
                      <a:pt x="2576" y="544"/>
                    </a:lnTo>
                    <a:lnTo>
                      <a:pt x="2563" y="547"/>
                    </a:lnTo>
                    <a:lnTo>
                      <a:pt x="2548" y="549"/>
                    </a:lnTo>
                    <a:lnTo>
                      <a:pt x="2534" y="549"/>
                    </a:lnTo>
                    <a:lnTo>
                      <a:pt x="2519" y="549"/>
                    </a:lnTo>
                    <a:lnTo>
                      <a:pt x="2506" y="547"/>
                    </a:lnTo>
                    <a:lnTo>
                      <a:pt x="2493" y="543"/>
                    </a:lnTo>
                    <a:lnTo>
                      <a:pt x="2481" y="539"/>
                    </a:lnTo>
                    <a:lnTo>
                      <a:pt x="2470" y="533"/>
                    </a:lnTo>
                    <a:lnTo>
                      <a:pt x="2460" y="526"/>
                    </a:lnTo>
                    <a:lnTo>
                      <a:pt x="2449" y="516"/>
                    </a:lnTo>
                    <a:lnTo>
                      <a:pt x="2441" y="506"/>
                    </a:lnTo>
                    <a:lnTo>
                      <a:pt x="2433" y="495"/>
                    </a:lnTo>
                    <a:lnTo>
                      <a:pt x="2426" y="481"/>
                    </a:lnTo>
                    <a:lnTo>
                      <a:pt x="2421" y="467"/>
                    </a:lnTo>
                    <a:lnTo>
                      <a:pt x="2416" y="451"/>
                    </a:lnTo>
                    <a:lnTo>
                      <a:pt x="2411" y="433"/>
                    </a:lnTo>
                    <a:lnTo>
                      <a:pt x="2408" y="415"/>
                    </a:lnTo>
                    <a:lnTo>
                      <a:pt x="2406" y="394"/>
                    </a:lnTo>
                    <a:lnTo>
                      <a:pt x="2406" y="372"/>
                    </a:lnTo>
                    <a:lnTo>
                      <a:pt x="2406" y="10"/>
                    </a:lnTo>
                    <a:lnTo>
                      <a:pt x="2293" y="10"/>
                    </a:lnTo>
                    <a:close/>
                    <a:moveTo>
                      <a:pt x="1789" y="601"/>
                    </a:moveTo>
                    <a:lnTo>
                      <a:pt x="1803" y="609"/>
                    </a:lnTo>
                    <a:lnTo>
                      <a:pt x="1821" y="616"/>
                    </a:lnTo>
                    <a:lnTo>
                      <a:pt x="1840" y="622"/>
                    </a:lnTo>
                    <a:lnTo>
                      <a:pt x="1861" y="629"/>
                    </a:lnTo>
                    <a:lnTo>
                      <a:pt x="1883" y="634"/>
                    </a:lnTo>
                    <a:lnTo>
                      <a:pt x="1908" y="637"/>
                    </a:lnTo>
                    <a:lnTo>
                      <a:pt x="1932" y="640"/>
                    </a:lnTo>
                    <a:lnTo>
                      <a:pt x="1956" y="641"/>
                    </a:lnTo>
                    <a:lnTo>
                      <a:pt x="1986" y="640"/>
                    </a:lnTo>
                    <a:lnTo>
                      <a:pt x="2013" y="637"/>
                    </a:lnTo>
                    <a:lnTo>
                      <a:pt x="2025" y="635"/>
                    </a:lnTo>
                    <a:lnTo>
                      <a:pt x="2037" y="632"/>
                    </a:lnTo>
                    <a:lnTo>
                      <a:pt x="2050" y="629"/>
                    </a:lnTo>
                    <a:lnTo>
                      <a:pt x="2061" y="625"/>
                    </a:lnTo>
                    <a:lnTo>
                      <a:pt x="2071" y="621"/>
                    </a:lnTo>
                    <a:lnTo>
                      <a:pt x="2082" y="617"/>
                    </a:lnTo>
                    <a:lnTo>
                      <a:pt x="2092" y="613"/>
                    </a:lnTo>
                    <a:lnTo>
                      <a:pt x="2101" y="608"/>
                    </a:lnTo>
                    <a:lnTo>
                      <a:pt x="2110" y="603"/>
                    </a:lnTo>
                    <a:lnTo>
                      <a:pt x="2119" y="597"/>
                    </a:lnTo>
                    <a:lnTo>
                      <a:pt x="2127" y="591"/>
                    </a:lnTo>
                    <a:lnTo>
                      <a:pt x="2134" y="584"/>
                    </a:lnTo>
                    <a:lnTo>
                      <a:pt x="2141" y="578"/>
                    </a:lnTo>
                    <a:lnTo>
                      <a:pt x="2147" y="571"/>
                    </a:lnTo>
                    <a:lnTo>
                      <a:pt x="2154" y="564"/>
                    </a:lnTo>
                    <a:lnTo>
                      <a:pt x="2160" y="557"/>
                    </a:lnTo>
                    <a:lnTo>
                      <a:pt x="2170" y="541"/>
                    </a:lnTo>
                    <a:lnTo>
                      <a:pt x="2177" y="526"/>
                    </a:lnTo>
                    <a:lnTo>
                      <a:pt x="2183" y="508"/>
                    </a:lnTo>
                    <a:lnTo>
                      <a:pt x="2189" y="491"/>
                    </a:lnTo>
                    <a:lnTo>
                      <a:pt x="2191" y="472"/>
                    </a:lnTo>
                    <a:lnTo>
                      <a:pt x="2192" y="454"/>
                    </a:lnTo>
                    <a:lnTo>
                      <a:pt x="2192" y="437"/>
                    </a:lnTo>
                    <a:lnTo>
                      <a:pt x="2190" y="422"/>
                    </a:lnTo>
                    <a:lnTo>
                      <a:pt x="2186" y="407"/>
                    </a:lnTo>
                    <a:lnTo>
                      <a:pt x="2182" y="393"/>
                    </a:lnTo>
                    <a:lnTo>
                      <a:pt x="2176" y="380"/>
                    </a:lnTo>
                    <a:lnTo>
                      <a:pt x="2170" y="367"/>
                    </a:lnTo>
                    <a:lnTo>
                      <a:pt x="2162" y="355"/>
                    </a:lnTo>
                    <a:lnTo>
                      <a:pt x="2153" y="344"/>
                    </a:lnTo>
                    <a:lnTo>
                      <a:pt x="2142" y="332"/>
                    </a:lnTo>
                    <a:lnTo>
                      <a:pt x="2130" y="322"/>
                    </a:lnTo>
                    <a:lnTo>
                      <a:pt x="2117" y="313"/>
                    </a:lnTo>
                    <a:lnTo>
                      <a:pt x="2102" y="303"/>
                    </a:lnTo>
                    <a:lnTo>
                      <a:pt x="2087" y="294"/>
                    </a:lnTo>
                    <a:lnTo>
                      <a:pt x="2070" y="286"/>
                    </a:lnTo>
                    <a:lnTo>
                      <a:pt x="2052" y="278"/>
                    </a:lnTo>
                    <a:lnTo>
                      <a:pt x="2032" y="270"/>
                    </a:lnTo>
                    <a:lnTo>
                      <a:pt x="2004" y="258"/>
                    </a:lnTo>
                    <a:lnTo>
                      <a:pt x="1979" y="247"/>
                    </a:lnTo>
                    <a:lnTo>
                      <a:pt x="1969" y="242"/>
                    </a:lnTo>
                    <a:lnTo>
                      <a:pt x="1958" y="236"/>
                    </a:lnTo>
                    <a:lnTo>
                      <a:pt x="1950" y="230"/>
                    </a:lnTo>
                    <a:lnTo>
                      <a:pt x="1942" y="224"/>
                    </a:lnTo>
                    <a:lnTo>
                      <a:pt x="1936" y="219"/>
                    </a:lnTo>
                    <a:lnTo>
                      <a:pt x="1930" y="213"/>
                    </a:lnTo>
                    <a:lnTo>
                      <a:pt x="1924" y="206"/>
                    </a:lnTo>
                    <a:lnTo>
                      <a:pt x="1920" y="200"/>
                    </a:lnTo>
                    <a:lnTo>
                      <a:pt x="1917" y="192"/>
                    </a:lnTo>
                    <a:lnTo>
                      <a:pt x="1915" y="184"/>
                    </a:lnTo>
                    <a:lnTo>
                      <a:pt x="1914" y="177"/>
                    </a:lnTo>
                    <a:lnTo>
                      <a:pt x="1914" y="168"/>
                    </a:lnTo>
                    <a:lnTo>
                      <a:pt x="1914" y="162"/>
                    </a:lnTo>
                    <a:lnTo>
                      <a:pt x="1915" y="154"/>
                    </a:lnTo>
                    <a:lnTo>
                      <a:pt x="1917" y="147"/>
                    </a:lnTo>
                    <a:lnTo>
                      <a:pt x="1919" y="141"/>
                    </a:lnTo>
                    <a:lnTo>
                      <a:pt x="1923" y="135"/>
                    </a:lnTo>
                    <a:lnTo>
                      <a:pt x="1928" y="129"/>
                    </a:lnTo>
                    <a:lnTo>
                      <a:pt x="1933" y="122"/>
                    </a:lnTo>
                    <a:lnTo>
                      <a:pt x="1938" y="117"/>
                    </a:lnTo>
                    <a:lnTo>
                      <a:pt x="1945" y="112"/>
                    </a:lnTo>
                    <a:lnTo>
                      <a:pt x="1952" y="107"/>
                    </a:lnTo>
                    <a:lnTo>
                      <a:pt x="1960" y="103"/>
                    </a:lnTo>
                    <a:lnTo>
                      <a:pt x="1970" y="100"/>
                    </a:lnTo>
                    <a:lnTo>
                      <a:pt x="1980" y="97"/>
                    </a:lnTo>
                    <a:lnTo>
                      <a:pt x="1991" y="95"/>
                    </a:lnTo>
                    <a:lnTo>
                      <a:pt x="2004" y="94"/>
                    </a:lnTo>
                    <a:lnTo>
                      <a:pt x="2016" y="94"/>
                    </a:lnTo>
                    <a:lnTo>
                      <a:pt x="2037" y="94"/>
                    </a:lnTo>
                    <a:lnTo>
                      <a:pt x="2057" y="96"/>
                    </a:lnTo>
                    <a:lnTo>
                      <a:pt x="2075" y="100"/>
                    </a:lnTo>
                    <a:lnTo>
                      <a:pt x="2092" y="104"/>
                    </a:lnTo>
                    <a:lnTo>
                      <a:pt x="2106" y="108"/>
                    </a:lnTo>
                    <a:lnTo>
                      <a:pt x="2120" y="113"/>
                    </a:lnTo>
                    <a:lnTo>
                      <a:pt x="2131" y="118"/>
                    </a:lnTo>
                    <a:lnTo>
                      <a:pt x="2140" y="122"/>
                    </a:lnTo>
                    <a:lnTo>
                      <a:pt x="2167" y="31"/>
                    </a:lnTo>
                    <a:lnTo>
                      <a:pt x="2155" y="25"/>
                    </a:lnTo>
                    <a:lnTo>
                      <a:pt x="2139" y="20"/>
                    </a:lnTo>
                    <a:lnTo>
                      <a:pt x="2124" y="14"/>
                    </a:lnTo>
                    <a:lnTo>
                      <a:pt x="2106" y="9"/>
                    </a:lnTo>
                    <a:lnTo>
                      <a:pt x="2087" y="6"/>
                    </a:lnTo>
                    <a:lnTo>
                      <a:pt x="2065" y="3"/>
                    </a:lnTo>
                    <a:lnTo>
                      <a:pt x="2043" y="1"/>
                    </a:lnTo>
                    <a:lnTo>
                      <a:pt x="2019" y="0"/>
                    </a:lnTo>
                    <a:lnTo>
                      <a:pt x="1994" y="1"/>
                    </a:lnTo>
                    <a:lnTo>
                      <a:pt x="1971" y="4"/>
                    </a:lnTo>
                    <a:lnTo>
                      <a:pt x="1948" y="8"/>
                    </a:lnTo>
                    <a:lnTo>
                      <a:pt x="1928" y="14"/>
                    </a:lnTo>
                    <a:lnTo>
                      <a:pt x="1908" y="22"/>
                    </a:lnTo>
                    <a:lnTo>
                      <a:pt x="1890" y="30"/>
                    </a:lnTo>
                    <a:lnTo>
                      <a:pt x="1873" y="40"/>
                    </a:lnTo>
                    <a:lnTo>
                      <a:pt x="1859" y="51"/>
                    </a:lnTo>
                    <a:lnTo>
                      <a:pt x="1845" y="64"/>
                    </a:lnTo>
                    <a:lnTo>
                      <a:pt x="1833" y="77"/>
                    </a:lnTo>
                    <a:lnTo>
                      <a:pt x="1823" y="93"/>
                    </a:lnTo>
                    <a:lnTo>
                      <a:pt x="1815" y="108"/>
                    </a:lnTo>
                    <a:lnTo>
                      <a:pt x="1808" y="124"/>
                    </a:lnTo>
                    <a:lnTo>
                      <a:pt x="1803" y="142"/>
                    </a:lnTo>
                    <a:lnTo>
                      <a:pt x="1800" y="159"/>
                    </a:lnTo>
                    <a:lnTo>
                      <a:pt x="1799" y="179"/>
                    </a:lnTo>
                    <a:lnTo>
                      <a:pt x="1800" y="194"/>
                    </a:lnTo>
                    <a:lnTo>
                      <a:pt x="1802" y="211"/>
                    </a:lnTo>
                    <a:lnTo>
                      <a:pt x="1806" y="225"/>
                    </a:lnTo>
                    <a:lnTo>
                      <a:pt x="1811" y="240"/>
                    </a:lnTo>
                    <a:lnTo>
                      <a:pt x="1818" y="253"/>
                    </a:lnTo>
                    <a:lnTo>
                      <a:pt x="1825" y="265"/>
                    </a:lnTo>
                    <a:lnTo>
                      <a:pt x="1834" y="277"/>
                    </a:lnTo>
                    <a:lnTo>
                      <a:pt x="1844" y="288"/>
                    </a:lnTo>
                    <a:lnTo>
                      <a:pt x="1857" y="299"/>
                    </a:lnTo>
                    <a:lnTo>
                      <a:pt x="1869" y="310"/>
                    </a:lnTo>
                    <a:lnTo>
                      <a:pt x="1882" y="319"/>
                    </a:lnTo>
                    <a:lnTo>
                      <a:pt x="1898" y="328"/>
                    </a:lnTo>
                    <a:lnTo>
                      <a:pt x="1913" y="336"/>
                    </a:lnTo>
                    <a:lnTo>
                      <a:pt x="1931" y="345"/>
                    </a:lnTo>
                    <a:lnTo>
                      <a:pt x="1948" y="352"/>
                    </a:lnTo>
                    <a:lnTo>
                      <a:pt x="1967" y="359"/>
                    </a:lnTo>
                    <a:lnTo>
                      <a:pt x="1994" y="369"/>
                    </a:lnTo>
                    <a:lnTo>
                      <a:pt x="2017" y="381"/>
                    </a:lnTo>
                    <a:lnTo>
                      <a:pt x="2027" y="386"/>
                    </a:lnTo>
                    <a:lnTo>
                      <a:pt x="2036" y="392"/>
                    </a:lnTo>
                    <a:lnTo>
                      <a:pt x="2044" y="397"/>
                    </a:lnTo>
                    <a:lnTo>
                      <a:pt x="2051" y="403"/>
                    </a:lnTo>
                    <a:lnTo>
                      <a:pt x="2057" y="409"/>
                    </a:lnTo>
                    <a:lnTo>
                      <a:pt x="2062" y="417"/>
                    </a:lnTo>
                    <a:lnTo>
                      <a:pt x="2067" y="423"/>
                    </a:lnTo>
                    <a:lnTo>
                      <a:pt x="2070" y="430"/>
                    </a:lnTo>
                    <a:lnTo>
                      <a:pt x="2073" y="437"/>
                    </a:lnTo>
                    <a:lnTo>
                      <a:pt x="2075" y="445"/>
                    </a:lnTo>
                    <a:lnTo>
                      <a:pt x="2077" y="454"/>
                    </a:lnTo>
                    <a:lnTo>
                      <a:pt x="2077" y="462"/>
                    </a:lnTo>
                    <a:lnTo>
                      <a:pt x="2077" y="471"/>
                    </a:lnTo>
                    <a:lnTo>
                      <a:pt x="2074" y="480"/>
                    </a:lnTo>
                    <a:lnTo>
                      <a:pt x="2072" y="489"/>
                    </a:lnTo>
                    <a:lnTo>
                      <a:pt x="2069" y="497"/>
                    </a:lnTo>
                    <a:lnTo>
                      <a:pt x="2065" y="504"/>
                    </a:lnTo>
                    <a:lnTo>
                      <a:pt x="2060" y="511"/>
                    </a:lnTo>
                    <a:lnTo>
                      <a:pt x="2054" y="517"/>
                    </a:lnTo>
                    <a:lnTo>
                      <a:pt x="2048" y="524"/>
                    </a:lnTo>
                    <a:lnTo>
                      <a:pt x="2040" y="529"/>
                    </a:lnTo>
                    <a:lnTo>
                      <a:pt x="2031" y="533"/>
                    </a:lnTo>
                    <a:lnTo>
                      <a:pt x="2022" y="537"/>
                    </a:lnTo>
                    <a:lnTo>
                      <a:pt x="2012" y="540"/>
                    </a:lnTo>
                    <a:lnTo>
                      <a:pt x="2002" y="543"/>
                    </a:lnTo>
                    <a:lnTo>
                      <a:pt x="1989" y="545"/>
                    </a:lnTo>
                    <a:lnTo>
                      <a:pt x="1977" y="546"/>
                    </a:lnTo>
                    <a:lnTo>
                      <a:pt x="1965" y="546"/>
                    </a:lnTo>
                    <a:lnTo>
                      <a:pt x="1943" y="546"/>
                    </a:lnTo>
                    <a:lnTo>
                      <a:pt x="1921" y="543"/>
                    </a:lnTo>
                    <a:lnTo>
                      <a:pt x="1901" y="540"/>
                    </a:lnTo>
                    <a:lnTo>
                      <a:pt x="1881" y="535"/>
                    </a:lnTo>
                    <a:lnTo>
                      <a:pt x="1863" y="529"/>
                    </a:lnTo>
                    <a:lnTo>
                      <a:pt x="1845" y="523"/>
                    </a:lnTo>
                    <a:lnTo>
                      <a:pt x="1829" y="514"/>
                    </a:lnTo>
                    <a:lnTo>
                      <a:pt x="1815" y="507"/>
                    </a:lnTo>
                    <a:lnTo>
                      <a:pt x="1789" y="601"/>
                    </a:lnTo>
                    <a:close/>
                    <a:moveTo>
                      <a:pt x="1300" y="631"/>
                    </a:moveTo>
                    <a:lnTo>
                      <a:pt x="1300" y="408"/>
                    </a:lnTo>
                    <a:lnTo>
                      <a:pt x="1300" y="371"/>
                    </a:lnTo>
                    <a:lnTo>
                      <a:pt x="1299" y="335"/>
                    </a:lnTo>
                    <a:lnTo>
                      <a:pt x="1299" y="301"/>
                    </a:lnTo>
                    <a:lnTo>
                      <a:pt x="1298" y="269"/>
                    </a:lnTo>
                    <a:lnTo>
                      <a:pt x="1298" y="237"/>
                    </a:lnTo>
                    <a:lnTo>
                      <a:pt x="1297" y="205"/>
                    </a:lnTo>
                    <a:lnTo>
                      <a:pt x="1295" y="175"/>
                    </a:lnTo>
                    <a:lnTo>
                      <a:pt x="1294" y="144"/>
                    </a:lnTo>
                    <a:lnTo>
                      <a:pt x="1297" y="144"/>
                    </a:lnTo>
                    <a:lnTo>
                      <a:pt x="1308" y="170"/>
                    </a:lnTo>
                    <a:lnTo>
                      <a:pt x="1321" y="198"/>
                    </a:lnTo>
                    <a:lnTo>
                      <a:pt x="1335" y="224"/>
                    </a:lnTo>
                    <a:lnTo>
                      <a:pt x="1348" y="251"/>
                    </a:lnTo>
                    <a:lnTo>
                      <a:pt x="1362" y="279"/>
                    </a:lnTo>
                    <a:lnTo>
                      <a:pt x="1378" y="306"/>
                    </a:lnTo>
                    <a:lnTo>
                      <a:pt x="1392" y="332"/>
                    </a:lnTo>
                    <a:lnTo>
                      <a:pt x="1408" y="358"/>
                    </a:lnTo>
                    <a:lnTo>
                      <a:pt x="1569" y="631"/>
                    </a:lnTo>
                    <a:lnTo>
                      <a:pt x="1686" y="631"/>
                    </a:lnTo>
                    <a:lnTo>
                      <a:pt x="1686" y="10"/>
                    </a:lnTo>
                    <a:lnTo>
                      <a:pt x="1582" y="10"/>
                    </a:lnTo>
                    <a:lnTo>
                      <a:pt x="1582" y="226"/>
                    </a:lnTo>
                    <a:lnTo>
                      <a:pt x="1582" y="261"/>
                    </a:lnTo>
                    <a:lnTo>
                      <a:pt x="1582" y="295"/>
                    </a:lnTo>
                    <a:lnTo>
                      <a:pt x="1583" y="328"/>
                    </a:lnTo>
                    <a:lnTo>
                      <a:pt x="1584" y="360"/>
                    </a:lnTo>
                    <a:lnTo>
                      <a:pt x="1585" y="391"/>
                    </a:lnTo>
                    <a:lnTo>
                      <a:pt x="1587" y="422"/>
                    </a:lnTo>
                    <a:lnTo>
                      <a:pt x="1589" y="453"/>
                    </a:lnTo>
                    <a:lnTo>
                      <a:pt x="1592" y="484"/>
                    </a:lnTo>
                    <a:lnTo>
                      <a:pt x="1589" y="485"/>
                    </a:lnTo>
                    <a:lnTo>
                      <a:pt x="1578" y="459"/>
                    </a:lnTo>
                    <a:lnTo>
                      <a:pt x="1567" y="433"/>
                    </a:lnTo>
                    <a:lnTo>
                      <a:pt x="1555" y="407"/>
                    </a:lnTo>
                    <a:lnTo>
                      <a:pt x="1541" y="381"/>
                    </a:lnTo>
                    <a:lnTo>
                      <a:pt x="1528" y="355"/>
                    </a:lnTo>
                    <a:lnTo>
                      <a:pt x="1513" y="328"/>
                    </a:lnTo>
                    <a:lnTo>
                      <a:pt x="1499" y="302"/>
                    </a:lnTo>
                    <a:lnTo>
                      <a:pt x="1484" y="277"/>
                    </a:lnTo>
                    <a:lnTo>
                      <a:pt x="1324" y="10"/>
                    </a:lnTo>
                    <a:lnTo>
                      <a:pt x="1195" y="10"/>
                    </a:lnTo>
                    <a:lnTo>
                      <a:pt x="1195" y="631"/>
                    </a:lnTo>
                    <a:lnTo>
                      <a:pt x="1300" y="631"/>
                    </a:lnTo>
                    <a:close/>
                    <a:moveTo>
                      <a:pt x="804" y="550"/>
                    </a:moveTo>
                    <a:lnTo>
                      <a:pt x="795" y="549"/>
                    </a:lnTo>
                    <a:lnTo>
                      <a:pt x="785" y="549"/>
                    </a:lnTo>
                    <a:lnTo>
                      <a:pt x="776" y="547"/>
                    </a:lnTo>
                    <a:lnTo>
                      <a:pt x="766" y="545"/>
                    </a:lnTo>
                    <a:lnTo>
                      <a:pt x="757" y="543"/>
                    </a:lnTo>
                    <a:lnTo>
                      <a:pt x="749" y="540"/>
                    </a:lnTo>
                    <a:lnTo>
                      <a:pt x="741" y="536"/>
                    </a:lnTo>
                    <a:lnTo>
                      <a:pt x="733" y="532"/>
                    </a:lnTo>
                    <a:lnTo>
                      <a:pt x="724" y="527"/>
                    </a:lnTo>
                    <a:lnTo>
                      <a:pt x="717" y="523"/>
                    </a:lnTo>
                    <a:lnTo>
                      <a:pt x="710" y="516"/>
                    </a:lnTo>
                    <a:lnTo>
                      <a:pt x="703" y="510"/>
                    </a:lnTo>
                    <a:lnTo>
                      <a:pt x="690" y="497"/>
                    </a:lnTo>
                    <a:lnTo>
                      <a:pt x="679" y="482"/>
                    </a:lnTo>
                    <a:lnTo>
                      <a:pt x="668" y="466"/>
                    </a:lnTo>
                    <a:lnTo>
                      <a:pt x="660" y="449"/>
                    </a:lnTo>
                    <a:lnTo>
                      <a:pt x="651" y="430"/>
                    </a:lnTo>
                    <a:lnTo>
                      <a:pt x="645" y="410"/>
                    </a:lnTo>
                    <a:lnTo>
                      <a:pt x="640" y="389"/>
                    </a:lnTo>
                    <a:lnTo>
                      <a:pt x="637" y="367"/>
                    </a:lnTo>
                    <a:lnTo>
                      <a:pt x="634" y="346"/>
                    </a:lnTo>
                    <a:lnTo>
                      <a:pt x="634" y="322"/>
                    </a:lnTo>
                    <a:lnTo>
                      <a:pt x="634" y="299"/>
                    </a:lnTo>
                    <a:lnTo>
                      <a:pt x="636" y="277"/>
                    </a:lnTo>
                    <a:lnTo>
                      <a:pt x="640" y="255"/>
                    </a:lnTo>
                    <a:lnTo>
                      <a:pt x="645" y="235"/>
                    </a:lnTo>
                    <a:lnTo>
                      <a:pt x="651" y="214"/>
                    </a:lnTo>
                    <a:lnTo>
                      <a:pt x="659" y="194"/>
                    </a:lnTo>
                    <a:lnTo>
                      <a:pt x="668" y="177"/>
                    </a:lnTo>
                    <a:lnTo>
                      <a:pt x="677" y="160"/>
                    </a:lnTo>
                    <a:lnTo>
                      <a:pt x="689" y="145"/>
                    </a:lnTo>
                    <a:lnTo>
                      <a:pt x="702" y="132"/>
                    </a:lnTo>
                    <a:lnTo>
                      <a:pt x="709" y="126"/>
                    </a:lnTo>
                    <a:lnTo>
                      <a:pt x="716" y="119"/>
                    </a:lnTo>
                    <a:lnTo>
                      <a:pt x="723" y="114"/>
                    </a:lnTo>
                    <a:lnTo>
                      <a:pt x="732" y="109"/>
                    </a:lnTo>
                    <a:lnTo>
                      <a:pt x="740" y="105"/>
                    </a:lnTo>
                    <a:lnTo>
                      <a:pt x="748" y="102"/>
                    </a:lnTo>
                    <a:lnTo>
                      <a:pt x="757" y="99"/>
                    </a:lnTo>
                    <a:lnTo>
                      <a:pt x="766" y="96"/>
                    </a:lnTo>
                    <a:lnTo>
                      <a:pt x="776" y="94"/>
                    </a:lnTo>
                    <a:lnTo>
                      <a:pt x="786" y="92"/>
                    </a:lnTo>
                    <a:lnTo>
                      <a:pt x="795" y="91"/>
                    </a:lnTo>
                    <a:lnTo>
                      <a:pt x="807" y="91"/>
                    </a:lnTo>
                    <a:lnTo>
                      <a:pt x="817" y="91"/>
                    </a:lnTo>
                    <a:lnTo>
                      <a:pt x="827" y="92"/>
                    </a:lnTo>
                    <a:lnTo>
                      <a:pt x="836" y="94"/>
                    </a:lnTo>
                    <a:lnTo>
                      <a:pt x="846" y="96"/>
                    </a:lnTo>
                    <a:lnTo>
                      <a:pt x="855" y="99"/>
                    </a:lnTo>
                    <a:lnTo>
                      <a:pt x="864" y="102"/>
                    </a:lnTo>
                    <a:lnTo>
                      <a:pt x="872" y="106"/>
                    </a:lnTo>
                    <a:lnTo>
                      <a:pt x="881" y="110"/>
                    </a:lnTo>
                    <a:lnTo>
                      <a:pt x="889" y="114"/>
                    </a:lnTo>
                    <a:lnTo>
                      <a:pt x="896" y="120"/>
                    </a:lnTo>
                    <a:lnTo>
                      <a:pt x="903" y="126"/>
                    </a:lnTo>
                    <a:lnTo>
                      <a:pt x="910" y="132"/>
                    </a:lnTo>
                    <a:lnTo>
                      <a:pt x="923" y="145"/>
                    </a:lnTo>
                    <a:lnTo>
                      <a:pt x="934" y="160"/>
                    </a:lnTo>
                    <a:lnTo>
                      <a:pt x="944" y="177"/>
                    </a:lnTo>
                    <a:lnTo>
                      <a:pt x="952" y="194"/>
                    </a:lnTo>
                    <a:lnTo>
                      <a:pt x="961" y="214"/>
                    </a:lnTo>
                    <a:lnTo>
                      <a:pt x="967" y="234"/>
                    </a:lnTo>
                    <a:lnTo>
                      <a:pt x="971" y="254"/>
                    </a:lnTo>
                    <a:lnTo>
                      <a:pt x="974" y="275"/>
                    </a:lnTo>
                    <a:lnTo>
                      <a:pt x="976" y="296"/>
                    </a:lnTo>
                    <a:lnTo>
                      <a:pt x="977" y="318"/>
                    </a:lnTo>
                    <a:lnTo>
                      <a:pt x="976" y="343"/>
                    </a:lnTo>
                    <a:lnTo>
                      <a:pt x="974" y="365"/>
                    </a:lnTo>
                    <a:lnTo>
                      <a:pt x="971" y="388"/>
                    </a:lnTo>
                    <a:lnTo>
                      <a:pt x="966" y="409"/>
                    </a:lnTo>
                    <a:lnTo>
                      <a:pt x="960" y="430"/>
                    </a:lnTo>
                    <a:lnTo>
                      <a:pt x="951" y="449"/>
                    </a:lnTo>
                    <a:lnTo>
                      <a:pt x="943" y="467"/>
                    </a:lnTo>
                    <a:lnTo>
                      <a:pt x="933" y="482"/>
                    </a:lnTo>
                    <a:lnTo>
                      <a:pt x="921" y="498"/>
                    </a:lnTo>
                    <a:lnTo>
                      <a:pt x="908" y="511"/>
                    </a:lnTo>
                    <a:lnTo>
                      <a:pt x="901" y="517"/>
                    </a:lnTo>
                    <a:lnTo>
                      <a:pt x="894" y="523"/>
                    </a:lnTo>
                    <a:lnTo>
                      <a:pt x="887" y="528"/>
                    </a:lnTo>
                    <a:lnTo>
                      <a:pt x="878" y="532"/>
                    </a:lnTo>
                    <a:lnTo>
                      <a:pt x="870" y="536"/>
                    </a:lnTo>
                    <a:lnTo>
                      <a:pt x="862" y="540"/>
                    </a:lnTo>
                    <a:lnTo>
                      <a:pt x="854" y="543"/>
                    </a:lnTo>
                    <a:lnTo>
                      <a:pt x="845" y="545"/>
                    </a:lnTo>
                    <a:lnTo>
                      <a:pt x="835" y="547"/>
                    </a:lnTo>
                    <a:lnTo>
                      <a:pt x="826" y="549"/>
                    </a:lnTo>
                    <a:lnTo>
                      <a:pt x="816" y="549"/>
                    </a:lnTo>
                    <a:lnTo>
                      <a:pt x="805" y="550"/>
                    </a:lnTo>
                    <a:lnTo>
                      <a:pt x="804" y="550"/>
                    </a:lnTo>
                    <a:close/>
                    <a:moveTo>
                      <a:pt x="802" y="641"/>
                    </a:moveTo>
                    <a:lnTo>
                      <a:pt x="818" y="641"/>
                    </a:lnTo>
                    <a:lnTo>
                      <a:pt x="833" y="640"/>
                    </a:lnTo>
                    <a:lnTo>
                      <a:pt x="849" y="638"/>
                    </a:lnTo>
                    <a:lnTo>
                      <a:pt x="863" y="636"/>
                    </a:lnTo>
                    <a:lnTo>
                      <a:pt x="878" y="633"/>
                    </a:lnTo>
                    <a:lnTo>
                      <a:pt x="893" y="629"/>
                    </a:lnTo>
                    <a:lnTo>
                      <a:pt x="906" y="624"/>
                    </a:lnTo>
                    <a:lnTo>
                      <a:pt x="920" y="619"/>
                    </a:lnTo>
                    <a:lnTo>
                      <a:pt x="933" y="613"/>
                    </a:lnTo>
                    <a:lnTo>
                      <a:pt x="946" y="607"/>
                    </a:lnTo>
                    <a:lnTo>
                      <a:pt x="959" y="600"/>
                    </a:lnTo>
                    <a:lnTo>
                      <a:pt x="970" y="593"/>
                    </a:lnTo>
                    <a:lnTo>
                      <a:pt x="982" y="584"/>
                    </a:lnTo>
                    <a:lnTo>
                      <a:pt x="993" y="575"/>
                    </a:lnTo>
                    <a:lnTo>
                      <a:pt x="1004" y="566"/>
                    </a:lnTo>
                    <a:lnTo>
                      <a:pt x="1013" y="556"/>
                    </a:lnTo>
                    <a:lnTo>
                      <a:pt x="1023" y="545"/>
                    </a:lnTo>
                    <a:lnTo>
                      <a:pt x="1033" y="533"/>
                    </a:lnTo>
                    <a:lnTo>
                      <a:pt x="1041" y="522"/>
                    </a:lnTo>
                    <a:lnTo>
                      <a:pt x="1049" y="509"/>
                    </a:lnTo>
                    <a:lnTo>
                      <a:pt x="1056" y="496"/>
                    </a:lnTo>
                    <a:lnTo>
                      <a:pt x="1063" y="482"/>
                    </a:lnTo>
                    <a:lnTo>
                      <a:pt x="1070" y="468"/>
                    </a:lnTo>
                    <a:lnTo>
                      <a:pt x="1076" y="453"/>
                    </a:lnTo>
                    <a:lnTo>
                      <a:pt x="1081" y="437"/>
                    </a:lnTo>
                    <a:lnTo>
                      <a:pt x="1085" y="422"/>
                    </a:lnTo>
                    <a:lnTo>
                      <a:pt x="1089" y="405"/>
                    </a:lnTo>
                    <a:lnTo>
                      <a:pt x="1092" y="388"/>
                    </a:lnTo>
                    <a:lnTo>
                      <a:pt x="1094" y="370"/>
                    </a:lnTo>
                    <a:lnTo>
                      <a:pt x="1096" y="352"/>
                    </a:lnTo>
                    <a:lnTo>
                      <a:pt x="1097" y="333"/>
                    </a:lnTo>
                    <a:lnTo>
                      <a:pt x="1097" y="314"/>
                    </a:lnTo>
                    <a:lnTo>
                      <a:pt x="1097" y="297"/>
                    </a:lnTo>
                    <a:lnTo>
                      <a:pt x="1096" y="281"/>
                    </a:lnTo>
                    <a:lnTo>
                      <a:pt x="1095" y="265"/>
                    </a:lnTo>
                    <a:lnTo>
                      <a:pt x="1093" y="250"/>
                    </a:lnTo>
                    <a:lnTo>
                      <a:pt x="1090" y="235"/>
                    </a:lnTo>
                    <a:lnTo>
                      <a:pt x="1087" y="219"/>
                    </a:lnTo>
                    <a:lnTo>
                      <a:pt x="1083" y="205"/>
                    </a:lnTo>
                    <a:lnTo>
                      <a:pt x="1078" y="190"/>
                    </a:lnTo>
                    <a:lnTo>
                      <a:pt x="1073" y="176"/>
                    </a:lnTo>
                    <a:lnTo>
                      <a:pt x="1068" y="163"/>
                    </a:lnTo>
                    <a:lnTo>
                      <a:pt x="1061" y="149"/>
                    </a:lnTo>
                    <a:lnTo>
                      <a:pt x="1054" y="137"/>
                    </a:lnTo>
                    <a:lnTo>
                      <a:pt x="1047" y="124"/>
                    </a:lnTo>
                    <a:lnTo>
                      <a:pt x="1039" y="113"/>
                    </a:lnTo>
                    <a:lnTo>
                      <a:pt x="1031" y="102"/>
                    </a:lnTo>
                    <a:lnTo>
                      <a:pt x="1021" y="91"/>
                    </a:lnTo>
                    <a:lnTo>
                      <a:pt x="1012" y="80"/>
                    </a:lnTo>
                    <a:lnTo>
                      <a:pt x="1002" y="71"/>
                    </a:lnTo>
                    <a:lnTo>
                      <a:pt x="991" y="62"/>
                    </a:lnTo>
                    <a:lnTo>
                      <a:pt x="980" y="52"/>
                    </a:lnTo>
                    <a:lnTo>
                      <a:pt x="969" y="44"/>
                    </a:lnTo>
                    <a:lnTo>
                      <a:pt x="957" y="37"/>
                    </a:lnTo>
                    <a:lnTo>
                      <a:pt x="944" y="30"/>
                    </a:lnTo>
                    <a:lnTo>
                      <a:pt x="932" y="24"/>
                    </a:lnTo>
                    <a:lnTo>
                      <a:pt x="917" y="19"/>
                    </a:lnTo>
                    <a:lnTo>
                      <a:pt x="904" y="13"/>
                    </a:lnTo>
                    <a:lnTo>
                      <a:pt x="890" y="9"/>
                    </a:lnTo>
                    <a:lnTo>
                      <a:pt x="874" y="6"/>
                    </a:lnTo>
                    <a:lnTo>
                      <a:pt x="859" y="3"/>
                    </a:lnTo>
                    <a:lnTo>
                      <a:pt x="844" y="2"/>
                    </a:lnTo>
                    <a:lnTo>
                      <a:pt x="827" y="0"/>
                    </a:lnTo>
                    <a:lnTo>
                      <a:pt x="811" y="0"/>
                    </a:lnTo>
                    <a:lnTo>
                      <a:pt x="794" y="0"/>
                    </a:lnTo>
                    <a:lnTo>
                      <a:pt x="778" y="2"/>
                    </a:lnTo>
                    <a:lnTo>
                      <a:pt x="762" y="3"/>
                    </a:lnTo>
                    <a:lnTo>
                      <a:pt x="747" y="6"/>
                    </a:lnTo>
                    <a:lnTo>
                      <a:pt x="733" y="9"/>
                    </a:lnTo>
                    <a:lnTo>
                      <a:pt x="718" y="13"/>
                    </a:lnTo>
                    <a:lnTo>
                      <a:pt x="704" y="19"/>
                    </a:lnTo>
                    <a:lnTo>
                      <a:pt x="690" y="24"/>
                    </a:lnTo>
                    <a:lnTo>
                      <a:pt x="677" y="30"/>
                    </a:lnTo>
                    <a:lnTo>
                      <a:pt x="665" y="37"/>
                    </a:lnTo>
                    <a:lnTo>
                      <a:pt x="652" y="44"/>
                    </a:lnTo>
                    <a:lnTo>
                      <a:pt x="640" y="52"/>
                    </a:lnTo>
                    <a:lnTo>
                      <a:pt x="629" y="62"/>
                    </a:lnTo>
                    <a:lnTo>
                      <a:pt x="617" y="71"/>
                    </a:lnTo>
                    <a:lnTo>
                      <a:pt x="607" y="80"/>
                    </a:lnTo>
                    <a:lnTo>
                      <a:pt x="597" y="92"/>
                    </a:lnTo>
                    <a:lnTo>
                      <a:pt x="588" y="102"/>
                    </a:lnTo>
                    <a:lnTo>
                      <a:pt x="578" y="114"/>
                    </a:lnTo>
                    <a:lnTo>
                      <a:pt x="570" y="126"/>
                    </a:lnTo>
                    <a:lnTo>
                      <a:pt x="562" y="139"/>
                    </a:lnTo>
                    <a:lnTo>
                      <a:pt x="555" y="151"/>
                    </a:lnTo>
                    <a:lnTo>
                      <a:pt x="549" y="166"/>
                    </a:lnTo>
                    <a:lnTo>
                      <a:pt x="542" y="179"/>
                    </a:lnTo>
                    <a:lnTo>
                      <a:pt x="536" y="194"/>
                    </a:lnTo>
                    <a:lnTo>
                      <a:pt x="531" y="209"/>
                    </a:lnTo>
                    <a:lnTo>
                      <a:pt x="527" y="224"/>
                    </a:lnTo>
                    <a:lnTo>
                      <a:pt x="524" y="241"/>
                    </a:lnTo>
                    <a:lnTo>
                      <a:pt x="521" y="256"/>
                    </a:lnTo>
                    <a:lnTo>
                      <a:pt x="518" y="273"/>
                    </a:lnTo>
                    <a:lnTo>
                      <a:pt x="517" y="290"/>
                    </a:lnTo>
                    <a:lnTo>
                      <a:pt x="516" y="308"/>
                    </a:lnTo>
                    <a:lnTo>
                      <a:pt x="515" y="325"/>
                    </a:lnTo>
                    <a:lnTo>
                      <a:pt x="516" y="342"/>
                    </a:lnTo>
                    <a:lnTo>
                      <a:pt x="517" y="359"/>
                    </a:lnTo>
                    <a:lnTo>
                      <a:pt x="518" y="374"/>
                    </a:lnTo>
                    <a:lnTo>
                      <a:pt x="520" y="391"/>
                    </a:lnTo>
                    <a:lnTo>
                      <a:pt x="523" y="406"/>
                    </a:lnTo>
                    <a:lnTo>
                      <a:pt x="526" y="422"/>
                    </a:lnTo>
                    <a:lnTo>
                      <a:pt x="530" y="436"/>
                    </a:lnTo>
                    <a:lnTo>
                      <a:pt x="535" y="452"/>
                    </a:lnTo>
                    <a:lnTo>
                      <a:pt x="540" y="465"/>
                    </a:lnTo>
                    <a:lnTo>
                      <a:pt x="547" y="479"/>
                    </a:lnTo>
                    <a:lnTo>
                      <a:pt x="553" y="492"/>
                    </a:lnTo>
                    <a:lnTo>
                      <a:pt x="559" y="505"/>
                    </a:lnTo>
                    <a:lnTo>
                      <a:pt x="567" y="517"/>
                    </a:lnTo>
                    <a:lnTo>
                      <a:pt x="575" y="529"/>
                    </a:lnTo>
                    <a:lnTo>
                      <a:pt x="584" y="540"/>
                    </a:lnTo>
                    <a:lnTo>
                      <a:pt x="593" y="551"/>
                    </a:lnTo>
                    <a:lnTo>
                      <a:pt x="602" y="562"/>
                    </a:lnTo>
                    <a:lnTo>
                      <a:pt x="612" y="571"/>
                    </a:lnTo>
                    <a:lnTo>
                      <a:pt x="623" y="580"/>
                    </a:lnTo>
                    <a:lnTo>
                      <a:pt x="634" y="588"/>
                    </a:lnTo>
                    <a:lnTo>
                      <a:pt x="645" y="597"/>
                    </a:lnTo>
                    <a:lnTo>
                      <a:pt x="658" y="604"/>
                    </a:lnTo>
                    <a:lnTo>
                      <a:pt x="670" y="611"/>
                    </a:lnTo>
                    <a:lnTo>
                      <a:pt x="682" y="617"/>
                    </a:lnTo>
                    <a:lnTo>
                      <a:pt x="696" y="622"/>
                    </a:lnTo>
                    <a:lnTo>
                      <a:pt x="710" y="628"/>
                    </a:lnTo>
                    <a:lnTo>
                      <a:pt x="724" y="632"/>
                    </a:lnTo>
                    <a:lnTo>
                      <a:pt x="739" y="635"/>
                    </a:lnTo>
                    <a:lnTo>
                      <a:pt x="753" y="638"/>
                    </a:lnTo>
                    <a:lnTo>
                      <a:pt x="769" y="640"/>
                    </a:lnTo>
                    <a:lnTo>
                      <a:pt x="785" y="641"/>
                    </a:lnTo>
                    <a:lnTo>
                      <a:pt x="801" y="641"/>
                    </a:lnTo>
                    <a:lnTo>
                      <a:pt x="802" y="641"/>
                    </a:lnTo>
                    <a:close/>
                    <a:moveTo>
                      <a:pt x="458" y="523"/>
                    </a:moveTo>
                    <a:lnTo>
                      <a:pt x="447" y="528"/>
                    </a:lnTo>
                    <a:lnTo>
                      <a:pt x="434" y="532"/>
                    </a:lnTo>
                    <a:lnTo>
                      <a:pt x="418" y="536"/>
                    </a:lnTo>
                    <a:lnTo>
                      <a:pt x="403" y="539"/>
                    </a:lnTo>
                    <a:lnTo>
                      <a:pt x="386" y="542"/>
                    </a:lnTo>
                    <a:lnTo>
                      <a:pt x="370" y="544"/>
                    </a:lnTo>
                    <a:lnTo>
                      <a:pt x="352" y="545"/>
                    </a:lnTo>
                    <a:lnTo>
                      <a:pt x="335" y="545"/>
                    </a:lnTo>
                    <a:lnTo>
                      <a:pt x="323" y="545"/>
                    </a:lnTo>
                    <a:lnTo>
                      <a:pt x="310" y="544"/>
                    </a:lnTo>
                    <a:lnTo>
                      <a:pt x="298" y="543"/>
                    </a:lnTo>
                    <a:lnTo>
                      <a:pt x="287" y="541"/>
                    </a:lnTo>
                    <a:lnTo>
                      <a:pt x="275" y="539"/>
                    </a:lnTo>
                    <a:lnTo>
                      <a:pt x="265" y="537"/>
                    </a:lnTo>
                    <a:lnTo>
                      <a:pt x="254" y="534"/>
                    </a:lnTo>
                    <a:lnTo>
                      <a:pt x="243" y="530"/>
                    </a:lnTo>
                    <a:lnTo>
                      <a:pt x="234" y="526"/>
                    </a:lnTo>
                    <a:lnTo>
                      <a:pt x="225" y="522"/>
                    </a:lnTo>
                    <a:lnTo>
                      <a:pt x="216" y="516"/>
                    </a:lnTo>
                    <a:lnTo>
                      <a:pt x="207" y="511"/>
                    </a:lnTo>
                    <a:lnTo>
                      <a:pt x="198" y="505"/>
                    </a:lnTo>
                    <a:lnTo>
                      <a:pt x="191" y="499"/>
                    </a:lnTo>
                    <a:lnTo>
                      <a:pt x="183" y="492"/>
                    </a:lnTo>
                    <a:lnTo>
                      <a:pt x="177" y="486"/>
                    </a:lnTo>
                    <a:lnTo>
                      <a:pt x="169" y="477"/>
                    </a:lnTo>
                    <a:lnTo>
                      <a:pt x="163" y="470"/>
                    </a:lnTo>
                    <a:lnTo>
                      <a:pt x="157" y="462"/>
                    </a:lnTo>
                    <a:lnTo>
                      <a:pt x="152" y="453"/>
                    </a:lnTo>
                    <a:lnTo>
                      <a:pt x="147" y="443"/>
                    </a:lnTo>
                    <a:lnTo>
                      <a:pt x="142" y="434"/>
                    </a:lnTo>
                    <a:lnTo>
                      <a:pt x="138" y="425"/>
                    </a:lnTo>
                    <a:lnTo>
                      <a:pt x="134" y="415"/>
                    </a:lnTo>
                    <a:lnTo>
                      <a:pt x="127" y="393"/>
                    </a:lnTo>
                    <a:lnTo>
                      <a:pt x="123" y="371"/>
                    </a:lnTo>
                    <a:lnTo>
                      <a:pt x="120" y="347"/>
                    </a:lnTo>
                    <a:lnTo>
                      <a:pt x="119" y="322"/>
                    </a:lnTo>
                    <a:lnTo>
                      <a:pt x="119" y="309"/>
                    </a:lnTo>
                    <a:lnTo>
                      <a:pt x="120" y="295"/>
                    </a:lnTo>
                    <a:lnTo>
                      <a:pt x="122" y="282"/>
                    </a:lnTo>
                    <a:lnTo>
                      <a:pt x="123" y="270"/>
                    </a:lnTo>
                    <a:lnTo>
                      <a:pt x="125" y="257"/>
                    </a:lnTo>
                    <a:lnTo>
                      <a:pt x="128" y="246"/>
                    </a:lnTo>
                    <a:lnTo>
                      <a:pt x="131" y="235"/>
                    </a:lnTo>
                    <a:lnTo>
                      <a:pt x="136" y="223"/>
                    </a:lnTo>
                    <a:lnTo>
                      <a:pt x="140" y="213"/>
                    </a:lnTo>
                    <a:lnTo>
                      <a:pt x="145" y="203"/>
                    </a:lnTo>
                    <a:lnTo>
                      <a:pt x="149" y="193"/>
                    </a:lnTo>
                    <a:lnTo>
                      <a:pt x="155" y="184"/>
                    </a:lnTo>
                    <a:lnTo>
                      <a:pt x="160" y="176"/>
                    </a:lnTo>
                    <a:lnTo>
                      <a:pt x="167" y="168"/>
                    </a:lnTo>
                    <a:lnTo>
                      <a:pt x="174" y="159"/>
                    </a:lnTo>
                    <a:lnTo>
                      <a:pt x="181" y="152"/>
                    </a:lnTo>
                    <a:lnTo>
                      <a:pt x="188" y="145"/>
                    </a:lnTo>
                    <a:lnTo>
                      <a:pt x="196" y="139"/>
                    </a:lnTo>
                    <a:lnTo>
                      <a:pt x="204" y="133"/>
                    </a:lnTo>
                    <a:lnTo>
                      <a:pt x="213" y="127"/>
                    </a:lnTo>
                    <a:lnTo>
                      <a:pt x="221" y="121"/>
                    </a:lnTo>
                    <a:lnTo>
                      <a:pt x="230" y="117"/>
                    </a:lnTo>
                    <a:lnTo>
                      <a:pt x="239" y="112"/>
                    </a:lnTo>
                    <a:lnTo>
                      <a:pt x="250" y="109"/>
                    </a:lnTo>
                    <a:lnTo>
                      <a:pt x="270" y="102"/>
                    </a:lnTo>
                    <a:lnTo>
                      <a:pt x="291" y="98"/>
                    </a:lnTo>
                    <a:lnTo>
                      <a:pt x="313" y="95"/>
                    </a:lnTo>
                    <a:lnTo>
                      <a:pt x="337" y="94"/>
                    </a:lnTo>
                    <a:lnTo>
                      <a:pt x="355" y="95"/>
                    </a:lnTo>
                    <a:lnTo>
                      <a:pt x="373" y="96"/>
                    </a:lnTo>
                    <a:lnTo>
                      <a:pt x="389" y="98"/>
                    </a:lnTo>
                    <a:lnTo>
                      <a:pt x="405" y="101"/>
                    </a:lnTo>
                    <a:lnTo>
                      <a:pt x="420" y="105"/>
                    </a:lnTo>
                    <a:lnTo>
                      <a:pt x="434" y="109"/>
                    </a:lnTo>
                    <a:lnTo>
                      <a:pt x="446" y="113"/>
                    </a:lnTo>
                    <a:lnTo>
                      <a:pt x="457" y="118"/>
                    </a:lnTo>
                    <a:lnTo>
                      <a:pt x="482" y="28"/>
                    </a:lnTo>
                    <a:lnTo>
                      <a:pt x="473" y="24"/>
                    </a:lnTo>
                    <a:lnTo>
                      <a:pt x="459" y="19"/>
                    </a:lnTo>
                    <a:lnTo>
                      <a:pt x="444" y="13"/>
                    </a:lnTo>
                    <a:lnTo>
                      <a:pt x="426" y="9"/>
                    </a:lnTo>
                    <a:lnTo>
                      <a:pt x="406" y="6"/>
                    </a:lnTo>
                    <a:lnTo>
                      <a:pt x="383" y="3"/>
                    </a:lnTo>
                    <a:lnTo>
                      <a:pt x="359" y="1"/>
                    </a:lnTo>
                    <a:lnTo>
                      <a:pt x="332" y="0"/>
                    </a:lnTo>
                    <a:lnTo>
                      <a:pt x="314" y="1"/>
                    </a:lnTo>
                    <a:lnTo>
                      <a:pt x="297" y="2"/>
                    </a:lnTo>
                    <a:lnTo>
                      <a:pt x="280" y="4"/>
                    </a:lnTo>
                    <a:lnTo>
                      <a:pt x="263" y="6"/>
                    </a:lnTo>
                    <a:lnTo>
                      <a:pt x="247" y="9"/>
                    </a:lnTo>
                    <a:lnTo>
                      <a:pt x="231" y="13"/>
                    </a:lnTo>
                    <a:lnTo>
                      <a:pt x="216" y="17"/>
                    </a:lnTo>
                    <a:lnTo>
                      <a:pt x="200" y="23"/>
                    </a:lnTo>
                    <a:lnTo>
                      <a:pt x="185" y="29"/>
                    </a:lnTo>
                    <a:lnTo>
                      <a:pt x="172" y="35"/>
                    </a:lnTo>
                    <a:lnTo>
                      <a:pt x="157" y="42"/>
                    </a:lnTo>
                    <a:lnTo>
                      <a:pt x="144" y="50"/>
                    </a:lnTo>
                    <a:lnTo>
                      <a:pt x="130" y="59"/>
                    </a:lnTo>
                    <a:lnTo>
                      <a:pt x="118" y="68"/>
                    </a:lnTo>
                    <a:lnTo>
                      <a:pt x="107" y="77"/>
                    </a:lnTo>
                    <a:lnTo>
                      <a:pt x="94" y="87"/>
                    </a:lnTo>
                    <a:lnTo>
                      <a:pt x="84" y="99"/>
                    </a:lnTo>
                    <a:lnTo>
                      <a:pt x="74" y="110"/>
                    </a:lnTo>
                    <a:lnTo>
                      <a:pt x="65" y="122"/>
                    </a:lnTo>
                    <a:lnTo>
                      <a:pt x="55" y="135"/>
                    </a:lnTo>
                    <a:lnTo>
                      <a:pt x="47" y="148"/>
                    </a:lnTo>
                    <a:lnTo>
                      <a:pt x="39" y="162"/>
                    </a:lnTo>
                    <a:lnTo>
                      <a:pt x="32" y="176"/>
                    </a:lnTo>
                    <a:lnTo>
                      <a:pt x="26" y="190"/>
                    </a:lnTo>
                    <a:lnTo>
                      <a:pt x="19" y="206"/>
                    </a:lnTo>
                    <a:lnTo>
                      <a:pt x="14" y="222"/>
                    </a:lnTo>
                    <a:lnTo>
                      <a:pt x="10" y="239"/>
                    </a:lnTo>
                    <a:lnTo>
                      <a:pt x="6" y="255"/>
                    </a:lnTo>
                    <a:lnTo>
                      <a:pt x="4" y="273"/>
                    </a:lnTo>
                    <a:lnTo>
                      <a:pt x="2" y="290"/>
                    </a:lnTo>
                    <a:lnTo>
                      <a:pt x="1" y="309"/>
                    </a:lnTo>
                    <a:lnTo>
                      <a:pt x="0" y="328"/>
                    </a:lnTo>
                    <a:lnTo>
                      <a:pt x="1" y="346"/>
                    </a:lnTo>
                    <a:lnTo>
                      <a:pt x="2" y="362"/>
                    </a:lnTo>
                    <a:lnTo>
                      <a:pt x="3" y="380"/>
                    </a:lnTo>
                    <a:lnTo>
                      <a:pt x="6" y="395"/>
                    </a:lnTo>
                    <a:lnTo>
                      <a:pt x="9" y="412"/>
                    </a:lnTo>
                    <a:lnTo>
                      <a:pt x="12" y="427"/>
                    </a:lnTo>
                    <a:lnTo>
                      <a:pt x="16" y="441"/>
                    </a:lnTo>
                    <a:lnTo>
                      <a:pt x="22" y="457"/>
                    </a:lnTo>
                    <a:lnTo>
                      <a:pt x="28" y="470"/>
                    </a:lnTo>
                    <a:lnTo>
                      <a:pt x="34" y="484"/>
                    </a:lnTo>
                    <a:lnTo>
                      <a:pt x="41" y="497"/>
                    </a:lnTo>
                    <a:lnTo>
                      <a:pt x="48" y="509"/>
                    </a:lnTo>
                    <a:lnTo>
                      <a:pt x="56" y="522"/>
                    </a:lnTo>
                    <a:lnTo>
                      <a:pt x="66" y="534"/>
                    </a:lnTo>
                    <a:lnTo>
                      <a:pt x="75" y="544"/>
                    </a:lnTo>
                    <a:lnTo>
                      <a:pt x="84" y="555"/>
                    </a:lnTo>
                    <a:lnTo>
                      <a:pt x="95" y="565"/>
                    </a:lnTo>
                    <a:lnTo>
                      <a:pt x="106" y="574"/>
                    </a:lnTo>
                    <a:lnTo>
                      <a:pt x="118" y="583"/>
                    </a:lnTo>
                    <a:lnTo>
                      <a:pt x="130" y="592"/>
                    </a:lnTo>
                    <a:lnTo>
                      <a:pt x="143" y="599"/>
                    </a:lnTo>
                    <a:lnTo>
                      <a:pt x="156" y="606"/>
                    </a:lnTo>
                    <a:lnTo>
                      <a:pt x="169" y="612"/>
                    </a:lnTo>
                    <a:lnTo>
                      <a:pt x="184" y="618"/>
                    </a:lnTo>
                    <a:lnTo>
                      <a:pt x="199" y="623"/>
                    </a:lnTo>
                    <a:lnTo>
                      <a:pt x="215" y="628"/>
                    </a:lnTo>
                    <a:lnTo>
                      <a:pt x="230" y="632"/>
                    </a:lnTo>
                    <a:lnTo>
                      <a:pt x="247" y="635"/>
                    </a:lnTo>
                    <a:lnTo>
                      <a:pt x="263" y="637"/>
                    </a:lnTo>
                    <a:lnTo>
                      <a:pt x="280" y="639"/>
                    </a:lnTo>
                    <a:lnTo>
                      <a:pt x="298" y="640"/>
                    </a:lnTo>
                    <a:lnTo>
                      <a:pt x="316" y="641"/>
                    </a:lnTo>
                    <a:lnTo>
                      <a:pt x="344" y="640"/>
                    </a:lnTo>
                    <a:lnTo>
                      <a:pt x="370" y="638"/>
                    </a:lnTo>
                    <a:lnTo>
                      <a:pt x="393" y="635"/>
                    </a:lnTo>
                    <a:lnTo>
                      <a:pt x="415" y="632"/>
                    </a:lnTo>
                    <a:lnTo>
                      <a:pt x="435" y="628"/>
                    </a:lnTo>
                    <a:lnTo>
                      <a:pt x="451" y="622"/>
                    </a:lnTo>
                    <a:lnTo>
                      <a:pt x="465" y="617"/>
                    </a:lnTo>
                    <a:lnTo>
                      <a:pt x="478" y="612"/>
                    </a:lnTo>
                    <a:lnTo>
                      <a:pt x="458" y="523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solidFill>
                    <a:schemeClr val="bg1"/>
                  </a:solidFill>
                  <a:latin typeface="Myriad Pro"/>
                </a:endParaRPr>
              </a:p>
            </p:txBody>
          </p:sp>
          <p:sp>
            <p:nvSpPr>
              <p:cNvPr id="179" name="Freeform 178"/>
              <p:cNvSpPr>
                <a:spLocks noEditPoints="1"/>
              </p:cNvSpPr>
              <p:nvPr userDrawn="1"/>
            </p:nvSpPr>
            <p:spPr bwMode="auto">
              <a:xfrm>
                <a:off x="1562183" y="208452"/>
                <a:ext cx="363379" cy="90524"/>
              </a:xfrm>
              <a:custGeom>
                <a:avLst/>
                <a:gdLst/>
                <a:ahLst/>
                <a:cxnLst>
                  <a:cxn ang="0">
                    <a:pos x="598" y="179"/>
                  </a:cxn>
                  <a:cxn ang="0">
                    <a:pos x="598" y="0"/>
                  </a:cxn>
                  <a:cxn ang="0">
                    <a:pos x="524" y="0"/>
                  </a:cxn>
                  <a:cxn ang="0">
                    <a:pos x="449" y="0"/>
                  </a:cxn>
                  <a:cxn ang="0">
                    <a:pos x="374" y="0"/>
                  </a:cxn>
                  <a:cxn ang="0">
                    <a:pos x="299" y="0"/>
                  </a:cxn>
                  <a:cxn ang="0">
                    <a:pos x="224" y="0"/>
                  </a:cxn>
                  <a:cxn ang="0">
                    <a:pos x="150" y="0"/>
                  </a:cxn>
                  <a:cxn ang="0">
                    <a:pos x="75" y="0"/>
                  </a:cxn>
                  <a:cxn ang="0">
                    <a:pos x="0" y="0"/>
                  </a:cxn>
                  <a:cxn ang="0">
                    <a:pos x="0" y="179"/>
                  </a:cxn>
                  <a:cxn ang="0">
                    <a:pos x="176" y="179"/>
                  </a:cxn>
                  <a:cxn ang="0">
                    <a:pos x="176" y="621"/>
                  </a:cxn>
                  <a:cxn ang="0">
                    <a:pos x="423" y="621"/>
                  </a:cxn>
                  <a:cxn ang="0">
                    <a:pos x="423" y="179"/>
                  </a:cxn>
                  <a:cxn ang="0">
                    <a:pos x="598" y="179"/>
                  </a:cxn>
                  <a:cxn ang="0">
                    <a:pos x="907" y="250"/>
                  </a:cxn>
                  <a:cxn ang="0">
                    <a:pos x="781" y="621"/>
                  </a:cxn>
                  <a:cxn ang="0">
                    <a:pos x="539" y="621"/>
                  </a:cxn>
                  <a:cxn ang="0">
                    <a:pos x="776" y="0"/>
                  </a:cxn>
                  <a:cxn ang="0">
                    <a:pos x="809" y="0"/>
                  </a:cxn>
                  <a:cxn ang="0">
                    <a:pos x="842" y="0"/>
                  </a:cxn>
                  <a:cxn ang="0">
                    <a:pos x="874" y="0"/>
                  </a:cxn>
                  <a:cxn ang="0">
                    <a:pos x="907" y="0"/>
                  </a:cxn>
                  <a:cxn ang="0">
                    <a:pos x="939" y="0"/>
                  </a:cxn>
                  <a:cxn ang="0">
                    <a:pos x="972" y="0"/>
                  </a:cxn>
                  <a:cxn ang="0">
                    <a:pos x="1005" y="0"/>
                  </a:cxn>
                  <a:cxn ang="0">
                    <a:pos x="1038" y="0"/>
                  </a:cxn>
                  <a:cxn ang="0">
                    <a:pos x="1275" y="621"/>
                  </a:cxn>
                  <a:cxn ang="0">
                    <a:pos x="1033" y="621"/>
                  </a:cxn>
                  <a:cxn ang="0">
                    <a:pos x="907" y="250"/>
                  </a:cxn>
                  <a:cxn ang="0">
                    <a:pos x="1814" y="179"/>
                  </a:cxn>
                  <a:cxn ang="0">
                    <a:pos x="1814" y="0"/>
                  </a:cxn>
                  <a:cxn ang="0">
                    <a:pos x="1740" y="0"/>
                  </a:cxn>
                  <a:cxn ang="0">
                    <a:pos x="1665" y="0"/>
                  </a:cxn>
                  <a:cxn ang="0">
                    <a:pos x="1590" y="0"/>
                  </a:cxn>
                  <a:cxn ang="0">
                    <a:pos x="1515" y="0"/>
                  </a:cxn>
                  <a:cxn ang="0">
                    <a:pos x="1440" y="0"/>
                  </a:cxn>
                  <a:cxn ang="0">
                    <a:pos x="1366" y="0"/>
                  </a:cxn>
                  <a:cxn ang="0">
                    <a:pos x="1291" y="0"/>
                  </a:cxn>
                  <a:cxn ang="0">
                    <a:pos x="1216" y="0"/>
                  </a:cxn>
                  <a:cxn ang="0">
                    <a:pos x="1216" y="179"/>
                  </a:cxn>
                  <a:cxn ang="0">
                    <a:pos x="1391" y="179"/>
                  </a:cxn>
                  <a:cxn ang="0">
                    <a:pos x="1391" y="621"/>
                  </a:cxn>
                  <a:cxn ang="0">
                    <a:pos x="1639" y="621"/>
                  </a:cxn>
                  <a:cxn ang="0">
                    <a:pos x="1639" y="179"/>
                  </a:cxn>
                  <a:cxn ang="0">
                    <a:pos x="1814" y="179"/>
                  </a:cxn>
                  <a:cxn ang="0">
                    <a:pos x="2123" y="250"/>
                  </a:cxn>
                  <a:cxn ang="0">
                    <a:pos x="1996" y="621"/>
                  </a:cxn>
                  <a:cxn ang="0">
                    <a:pos x="1754" y="621"/>
                  </a:cxn>
                  <a:cxn ang="0">
                    <a:pos x="1991" y="0"/>
                  </a:cxn>
                  <a:cxn ang="0">
                    <a:pos x="2024" y="0"/>
                  </a:cxn>
                  <a:cxn ang="0">
                    <a:pos x="2057" y="0"/>
                  </a:cxn>
                  <a:cxn ang="0">
                    <a:pos x="2090" y="0"/>
                  </a:cxn>
                  <a:cxn ang="0">
                    <a:pos x="2123" y="0"/>
                  </a:cxn>
                  <a:cxn ang="0">
                    <a:pos x="2155" y="0"/>
                  </a:cxn>
                  <a:cxn ang="0">
                    <a:pos x="2188" y="0"/>
                  </a:cxn>
                  <a:cxn ang="0">
                    <a:pos x="2220" y="0"/>
                  </a:cxn>
                  <a:cxn ang="0">
                    <a:pos x="2253" y="0"/>
                  </a:cxn>
                  <a:cxn ang="0">
                    <a:pos x="2491" y="621"/>
                  </a:cxn>
                  <a:cxn ang="0">
                    <a:pos x="2248" y="621"/>
                  </a:cxn>
                  <a:cxn ang="0">
                    <a:pos x="2123" y="250"/>
                  </a:cxn>
                </a:cxnLst>
                <a:rect l="0" t="0" r="r" b="b"/>
                <a:pathLst>
                  <a:path w="2491" h="621">
                    <a:moveTo>
                      <a:pt x="598" y="179"/>
                    </a:moveTo>
                    <a:lnTo>
                      <a:pt x="598" y="0"/>
                    </a:lnTo>
                    <a:lnTo>
                      <a:pt x="524" y="0"/>
                    </a:lnTo>
                    <a:lnTo>
                      <a:pt x="449" y="0"/>
                    </a:lnTo>
                    <a:lnTo>
                      <a:pt x="374" y="0"/>
                    </a:lnTo>
                    <a:lnTo>
                      <a:pt x="299" y="0"/>
                    </a:lnTo>
                    <a:lnTo>
                      <a:pt x="224" y="0"/>
                    </a:lnTo>
                    <a:lnTo>
                      <a:pt x="150" y="0"/>
                    </a:lnTo>
                    <a:lnTo>
                      <a:pt x="75" y="0"/>
                    </a:lnTo>
                    <a:lnTo>
                      <a:pt x="0" y="0"/>
                    </a:lnTo>
                    <a:lnTo>
                      <a:pt x="0" y="179"/>
                    </a:lnTo>
                    <a:lnTo>
                      <a:pt x="176" y="179"/>
                    </a:lnTo>
                    <a:lnTo>
                      <a:pt x="176" y="621"/>
                    </a:lnTo>
                    <a:lnTo>
                      <a:pt x="423" y="621"/>
                    </a:lnTo>
                    <a:lnTo>
                      <a:pt x="423" y="179"/>
                    </a:lnTo>
                    <a:lnTo>
                      <a:pt x="598" y="179"/>
                    </a:lnTo>
                    <a:close/>
                    <a:moveTo>
                      <a:pt x="907" y="250"/>
                    </a:moveTo>
                    <a:lnTo>
                      <a:pt x="781" y="621"/>
                    </a:lnTo>
                    <a:lnTo>
                      <a:pt x="539" y="621"/>
                    </a:lnTo>
                    <a:lnTo>
                      <a:pt x="776" y="0"/>
                    </a:lnTo>
                    <a:lnTo>
                      <a:pt x="809" y="0"/>
                    </a:lnTo>
                    <a:lnTo>
                      <a:pt x="842" y="0"/>
                    </a:lnTo>
                    <a:lnTo>
                      <a:pt x="874" y="0"/>
                    </a:lnTo>
                    <a:lnTo>
                      <a:pt x="907" y="0"/>
                    </a:lnTo>
                    <a:lnTo>
                      <a:pt x="939" y="0"/>
                    </a:lnTo>
                    <a:lnTo>
                      <a:pt x="972" y="0"/>
                    </a:lnTo>
                    <a:lnTo>
                      <a:pt x="1005" y="0"/>
                    </a:lnTo>
                    <a:lnTo>
                      <a:pt x="1038" y="0"/>
                    </a:lnTo>
                    <a:lnTo>
                      <a:pt x="1275" y="621"/>
                    </a:lnTo>
                    <a:lnTo>
                      <a:pt x="1033" y="621"/>
                    </a:lnTo>
                    <a:lnTo>
                      <a:pt x="907" y="250"/>
                    </a:lnTo>
                    <a:close/>
                    <a:moveTo>
                      <a:pt x="1814" y="179"/>
                    </a:moveTo>
                    <a:lnTo>
                      <a:pt x="1814" y="0"/>
                    </a:lnTo>
                    <a:lnTo>
                      <a:pt x="1740" y="0"/>
                    </a:lnTo>
                    <a:lnTo>
                      <a:pt x="1665" y="0"/>
                    </a:lnTo>
                    <a:lnTo>
                      <a:pt x="1590" y="0"/>
                    </a:lnTo>
                    <a:lnTo>
                      <a:pt x="1515" y="0"/>
                    </a:lnTo>
                    <a:lnTo>
                      <a:pt x="1440" y="0"/>
                    </a:lnTo>
                    <a:lnTo>
                      <a:pt x="1366" y="0"/>
                    </a:lnTo>
                    <a:lnTo>
                      <a:pt x="1291" y="0"/>
                    </a:lnTo>
                    <a:lnTo>
                      <a:pt x="1216" y="0"/>
                    </a:lnTo>
                    <a:lnTo>
                      <a:pt x="1216" y="179"/>
                    </a:lnTo>
                    <a:lnTo>
                      <a:pt x="1391" y="179"/>
                    </a:lnTo>
                    <a:lnTo>
                      <a:pt x="1391" y="621"/>
                    </a:lnTo>
                    <a:lnTo>
                      <a:pt x="1639" y="621"/>
                    </a:lnTo>
                    <a:lnTo>
                      <a:pt x="1639" y="179"/>
                    </a:lnTo>
                    <a:lnTo>
                      <a:pt x="1814" y="179"/>
                    </a:lnTo>
                    <a:close/>
                    <a:moveTo>
                      <a:pt x="2123" y="250"/>
                    </a:moveTo>
                    <a:lnTo>
                      <a:pt x="1996" y="621"/>
                    </a:lnTo>
                    <a:lnTo>
                      <a:pt x="1754" y="621"/>
                    </a:lnTo>
                    <a:lnTo>
                      <a:pt x="1991" y="0"/>
                    </a:lnTo>
                    <a:lnTo>
                      <a:pt x="2024" y="0"/>
                    </a:lnTo>
                    <a:lnTo>
                      <a:pt x="2057" y="0"/>
                    </a:lnTo>
                    <a:lnTo>
                      <a:pt x="2090" y="0"/>
                    </a:lnTo>
                    <a:lnTo>
                      <a:pt x="2123" y="0"/>
                    </a:lnTo>
                    <a:lnTo>
                      <a:pt x="2155" y="0"/>
                    </a:lnTo>
                    <a:lnTo>
                      <a:pt x="2188" y="0"/>
                    </a:lnTo>
                    <a:lnTo>
                      <a:pt x="2220" y="0"/>
                    </a:lnTo>
                    <a:lnTo>
                      <a:pt x="2253" y="0"/>
                    </a:lnTo>
                    <a:lnTo>
                      <a:pt x="2491" y="621"/>
                    </a:lnTo>
                    <a:lnTo>
                      <a:pt x="2248" y="621"/>
                    </a:lnTo>
                    <a:lnTo>
                      <a:pt x="2123" y="250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solidFill>
                    <a:schemeClr val="bg1"/>
                  </a:solidFill>
                  <a:latin typeface="Myriad Pro"/>
                </a:endParaRPr>
              </a:p>
            </p:txBody>
          </p:sp>
        </p:grpSp>
        <p:cxnSp>
          <p:nvCxnSpPr>
            <p:cNvPr id="175" name="Straight Connector 174"/>
            <p:cNvCxnSpPr/>
            <p:nvPr/>
          </p:nvCxnSpPr>
          <p:spPr>
            <a:xfrm>
              <a:off x="922267" y="166149"/>
              <a:ext cx="0" cy="342581"/>
            </a:xfrm>
            <a:prstGeom prst="line">
              <a:avLst/>
            </a:prstGeom>
            <a:solidFill>
              <a:schemeClr val="tx1"/>
            </a:solidFill>
            <a:ln w="12700">
              <a:solidFill>
                <a:srgbClr val="007DC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76" name="Picture 175"/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3755" y="174956"/>
              <a:ext cx="531679" cy="337014"/>
            </a:xfrm>
            <a:prstGeom prst="rect">
              <a:avLst/>
            </a:prstGeom>
          </p:spPr>
        </p:pic>
      </p:grpSp>
      <p:pic>
        <p:nvPicPr>
          <p:cNvPr id="180" name="Picture 179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826180"/>
            <a:ext cx="4891635" cy="317319"/>
          </a:xfrm>
          <a:prstGeom prst="rect">
            <a:avLst/>
          </a:prstGeom>
        </p:spPr>
      </p:pic>
      <p:sp>
        <p:nvSpPr>
          <p:cNvPr id="21" name="TextBox 20"/>
          <p:cNvSpPr txBox="1"/>
          <p:nvPr userDrawn="1"/>
        </p:nvSpPr>
        <p:spPr>
          <a:xfrm>
            <a:off x="366308" y="4669962"/>
            <a:ext cx="2117887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Copyright © 2021 </a:t>
            </a:r>
            <a:r>
              <a:rPr lang="en-US" sz="7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Tata Consultancy Services Limited</a:t>
            </a:r>
          </a:p>
        </p:txBody>
      </p:sp>
      <p:pic>
        <p:nvPicPr>
          <p:cNvPr id="19" name="Picture 18" descr="Logo&#10;&#10;Description automatically generated">
            <a:extLst>
              <a:ext uri="{FF2B5EF4-FFF2-40B4-BE49-F238E27FC236}">
                <a16:creationId xmlns:a16="http://schemas.microsoft.com/office/drawing/2014/main" id="{BA93BE3B-31F8-458A-9A8C-59855610FFF3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1625" y="123438"/>
            <a:ext cx="1260839" cy="506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76452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416">
          <p15:clr>
            <a:srgbClr val="FBAE40"/>
          </p15:clr>
        </p15:guide>
        <p15:guide id="3" pos="288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6181" y="45555"/>
            <a:ext cx="8552914" cy="481985"/>
          </a:xfrm>
        </p:spPr>
        <p:txBody>
          <a:bodyPr vert="horz" wrap="square" lIns="68580" tIns="34290" rIns="68580" bIns="34290" rtlCol="0" anchor="ctr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174263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parato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6970" y="1987302"/>
            <a:ext cx="4924276" cy="553998"/>
          </a:xfrm>
        </p:spPr>
        <p:txBody>
          <a:bodyPr vert="horz" wrap="square" lIns="68580" tIns="34290" rIns="68580" bIns="34290" rtlCol="0" anchor="ctr">
            <a:noAutofit/>
          </a:bodyPr>
          <a:lstStyle>
            <a:lvl1pPr>
              <a:defRPr lang="en-US" dirty="0"/>
            </a:lvl1pPr>
          </a:lstStyle>
          <a:p>
            <a:pPr lvl="0">
              <a:lnSpc>
                <a:spcPct val="90000"/>
              </a:lnSpc>
              <a:spcBef>
                <a:spcPts val="100"/>
              </a:spcBef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3350251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668785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5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16181" y="45555"/>
            <a:ext cx="8552914" cy="481985"/>
          </a:xfrm>
          <a:prstGeom prst="rect">
            <a:avLst/>
          </a:prstGeom>
        </p:spPr>
        <p:txBody>
          <a:bodyPr vert="horz" wrap="square" lIns="68580" tIns="34290" rIns="68580" bIns="3429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6180" y="693709"/>
            <a:ext cx="8511639" cy="3394472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3"/>
            <a:endParaRPr lang="en-US" dirty="0"/>
          </a:p>
        </p:txBody>
      </p:sp>
      <p:sp>
        <p:nvSpPr>
          <p:cNvPr id="18" name="Rectangle 17"/>
          <p:cNvSpPr/>
          <p:nvPr userDrawn="1"/>
        </p:nvSpPr>
        <p:spPr>
          <a:xfrm rot="5400000">
            <a:off x="-154141" y="283773"/>
            <a:ext cx="625061" cy="57515"/>
          </a:xfrm>
          <a:prstGeom prst="rect">
            <a:avLst/>
          </a:prstGeom>
          <a:gradFill flip="none" rotWithShape="1">
            <a:gsLst>
              <a:gs pos="0">
                <a:srgbClr val="73459B"/>
              </a:gs>
              <a:gs pos="50000">
                <a:srgbClr val="BA2983"/>
              </a:gs>
              <a:gs pos="100000">
                <a:srgbClr val="F04D38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766"/>
            <a:endParaRPr lang="en-IN" dirty="0">
              <a:solidFill>
                <a:prstClr val="white"/>
              </a:solidFill>
            </a:endParaRPr>
          </a:p>
        </p:txBody>
      </p:sp>
      <p:sp>
        <p:nvSpPr>
          <p:cNvPr id="71" name="Text Placeholder 4"/>
          <p:cNvSpPr txBox="1">
            <a:spLocks/>
          </p:cNvSpPr>
          <p:nvPr userDrawn="1"/>
        </p:nvSpPr>
        <p:spPr>
          <a:xfrm>
            <a:off x="4662608" y="4891759"/>
            <a:ext cx="1210588" cy="215444"/>
          </a:xfrm>
          <a:prstGeom prst="rect">
            <a:avLst/>
          </a:prstGeom>
          <a:noFill/>
        </p:spPr>
        <p:txBody>
          <a:bodyPr wrap="none" rtlCol="0" anchor="ctr" anchorCtr="0">
            <a:noAutofit/>
          </a:bodyPr>
          <a:lstStyle>
            <a:defPPr>
              <a:defRPr lang="en-US"/>
            </a:defPPr>
            <a:lvl1pPr defTabSz="914400">
              <a:defRPr sz="800" b="1">
                <a:solidFill>
                  <a:schemeClr val="tx1">
                    <a:lumMod val="75000"/>
                  </a:schemeClr>
                </a:solidFill>
                <a:latin typeface="+mj-lt"/>
              </a:defRPr>
            </a:lvl1pPr>
            <a:lvl2pPr marL="457200" defTabSz="914400">
              <a:defRPr sz="1800"/>
            </a:lvl2pPr>
            <a:lvl3pPr marL="914400" defTabSz="914400">
              <a:defRPr sz="1800"/>
            </a:lvl3pPr>
            <a:lvl4pPr marL="1371600" defTabSz="914400">
              <a:defRPr sz="1800"/>
            </a:lvl4pPr>
            <a:lvl5pPr marL="1828800" defTabSz="914400">
              <a:defRPr sz="1800"/>
            </a:lvl5pPr>
            <a:lvl6pPr marL="2286000" defTabSz="914400">
              <a:defRPr sz="1800"/>
            </a:lvl6pPr>
            <a:lvl7pPr marL="2743200" defTabSz="914400">
              <a:defRPr sz="1800"/>
            </a:lvl7pPr>
            <a:lvl8pPr marL="3200400" defTabSz="914400">
              <a:defRPr sz="1800"/>
            </a:lvl8pPr>
            <a:lvl9pPr marL="3657600" defTabSz="914400">
              <a:defRPr sz="1800"/>
            </a:lvl9pPr>
          </a:lstStyle>
          <a:p>
            <a:pPr lvl="0"/>
            <a:r>
              <a:rPr lang="en-US" sz="800" b="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External</a:t>
            </a:r>
          </a:p>
        </p:txBody>
      </p:sp>
      <p:sp>
        <p:nvSpPr>
          <p:cNvPr id="63" name="Rectangle 71"/>
          <p:cNvSpPr txBox="1">
            <a:spLocks noChangeArrowheads="1"/>
          </p:cNvSpPr>
          <p:nvPr userDrawn="1"/>
        </p:nvSpPr>
        <p:spPr bwMode="auto">
          <a:xfrm>
            <a:off x="4421706" y="4864345"/>
            <a:ext cx="300588" cy="2702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R="0" lvl="0" indent="0" algn="ctr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 b="1">
                <a:solidFill>
                  <a:schemeClr val="bg1">
                    <a:lumMod val="50000"/>
                  </a:schemeClr>
                </a:solidFill>
                <a:latin typeface="+mj-lt"/>
                <a:cs typeface="Arial" pitchFamily="34" charset="0"/>
              </a:defRPr>
            </a:lvl1pPr>
            <a:lvl2pPr marL="457200" defTabSz="914400">
              <a:defRPr sz="1800"/>
            </a:lvl2pPr>
            <a:lvl3pPr marL="914400" defTabSz="914400">
              <a:defRPr sz="1800"/>
            </a:lvl3pPr>
            <a:lvl4pPr marL="1371600" defTabSz="914400">
              <a:defRPr sz="1800"/>
            </a:lvl4pPr>
            <a:lvl5pPr marL="1828800" defTabSz="914400">
              <a:defRPr sz="1800"/>
            </a:lvl5pPr>
            <a:lvl6pPr marL="2286000" defTabSz="914400">
              <a:defRPr sz="1800"/>
            </a:lvl6pPr>
            <a:lvl7pPr marL="2743200" defTabSz="914400">
              <a:defRPr sz="1800"/>
            </a:lvl7pPr>
            <a:lvl8pPr marL="3200400" defTabSz="914400">
              <a:defRPr sz="1800"/>
            </a:lvl8pPr>
            <a:lvl9pPr marL="3657600" defTabSz="914400">
              <a:defRPr sz="1800"/>
            </a:lvl9pPr>
          </a:lstStyle>
          <a:p>
            <a:pPr lvl="0"/>
            <a:fld id="{13B55AB4-0D57-4FBE-946B-A81E4A9D2A4C}" type="slidenum">
              <a:rPr lang="en-US" noProof="0" smtClean="0"/>
              <a:pPr lvl="0"/>
              <a:t>‹#›</a:t>
            </a:fld>
            <a:r>
              <a:rPr lang="en-US" noProof="0" dirty="0"/>
              <a:t> </a:t>
            </a:r>
          </a:p>
        </p:txBody>
      </p:sp>
      <p:cxnSp>
        <p:nvCxnSpPr>
          <p:cNvPr id="64" name="Straight Connector 63"/>
          <p:cNvCxnSpPr/>
          <p:nvPr userDrawn="1"/>
        </p:nvCxnSpPr>
        <p:spPr>
          <a:xfrm>
            <a:off x="4687360" y="4945062"/>
            <a:ext cx="0" cy="127170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0" name="Picture 169"/>
          <p:cNvPicPr>
            <a:picLocks noChangeAspect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826180"/>
            <a:ext cx="4891635" cy="317319"/>
          </a:xfrm>
          <a:prstGeom prst="rect">
            <a:avLst/>
          </a:prstGeom>
        </p:spPr>
      </p:pic>
      <p:pic>
        <p:nvPicPr>
          <p:cNvPr id="5" name="Picture 4" descr="Logo&#10;&#10;Description automatically generated">
            <a:extLst>
              <a:ext uri="{FF2B5EF4-FFF2-40B4-BE49-F238E27FC236}">
                <a16:creationId xmlns:a16="http://schemas.microsoft.com/office/drawing/2014/main" id="{4DEFFE69-D5FF-4A87-B6F2-FB54E497FFA9}"/>
              </a:ext>
            </a:extLst>
          </p:cNvPr>
          <p:cNvPicPr>
            <a:picLocks noChangeAspect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18365" y="4641142"/>
            <a:ext cx="855192" cy="343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23302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4052" r:id="rId2"/>
    <p:sldLayoutId id="2147484055" r:id="rId3"/>
    <p:sldLayoutId id="2147484056" r:id="rId4"/>
    <p:sldLayoutId id="2147484057" r:id="rId5"/>
    <p:sldLayoutId id="2147484058" r:id="rId6"/>
    <p:sldLayoutId id="2147484059" r:id="rId7"/>
    <p:sldLayoutId id="2147484060" r:id="rId8"/>
    <p:sldLayoutId id="2147483751" r:id="rId9"/>
  </p:sldLayoutIdLst>
  <p:hf sldNum="0" hdr="0" ftr="0" dt="0"/>
  <p:txStyles>
    <p:titleStyle>
      <a:lvl1pPr algn="l" defTabSz="685800" rtl="0" eaLnBrk="1" latinLnBrk="0" hangingPunct="1">
        <a:spcBef>
          <a:spcPct val="0"/>
        </a:spcBef>
        <a:buNone/>
        <a:defRPr sz="2100" kern="1200">
          <a:solidFill>
            <a:srgbClr val="724698"/>
          </a:solidFill>
          <a:latin typeface="+mn-lt"/>
          <a:ea typeface="+mj-ea"/>
          <a:cs typeface="Calibri Light" panose="020F0302020204030204" pitchFamily="34" charset="0"/>
        </a:defRPr>
      </a:lvl1pPr>
    </p:titleStyle>
    <p:bodyStyle>
      <a:lvl1pPr marL="257175" indent="-257175" algn="l" defTabSz="685800" rtl="0" eaLnBrk="1" latinLnBrk="0" hangingPunct="1">
        <a:spcBef>
          <a:spcPct val="20000"/>
        </a:spcBef>
        <a:buClr>
          <a:schemeClr val="tx1">
            <a:lumMod val="65000"/>
            <a:lumOff val="35000"/>
          </a:schemeClr>
        </a:buClr>
        <a:buFont typeface="Wingdings" pitchFamily="2" charset="2"/>
        <a:buChar char="§"/>
        <a:defRPr sz="1500" kern="1200">
          <a:solidFill>
            <a:schemeClr val="tx1">
              <a:lumMod val="75000"/>
              <a:lumOff val="25000"/>
            </a:schemeClr>
          </a:solidFill>
          <a:latin typeface="+mj-lt"/>
          <a:ea typeface="+mn-ea"/>
          <a:cs typeface="Arial" pitchFamily="34" charset="0"/>
        </a:defRPr>
      </a:lvl1pPr>
      <a:lvl2pPr marL="557213" indent="-214313" algn="l" defTabSz="685800" rtl="0" eaLnBrk="1" latinLnBrk="0" hangingPunct="1">
        <a:spcBef>
          <a:spcPct val="20000"/>
        </a:spcBef>
        <a:buClr>
          <a:schemeClr val="tx1">
            <a:lumMod val="65000"/>
            <a:lumOff val="35000"/>
          </a:schemeClr>
        </a:buClr>
        <a:buFont typeface="Myriad Pro" pitchFamily="34" charset="0"/>
        <a:buChar char="–"/>
        <a:defRPr sz="1500" kern="1200">
          <a:solidFill>
            <a:schemeClr val="tx1">
              <a:lumMod val="75000"/>
              <a:lumOff val="25000"/>
            </a:schemeClr>
          </a:solidFill>
          <a:latin typeface="+mj-lt"/>
          <a:ea typeface="+mn-ea"/>
          <a:cs typeface="Arial" pitchFamily="34" charset="0"/>
        </a:defRPr>
      </a:lvl2pPr>
      <a:lvl3pPr marL="857250" indent="-171450" algn="l" defTabSz="685800" rtl="0" eaLnBrk="1" latinLnBrk="0" hangingPunct="1">
        <a:spcBef>
          <a:spcPct val="20000"/>
        </a:spcBef>
        <a:buClr>
          <a:schemeClr val="tx1">
            <a:lumMod val="65000"/>
            <a:lumOff val="35000"/>
          </a:schemeClr>
        </a:buClr>
        <a:buFont typeface="Courier New" pitchFamily="49" charset="0"/>
        <a:buChar char="o"/>
        <a:defRPr sz="1400" kern="1200">
          <a:solidFill>
            <a:schemeClr val="tx1">
              <a:lumMod val="75000"/>
              <a:lumOff val="25000"/>
            </a:schemeClr>
          </a:solidFill>
          <a:latin typeface="+mj-lt"/>
          <a:ea typeface="+mn-ea"/>
          <a:cs typeface="Arial" pitchFamily="34" charset="0"/>
        </a:defRPr>
      </a:lvl3pPr>
      <a:lvl4pPr marL="1200150" indent="-171450" algn="l" defTabSz="685800" rtl="0" eaLnBrk="1" latinLnBrk="0" hangingPunct="1">
        <a:spcBef>
          <a:spcPct val="20000"/>
        </a:spcBef>
        <a:buClr>
          <a:schemeClr val="tx1">
            <a:lumMod val="65000"/>
            <a:lumOff val="35000"/>
          </a:schemeClr>
        </a:buClr>
        <a:buFont typeface="Arial" pitchFamily="34" charset="0"/>
        <a:buChar char="•"/>
        <a:defRPr sz="1200" kern="1200" baseline="0">
          <a:solidFill>
            <a:schemeClr val="tx1">
              <a:lumMod val="75000"/>
              <a:lumOff val="25000"/>
            </a:schemeClr>
          </a:solidFill>
          <a:latin typeface="+mj-lt"/>
          <a:ea typeface="+mn-ea"/>
          <a:cs typeface="Arial" pitchFamily="34" charset="0"/>
        </a:defRPr>
      </a:lvl4pPr>
      <a:lvl5pPr marL="1543050" indent="-171450" algn="l" defTabSz="685800" rtl="0" eaLnBrk="1" latinLnBrk="0" hangingPunct="1">
        <a:spcBef>
          <a:spcPct val="20000"/>
        </a:spcBef>
        <a:buFont typeface="Arial" pitchFamily="34" charset="0"/>
        <a:buChar char="»"/>
        <a:defRPr sz="1500" kern="1200">
          <a:solidFill>
            <a:schemeClr val="tx1"/>
          </a:solidFill>
          <a:latin typeface="Myriad Pro" pitchFamily="34" charset="0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0" orient="horz" pos="1620" userDrawn="1">
          <p15:clr>
            <a:srgbClr val="F26B43"/>
          </p15:clr>
        </p15:guide>
        <p15:guide id="3" pos="5642" userDrawn="1">
          <p15:clr>
            <a:srgbClr val="F26B43"/>
          </p15:clr>
        </p15:guide>
        <p15:guide id="4" pos="118" userDrawn="1">
          <p15:clr>
            <a:srgbClr val="F26B43"/>
          </p15:clr>
        </p15:guide>
        <p15:guide id="5" orient="horz" pos="432" userDrawn="1">
          <p15:clr>
            <a:srgbClr val="F26B43"/>
          </p15:clr>
        </p15:guide>
        <p15:guide id="6" orient="horz" pos="2939" userDrawn="1">
          <p15:clr>
            <a:srgbClr val="F26B43"/>
          </p15:clr>
        </p15:guide>
        <p15:guide id="7" pos="2880" userDrawn="1">
          <p15:clr>
            <a:srgbClr val="F26B43"/>
          </p15:clr>
        </p15:guide>
        <p15:guide id="8" orient="horz" pos="149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56970" y="1987302"/>
            <a:ext cx="4924276" cy="553998"/>
          </a:xfrm>
          <a:prstGeom prst="rect">
            <a:avLst/>
          </a:prstGeom>
        </p:spPr>
        <p:txBody>
          <a:bodyPr vert="horz" wrap="square" lIns="68580" tIns="34290" rIns="68580" bIns="34290" rtlCol="0" anchor="ctr">
            <a:noAutofit/>
          </a:bodyPr>
          <a:lstStyle/>
          <a:p>
            <a:pPr lvl="0">
              <a:lnSpc>
                <a:spcPct val="90000"/>
              </a:lnSpc>
              <a:spcBef>
                <a:spcPts val="100"/>
              </a:spcBef>
            </a:pPr>
            <a:r>
              <a:rPr lang="en-US" dirty="0"/>
              <a:t>Click to edit Master title style</a:t>
            </a:r>
          </a:p>
        </p:txBody>
      </p:sp>
      <p:sp>
        <p:nvSpPr>
          <p:cNvPr id="27" name="Rectangle 26"/>
          <p:cNvSpPr/>
          <p:nvPr userDrawn="1"/>
        </p:nvSpPr>
        <p:spPr>
          <a:xfrm>
            <a:off x="356970" y="2549813"/>
            <a:ext cx="4924276" cy="44607"/>
          </a:xfrm>
          <a:prstGeom prst="rect">
            <a:avLst/>
          </a:prstGeom>
          <a:gradFill flip="none" rotWithShape="1">
            <a:gsLst>
              <a:gs pos="0">
                <a:srgbClr val="73459B"/>
              </a:gs>
              <a:gs pos="50000">
                <a:srgbClr val="BA2983"/>
              </a:gs>
              <a:gs pos="100000">
                <a:srgbClr val="F04D38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766"/>
            <a:endParaRPr lang="en-IN" dirty="0">
              <a:solidFill>
                <a:prstClr val="white"/>
              </a:solidFill>
            </a:endParaRPr>
          </a:p>
        </p:txBody>
      </p:sp>
      <p:pic>
        <p:nvPicPr>
          <p:cNvPr id="167" name="Picture 16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826180"/>
            <a:ext cx="4891635" cy="317319"/>
          </a:xfrm>
          <a:prstGeom prst="rect">
            <a:avLst/>
          </a:prstGeom>
        </p:spPr>
      </p:pic>
      <p:pic>
        <p:nvPicPr>
          <p:cNvPr id="6" name="Picture 5" descr="Logo&#10;&#10;Description automatically generated">
            <a:extLst>
              <a:ext uri="{FF2B5EF4-FFF2-40B4-BE49-F238E27FC236}">
                <a16:creationId xmlns:a16="http://schemas.microsoft.com/office/drawing/2014/main" id="{02D2DF18-524F-4CE9-B4ED-9E4A0879DD9E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04" y="39249"/>
            <a:ext cx="1260839" cy="506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96996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37" r:id="rId1"/>
  </p:sldLayoutIdLst>
  <p:hf sldNum="0" hdr="0" ftr="0" dt="0"/>
  <p:txStyles>
    <p:titleStyle>
      <a:lvl1pPr algn="l" defTabSz="685800" rtl="0" eaLnBrk="1" latinLnBrk="0" hangingPunct="1">
        <a:spcBef>
          <a:spcPct val="0"/>
        </a:spcBef>
        <a:buNone/>
        <a:defRPr lang="en-US" sz="2400" kern="1200" dirty="0">
          <a:solidFill>
            <a:srgbClr val="724698"/>
          </a:solidFill>
          <a:latin typeface="+mj-lt"/>
          <a:ea typeface="+mj-ea"/>
          <a:cs typeface="Calibri Light" panose="020F0302020204030204" pitchFamily="34" charset="0"/>
        </a:defRPr>
      </a:lvl1pPr>
    </p:titleStyle>
    <p:bodyStyle>
      <a:lvl1pPr marL="257175" indent="-257175" algn="l" defTabSz="685800" rtl="0" eaLnBrk="1" latinLnBrk="0" hangingPunct="1">
        <a:spcBef>
          <a:spcPct val="20000"/>
        </a:spcBef>
        <a:buFont typeface="Arial" pitchFamily="34" charset="0"/>
        <a:buChar char="•"/>
        <a:defRPr lang="en-US" sz="3000" kern="1200" dirty="0" smtClean="0">
          <a:solidFill>
            <a:schemeClr val="bg1">
              <a:lumMod val="50000"/>
            </a:schemeClr>
          </a:solidFill>
          <a:latin typeface="Calibri" panose="020F0502020204030204" pitchFamily="34" charset="0"/>
          <a:ea typeface="+mj-ea"/>
          <a:cs typeface="Arial" pitchFamily="34" charset="0"/>
        </a:defRPr>
      </a:lvl1pPr>
      <a:lvl2pPr marL="557213" indent="-214313" algn="l" defTabSz="685800" rtl="0" eaLnBrk="1" latinLnBrk="0" hangingPunct="1">
        <a:spcBef>
          <a:spcPct val="20000"/>
        </a:spcBef>
        <a:buFont typeface="Arial" pitchFamily="34" charset="0"/>
        <a:buChar char="–"/>
        <a:defRPr lang="en-US" sz="1400" kern="1200" dirty="0" smtClean="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lang="en-US" sz="1400" kern="1200" dirty="0" smtClean="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spcBef>
          <a:spcPct val="20000"/>
        </a:spcBef>
        <a:buFont typeface="Arial" pitchFamily="34" charset="0"/>
        <a:buChar char="–"/>
        <a:defRPr lang="en-US" sz="1400" kern="1200" dirty="0" smtClean="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spcBef>
          <a:spcPct val="20000"/>
        </a:spcBef>
        <a:buFont typeface="Arial" pitchFamily="34" charset="0"/>
        <a:buChar char="»"/>
        <a:defRPr lang="en-US" sz="1400" kern="1200" dirty="0" smtClean="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356970" y="1987302"/>
            <a:ext cx="3961966" cy="553998"/>
          </a:xfrm>
          <a:prstGeom prst="rect">
            <a:avLst/>
          </a:prstGeom>
        </p:spPr>
        <p:txBody>
          <a:bodyPr vert="horz" wrap="square" lIns="68580" tIns="34290" rIns="68580" bIns="34290" rtlCol="0" anchor="ctr">
            <a:noAutofit/>
          </a:bodyPr>
          <a:lstStyle>
            <a:lvl1pPr>
              <a:lnSpc>
                <a:spcPct val="90000"/>
              </a:lnSpc>
              <a:spcBef>
                <a:spcPts val="100"/>
              </a:spcBef>
              <a:buNone/>
              <a:defRPr sz="2400">
                <a:solidFill>
                  <a:srgbClr val="724698"/>
                </a:solidFill>
                <a:latin typeface="+mj-lt"/>
                <a:ea typeface="+mj-ea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 dirty="0"/>
              <a:t>Thank You</a:t>
            </a:r>
          </a:p>
        </p:txBody>
      </p:sp>
      <p:sp>
        <p:nvSpPr>
          <p:cNvPr id="164" name="Rectangle 163"/>
          <p:cNvSpPr/>
          <p:nvPr userDrawn="1"/>
        </p:nvSpPr>
        <p:spPr>
          <a:xfrm>
            <a:off x="356970" y="2549813"/>
            <a:ext cx="4100296" cy="44607"/>
          </a:xfrm>
          <a:prstGeom prst="rect">
            <a:avLst/>
          </a:prstGeom>
          <a:gradFill flip="none" rotWithShape="1">
            <a:gsLst>
              <a:gs pos="0">
                <a:srgbClr val="73459B"/>
              </a:gs>
              <a:gs pos="50000">
                <a:srgbClr val="BA2983"/>
              </a:gs>
              <a:gs pos="100000">
                <a:srgbClr val="F04D38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766"/>
            <a:endParaRPr lang="en-IN" dirty="0">
              <a:solidFill>
                <a:prstClr val="white"/>
              </a:solidFill>
            </a:endParaRPr>
          </a:p>
        </p:txBody>
      </p:sp>
      <p:pic>
        <p:nvPicPr>
          <p:cNvPr id="167" name="Picture 16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826180"/>
            <a:ext cx="4891635" cy="317319"/>
          </a:xfrm>
          <a:prstGeom prst="rect">
            <a:avLst/>
          </a:prstGeom>
        </p:spPr>
      </p:pic>
      <p:pic>
        <p:nvPicPr>
          <p:cNvPr id="6" name="Picture 5" descr="Logo&#10;&#10;Description automatically generated">
            <a:extLst>
              <a:ext uri="{FF2B5EF4-FFF2-40B4-BE49-F238E27FC236}">
                <a16:creationId xmlns:a16="http://schemas.microsoft.com/office/drawing/2014/main" id="{93109F89-EB5A-40FF-A12F-613D202AB8A4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125010"/>
            <a:ext cx="1260839" cy="506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18810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39" r:id="rId1"/>
  </p:sldLayoutIdLst>
  <p:hf sldNum="0" hdr="0" ftr="0" dt="0"/>
  <p:txStyles>
    <p:titleStyle>
      <a:lvl1pPr algn="l" defTabSz="685800" rtl="0" eaLnBrk="1" latinLnBrk="0" hangingPunct="1">
        <a:spcBef>
          <a:spcPct val="0"/>
        </a:spcBef>
        <a:buNone/>
        <a:defRPr sz="2300" kern="1200">
          <a:solidFill>
            <a:schemeClr val="bg1"/>
          </a:solidFill>
          <a:latin typeface="Myriad Pro" pitchFamily="34" charset="0"/>
          <a:ea typeface="+mj-ea"/>
          <a:cs typeface="+mj-cs"/>
        </a:defRPr>
      </a:lvl1pPr>
    </p:titleStyle>
    <p:bodyStyle>
      <a:lvl1pPr marL="257175" indent="-257175" algn="l" defTabSz="685800" rtl="0" eaLnBrk="1" latinLnBrk="0" hangingPunct="1">
        <a:spcBef>
          <a:spcPct val="20000"/>
        </a:spcBef>
        <a:buFont typeface="Arial" pitchFamily="34" charset="0"/>
        <a:buChar char="•"/>
        <a:defRPr lang="en-US" sz="3000" kern="1200" dirty="0" smtClean="0">
          <a:solidFill>
            <a:schemeClr val="bg1">
              <a:lumMod val="50000"/>
            </a:schemeClr>
          </a:solidFill>
          <a:latin typeface="Calibri" panose="020F0502020204030204" pitchFamily="34" charset="0"/>
          <a:ea typeface="+mj-ea"/>
          <a:cs typeface="Arial" pitchFamily="34" charset="0"/>
        </a:defRPr>
      </a:lvl1pPr>
      <a:lvl2pPr marL="557213" indent="-214313" algn="l" defTabSz="685800" rtl="0" eaLnBrk="1" latinLnBrk="0" hangingPunct="1">
        <a:spcBef>
          <a:spcPct val="20000"/>
        </a:spcBef>
        <a:buFont typeface="Arial" pitchFamily="34" charset="0"/>
        <a:buChar char="–"/>
        <a:defRPr lang="en-US" sz="1400" kern="1200" dirty="0" smtClean="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lang="en-US" sz="1400" kern="1200" dirty="0" smtClean="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spcBef>
          <a:spcPct val="20000"/>
        </a:spcBef>
        <a:buFont typeface="Arial" pitchFamily="34" charset="0"/>
        <a:buChar char="–"/>
        <a:defRPr lang="en-US" sz="1400" kern="1200" dirty="0" smtClean="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spcBef>
          <a:spcPct val="20000"/>
        </a:spcBef>
        <a:buFont typeface="Arial" pitchFamily="34" charset="0"/>
        <a:buChar char="»"/>
        <a:defRPr lang="en-US" sz="1400" kern="1200" dirty="0" smtClean="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9.xml"/><Relationship Id="rId136" Type="http://schemas.openxmlformats.org/officeDocument/2006/relationships/image" Target="../media/image86.png"/><Relationship Id="rId4" Type="http://schemas.openxmlformats.org/officeDocument/2006/relationships/customXml" Target="../ink/ink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44627" y="2372866"/>
            <a:ext cx="6999309" cy="342900"/>
          </a:xfrm>
        </p:spPr>
        <p:txBody>
          <a:bodyPr/>
          <a:lstStyle/>
          <a:p>
            <a:r>
              <a:rPr lang="en-US" sz="2400" b="1" dirty="0">
                <a:solidFill>
                  <a:srgbClr val="034EA2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Modus Ponens: Soundness and Completeness </a:t>
            </a:r>
            <a:endParaRPr lang="en-US" sz="2400" dirty="0">
              <a:solidFill>
                <a:srgbClr val="034EA2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A8BDAB70-7A34-1F09-FB02-A4999B9278C1}"/>
              </a:ext>
            </a:extLst>
          </p:cNvPr>
          <p:cNvSpPr txBox="1">
            <a:spLocks/>
          </p:cNvSpPr>
          <p:nvPr/>
        </p:nvSpPr>
        <p:spPr>
          <a:xfrm>
            <a:off x="4605670" y="3998182"/>
            <a:ext cx="3854762" cy="301760"/>
          </a:xfrm>
          <a:prstGeom prst="rect">
            <a:avLst/>
          </a:prstGeom>
        </p:spPr>
        <p:txBody>
          <a:bodyPr vert="horz" lIns="68580" tIns="34290" rIns="68580" bIns="34290" rtlCol="0">
            <a:noAutofit/>
          </a:bodyPr>
          <a:lstStyle>
            <a:lvl1pPr marL="0" indent="0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Wingdings" pitchFamily="2" charset="2"/>
              <a:buNone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Calibri Light" panose="020F0302020204030204" pitchFamily="34" charset="0"/>
              </a:defRPr>
            </a:lvl1pPr>
            <a:lvl2pPr marL="557213" indent="-214313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Myriad Pro" pitchFamily="34" charset="0"/>
              <a:buChar char="–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2pPr>
            <a:lvl3pPr marL="857250" indent="-171450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Courier New" pitchFamily="49" charset="0"/>
              <a:buChar char="o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3pPr>
            <a:lvl4pPr marL="1200150" indent="-171450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Arial" pitchFamily="34" charset="0"/>
              <a:buChar char="•"/>
              <a:defRPr sz="120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4pPr>
            <a:lvl5pPr marL="15430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500" kern="1200">
                <a:solidFill>
                  <a:schemeClr val="tx1"/>
                </a:solidFill>
                <a:latin typeface="Myriad Pro" pitchFamily="34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b="1" dirty="0">
                <a:solidFill>
                  <a:srgbClr val="034EA2"/>
                </a:solidFill>
              </a:rPr>
              <a:t>Prof. Tarachand Amgoth</a:t>
            </a:r>
          </a:p>
          <a:p>
            <a:pPr algn="r"/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876C32B9-10B6-E691-28C9-BDD858B991AD}"/>
              </a:ext>
            </a:extLst>
          </p:cNvPr>
          <p:cNvSpPr txBox="1">
            <a:spLocks/>
          </p:cNvSpPr>
          <p:nvPr/>
        </p:nvSpPr>
        <p:spPr>
          <a:xfrm>
            <a:off x="7270364" y="4696037"/>
            <a:ext cx="1856666" cy="301760"/>
          </a:xfrm>
          <a:prstGeom prst="rect">
            <a:avLst/>
          </a:prstGeom>
          <a:solidFill>
            <a:schemeClr val="bg1"/>
          </a:solidFill>
        </p:spPr>
        <p:txBody>
          <a:bodyPr vert="horz" lIns="68580" tIns="34290" rIns="68580" bIns="34290" rtlCol="0">
            <a:noAutofit/>
          </a:bodyPr>
          <a:lstStyle>
            <a:lvl1pPr marL="0" indent="0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Wingdings" pitchFamily="2" charset="2"/>
              <a:buNone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Calibri Light" panose="020F0302020204030204" pitchFamily="34" charset="0"/>
              </a:defRPr>
            </a:lvl1pPr>
            <a:lvl2pPr marL="557213" indent="-214313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Myriad Pro" pitchFamily="34" charset="0"/>
              <a:buChar char="–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2pPr>
            <a:lvl3pPr marL="857250" indent="-171450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Courier New" pitchFamily="49" charset="0"/>
              <a:buChar char="o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3pPr>
            <a:lvl4pPr marL="1200150" indent="-171450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Arial" pitchFamily="34" charset="0"/>
              <a:buChar char="•"/>
              <a:defRPr sz="120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4pPr>
            <a:lvl5pPr marL="15430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500" kern="1200">
                <a:solidFill>
                  <a:schemeClr val="tx1"/>
                </a:solidFill>
                <a:latin typeface="Myriad Pro" pitchFamily="34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8858B8A9-05BB-EF9F-4232-62A7D5D5DCBD}"/>
              </a:ext>
            </a:extLst>
          </p:cNvPr>
          <p:cNvSpPr txBox="1">
            <a:spLocks/>
          </p:cNvSpPr>
          <p:nvPr/>
        </p:nvSpPr>
        <p:spPr>
          <a:xfrm>
            <a:off x="236987" y="123478"/>
            <a:ext cx="6999309" cy="342900"/>
          </a:xfrm>
          <a:prstGeom prst="rect">
            <a:avLst/>
          </a:prstGeom>
        </p:spPr>
        <p:txBody>
          <a:bodyPr vert="horz" lIns="68580" tIns="34290" rIns="68580" bIns="34290" rtlCol="0">
            <a:noAutofit/>
          </a:bodyPr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tx1">
                  <a:lumMod val="65000"/>
                  <a:lumOff val="35000"/>
                </a:schemeClr>
              </a:buClr>
              <a:buSzTx/>
              <a:buFont typeface="Wingdings" pitchFamily="2" charset="2"/>
              <a:buNone/>
              <a:tabLst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n-ea"/>
                <a:cs typeface="Arial" pitchFamily="34" charset="0"/>
              </a:defRPr>
            </a:lvl1pPr>
            <a:lvl2pPr marL="342900" indent="0" algn="ctr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Myriad Pro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Arial" pitchFamily="34" charset="0"/>
              </a:defRPr>
            </a:lvl2pPr>
            <a:lvl3pPr marL="685800" indent="0" algn="ctr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Courier New" pitchFamily="49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Arial" pitchFamily="34" charset="0"/>
              </a:defRPr>
            </a:lvl3pPr>
            <a:lvl4pPr marL="1028700" indent="0" algn="ctr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Arial" pitchFamily="34" charset="0"/>
              <a:buNone/>
              <a:defRPr sz="1200" kern="1200" baseline="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Arial" pitchFamily="34" charset="0"/>
              </a:defRPr>
            </a:lvl4pPr>
            <a:lvl5pPr marL="1371600" indent="0" algn="ctr" defTabSz="685800" rtl="0" eaLnBrk="1" latinLnBrk="0" hangingPunct="1">
              <a:spcBef>
                <a:spcPct val="20000"/>
              </a:spcBef>
              <a:buFont typeface="Arial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Myriad Pro" pitchFamily="34" charset="0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spcBef>
                <a:spcPct val="20000"/>
              </a:spcBef>
              <a:buFont typeface="Arial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spcBef>
                <a:spcPct val="20000"/>
              </a:spcBef>
              <a:buFont typeface="Arial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spcBef>
                <a:spcPct val="20000"/>
              </a:spcBef>
              <a:buFont typeface="Arial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spcBef>
                <a:spcPct val="20000"/>
              </a:spcBef>
              <a:buFont typeface="Arial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200" b="1" dirty="0">
                <a:solidFill>
                  <a:srgbClr val="034EA2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Logical Agents: Propositional Logic </a:t>
            </a:r>
            <a:endParaRPr lang="en-US" sz="2200" dirty="0">
              <a:solidFill>
                <a:srgbClr val="034EA2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14373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6181" y="73541"/>
            <a:ext cx="8552914" cy="481985"/>
          </a:xfrm>
        </p:spPr>
        <p:txBody>
          <a:bodyPr>
            <a:normAutofit/>
          </a:bodyPr>
          <a:lstStyle/>
          <a:p>
            <a:r>
              <a:rPr lang="en-IN" sz="2200" b="1" dirty="0">
                <a:solidFill>
                  <a:srgbClr val="93478C"/>
                </a:solidFill>
                <a:latin typeface="Calibri Light" panose="020F0302020204030204" pitchFamily="34" charset="0"/>
                <a:ea typeface="Calibri Light" panose="020F0302020204030204" pitchFamily="34" charset="0"/>
              </a:rPr>
              <a:t>Modus Ponens</a:t>
            </a:r>
            <a:r>
              <a:rPr lang="en-IN" sz="1400" dirty="0">
                <a:solidFill>
                  <a:srgbClr val="034EA2"/>
                </a:solidFill>
                <a:latin typeface="Calibri Light" panose="020F0302020204030204" pitchFamily="34" charset="0"/>
                <a:ea typeface="Calibri Light" panose="020F0302020204030204" pitchFamily="34" charset="0"/>
              </a:rPr>
              <a:t>   </a:t>
            </a:r>
            <a:endParaRPr lang="en-US" sz="1400" dirty="0">
              <a:solidFill>
                <a:srgbClr val="034EA2"/>
              </a:solidFill>
              <a:latin typeface="Calibri Light" panose="020F0302020204030204" pitchFamily="34" charset="0"/>
              <a:ea typeface="Calibri Light" panose="020F0302020204030204" pitchFamily="34" charset="0"/>
            </a:endParaRP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316181" y="987575"/>
            <a:ext cx="8288267" cy="2232248"/>
          </a:xfrm>
          <a:prstGeom prst="rect">
            <a:avLst/>
          </a:prstGeom>
        </p:spPr>
        <p:txBody>
          <a:bodyPr/>
          <a:lstStyle>
            <a:lvl1pPr marL="257175" indent="-257175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Wingdings" pitchFamily="2" charset="2"/>
              <a:buChar char="§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1pPr>
            <a:lvl2pPr marL="557213" indent="-214313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Myriad Pro" pitchFamily="34" charset="0"/>
              <a:buChar char="–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2pPr>
            <a:lvl3pPr marL="857250" indent="-171450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Courier New" pitchFamily="49" charset="0"/>
              <a:buChar char="o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3pPr>
            <a:lvl4pPr marL="1200150" indent="-171450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Arial" pitchFamily="34" charset="0"/>
              <a:buChar char="•"/>
              <a:defRPr sz="120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4pPr>
            <a:lvl5pPr marL="15430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500" kern="1200">
                <a:solidFill>
                  <a:schemeClr val="tx1"/>
                </a:solidFill>
                <a:latin typeface="Myriad Pro" pitchFamily="34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spcBef>
                <a:spcPts val="0"/>
              </a:spcBef>
              <a:buFont typeface="Wingdings" pitchFamily="2" charset="2"/>
              <a:buNone/>
              <a:defRPr/>
            </a:pPr>
            <a:endParaRPr lang="en-IN" sz="1600" b="1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DB871F16-5843-9C5F-3ACA-85F58CCF4AFF}"/>
              </a:ext>
            </a:extLst>
          </p:cNvPr>
          <p:cNvSpPr txBox="1">
            <a:spLocks/>
          </p:cNvSpPr>
          <p:nvPr/>
        </p:nvSpPr>
        <p:spPr>
          <a:xfrm>
            <a:off x="7270364" y="4696037"/>
            <a:ext cx="1856666" cy="301760"/>
          </a:xfrm>
          <a:prstGeom prst="rect">
            <a:avLst/>
          </a:prstGeom>
          <a:solidFill>
            <a:schemeClr val="bg1"/>
          </a:solidFill>
        </p:spPr>
        <p:txBody>
          <a:bodyPr vert="horz" lIns="68580" tIns="34290" rIns="68580" bIns="34290" rtlCol="0">
            <a:noAutofit/>
          </a:bodyPr>
          <a:lstStyle>
            <a:lvl1pPr marL="0" indent="0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Wingdings" pitchFamily="2" charset="2"/>
              <a:buNone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Calibri Light" panose="020F0302020204030204" pitchFamily="34" charset="0"/>
              </a:defRPr>
            </a:lvl1pPr>
            <a:lvl2pPr marL="557213" indent="-214313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Myriad Pro" pitchFamily="34" charset="0"/>
              <a:buChar char="–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2pPr>
            <a:lvl3pPr marL="857250" indent="-171450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Courier New" pitchFamily="49" charset="0"/>
              <a:buChar char="o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3pPr>
            <a:lvl4pPr marL="1200150" indent="-171450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Arial" pitchFamily="34" charset="0"/>
              <a:buChar char="•"/>
              <a:defRPr sz="120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4pPr>
            <a:lvl5pPr marL="15430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500" kern="1200">
                <a:solidFill>
                  <a:schemeClr val="tx1"/>
                </a:solidFill>
                <a:latin typeface="Myriad Pro" pitchFamily="34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40CB1F3-F67A-5D99-DADA-42E4FEF0DD55}"/>
              </a:ext>
            </a:extLst>
          </p:cNvPr>
          <p:cNvSpPr txBox="1"/>
          <p:nvPr/>
        </p:nvSpPr>
        <p:spPr>
          <a:xfrm>
            <a:off x="4716016" y="4932777"/>
            <a:ext cx="576064" cy="15925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E291A11F-7CE4-F8A4-1530-A28D510C44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1687" y="711736"/>
            <a:ext cx="7452320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Modus Ponens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is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sound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because if the premises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 → Q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and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are true, the conclusion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Q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must also be true.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D902AA3-321B-ACE4-5A30-98090EF0B586}"/>
                  </a:ext>
                </a:extLst>
              </p:cNvPr>
              <p:cNvSpPr txBox="1"/>
              <p:nvPr/>
            </p:nvSpPr>
            <p:spPr>
              <a:xfrm>
                <a:off x="755576" y="2833648"/>
                <a:ext cx="4176464" cy="175432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IN" sz="1800" dirty="0">
                    <a:solidFill>
                      <a:srgbClr val="034EA2"/>
                    </a:solidFill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In particular, a proof system is sound iff the only formulas (</a:t>
                </a:r>
                <a14:m>
                  <m:oMath xmlns:m="http://schemas.openxmlformats.org/officeDocument/2006/math">
                    <m:r>
                      <a:rPr lang="en-IN" sz="1800" i="1" smtClean="0">
                        <a:solidFill>
                          <a:srgbClr val="034EA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 Light" panose="020F0302020204030204" pitchFamily="34" charset="0"/>
                      </a:rPr>
                      <m:t>𝛼</m:t>
                    </m:r>
                  </m:oMath>
                </a14:m>
                <a:r>
                  <a:rPr lang="en-IN" sz="1800" dirty="0">
                    <a:solidFill>
                      <a:srgbClr val="034EA2"/>
                    </a:solidFill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) we can derive from premises ∆ (KB) are logical consequences of ∆ (KB) . Thus soundness guarantees that we’ll never draw false conclusions from true premises.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D902AA3-321B-ACE4-5A30-98090EF0B5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576" y="2833648"/>
                <a:ext cx="4176464" cy="1754326"/>
              </a:xfrm>
              <a:prstGeom prst="rect">
                <a:avLst/>
              </a:prstGeom>
              <a:blipFill>
                <a:blip r:embed="rId2"/>
                <a:stretch>
                  <a:fillRect l="-1314" t="-2083" r="-1460" b="-451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4BE3F8A-0F18-7D21-1A88-B7A118D3C758}"/>
                  </a:ext>
                </a:extLst>
              </p:cNvPr>
              <p:cNvSpPr txBox="1"/>
              <p:nvPr/>
            </p:nvSpPr>
            <p:spPr>
              <a:xfrm>
                <a:off x="5508104" y="2171640"/>
                <a:ext cx="309634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IN" sz="2000" dirty="0"/>
                  <a:t>KB⊢</a:t>
                </a:r>
                <a:r>
                  <a:rPr lang="en-IN" sz="2000" dirty="0">
                    <a:solidFill>
                      <a:srgbClr val="034EA2"/>
                    </a:solidFill>
                    <a:ea typeface="Cambria Math" panose="02040503050406030204" pitchFamily="18" charset="0"/>
                    <a:cs typeface="Calibri Light" panose="020F03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000" i="1" smtClean="0">
                        <a:solidFill>
                          <a:srgbClr val="034EA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 Light" panose="020F0302020204030204" pitchFamily="34" charset="0"/>
                      </a:rPr>
                      <m:t>𝛼</m:t>
                    </m:r>
                  </m:oMath>
                </a14:m>
                <a:r>
                  <a:rPr lang="en-IN" sz="2000" dirty="0"/>
                  <a:t> implies that KB |=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034EA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 Light" panose="020F0302020204030204" pitchFamily="34" charset="0"/>
                      </a:rPr>
                      <m:t>𝛼</m:t>
                    </m:r>
                  </m:oMath>
                </a14:m>
                <a:endParaRPr lang="en-IN" sz="20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4BE3F8A-0F18-7D21-1A88-B7A118D3C7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8104" y="2171640"/>
                <a:ext cx="3096344" cy="400110"/>
              </a:xfrm>
              <a:prstGeom prst="rect">
                <a:avLst/>
              </a:prstGeom>
              <a:blipFill>
                <a:blip r:embed="rId3"/>
                <a:stretch>
                  <a:fillRect l="-2170" t="-10606" b="-257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tangle 3">
            <a:extLst>
              <a:ext uri="{FF2B5EF4-FFF2-40B4-BE49-F238E27FC236}">
                <a16:creationId xmlns:a16="http://schemas.microsoft.com/office/drawing/2014/main" id="{B09A0B9C-5E4D-353A-A287-691A7BF697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4420" y="3017151"/>
            <a:ext cx="3744416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Premise 1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: If it rains, the ground will be wet (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 → Q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).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Premise 2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: It is raining (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).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Conclusion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: Therefore, the ground will be wet (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Q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). </a:t>
            </a:r>
          </a:p>
        </p:txBody>
      </p:sp>
    </p:spTree>
    <p:extLst>
      <p:ext uri="{BB962C8B-B14F-4D97-AF65-F5344CB8AC3E}">
        <p14:creationId xmlns:p14="http://schemas.microsoft.com/office/powerpoint/2010/main" val="28629232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6181" y="73541"/>
            <a:ext cx="8552914" cy="481985"/>
          </a:xfrm>
        </p:spPr>
        <p:txBody>
          <a:bodyPr>
            <a:normAutofit/>
          </a:bodyPr>
          <a:lstStyle/>
          <a:p>
            <a:r>
              <a:rPr lang="en-IN" sz="2200" b="1" dirty="0">
                <a:solidFill>
                  <a:srgbClr val="93478C"/>
                </a:solidFill>
                <a:latin typeface="Calibri Light" panose="020F0302020204030204" pitchFamily="34" charset="0"/>
                <a:ea typeface="Calibri Light" panose="020F0302020204030204" pitchFamily="34" charset="0"/>
              </a:rPr>
              <a:t>Modus Ponens</a:t>
            </a:r>
            <a:r>
              <a:rPr lang="en-IN" sz="1400" dirty="0">
                <a:solidFill>
                  <a:srgbClr val="034EA2"/>
                </a:solidFill>
                <a:latin typeface="Calibri Light" panose="020F0302020204030204" pitchFamily="34" charset="0"/>
                <a:ea typeface="Calibri Light" panose="020F0302020204030204" pitchFamily="34" charset="0"/>
              </a:rPr>
              <a:t>   </a:t>
            </a:r>
            <a:endParaRPr lang="en-US" sz="1400" dirty="0">
              <a:solidFill>
                <a:srgbClr val="034EA2"/>
              </a:solidFill>
              <a:latin typeface="Calibri Light" panose="020F0302020204030204" pitchFamily="34" charset="0"/>
              <a:ea typeface="Calibri Light" panose="020F0302020204030204" pitchFamily="34" charset="0"/>
            </a:endParaRP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316181" y="987575"/>
            <a:ext cx="8288267" cy="2232248"/>
          </a:xfrm>
          <a:prstGeom prst="rect">
            <a:avLst/>
          </a:prstGeom>
        </p:spPr>
        <p:txBody>
          <a:bodyPr/>
          <a:lstStyle>
            <a:lvl1pPr marL="257175" indent="-257175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Wingdings" pitchFamily="2" charset="2"/>
              <a:buChar char="§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1pPr>
            <a:lvl2pPr marL="557213" indent="-214313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Myriad Pro" pitchFamily="34" charset="0"/>
              <a:buChar char="–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2pPr>
            <a:lvl3pPr marL="857250" indent="-171450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Courier New" pitchFamily="49" charset="0"/>
              <a:buChar char="o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3pPr>
            <a:lvl4pPr marL="1200150" indent="-171450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Arial" pitchFamily="34" charset="0"/>
              <a:buChar char="•"/>
              <a:defRPr sz="120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4pPr>
            <a:lvl5pPr marL="15430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500" kern="1200">
                <a:solidFill>
                  <a:schemeClr val="tx1"/>
                </a:solidFill>
                <a:latin typeface="Myriad Pro" pitchFamily="34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spcBef>
                <a:spcPts val="0"/>
              </a:spcBef>
              <a:buFont typeface="Wingdings" pitchFamily="2" charset="2"/>
              <a:buNone/>
              <a:defRPr/>
            </a:pPr>
            <a:endParaRPr lang="en-IN" sz="1600" b="1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DB871F16-5843-9C5F-3ACA-85F58CCF4AFF}"/>
              </a:ext>
            </a:extLst>
          </p:cNvPr>
          <p:cNvSpPr txBox="1">
            <a:spLocks/>
          </p:cNvSpPr>
          <p:nvPr/>
        </p:nvSpPr>
        <p:spPr>
          <a:xfrm>
            <a:off x="7270364" y="4696037"/>
            <a:ext cx="1856666" cy="301760"/>
          </a:xfrm>
          <a:prstGeom prst="rect">
            <a:avLst/>
          </a:prstGeom>
          <a:solidFill>
            <a:schemeClr val="bg1"/>
          </a:solidFill>
        </p:spPr>
        <p:txBody>
          <a:bodyPr vert="horz" lIns="68580" tIns="34290" rIns="68580" bIns="34290" rtlCol="0">
            <a:noAutofit/>
          </a:bodyPr>
          <a:lstStyle>
            <a:lvl1pPr marL="0" indent="0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Wingdings" pitchFamily="2" charset="2"/>
              <a:buNone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Calibri Light" panose="020F0302020204030204" pitchFamily="34" charset="0"/>
              </a:defRPr>
            </a:lvl1pPr>
            <a:lvl2pPr marL="557213" indent="-214313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Myriad Pro" pitchFamily="34" charset="0"/>
              <a:buChar char="–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2pPr>
            <a:lvl3pPr marL="857250" indent="-171450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Courier New" pitchFamily="49" charset="0"/>
              <a:buChar char="o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3pPr>
            <a:lvl4pPr marL="1200150" indent="-171450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Arial" pitchFamily="34" charset="0"/>
              <a:buChar char="•"/>
              <a:defRPr sz="120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4pPr>
            <a:lvl5pPr marL="15430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500" kern="1200">
                <a:solidFill>
                  <a:schemeClr val="tx1"/>
                </a:solidFill>
                <a:latin typeface="Myriad Pro" pitchFamily="34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40CB1F3-F67A-5D99-DADA-42E4FEF0DD55}"/>
              </a:ext>
            </a:extLst>
          </p:cNvPr>
          <p:cNvSpPr txBox="1"/>
          <p:nvPr/>
        </p:nvSpPr>
        <p:spPr>
          <a:xfrm>
            <a:off x="4716016" y="4932777"/>
            <a:ext cx="576064" cy="15925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E291A11F-7CE4-F8A4-1530-A28D510C44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1687" y="711736"/>
            <a:ext cx="7452320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Modus Ponens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is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sound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because if the premises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 → Q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and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are true, the conclusion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Q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must also be true.</a:t>
            </a:r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B09A0B9C-5E4D-353A-A287-691A7BF697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77152" y="2211710"/>
            <a:ext cx="3744416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Premise 1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: If it rains, the ground will be wet (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 → Q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).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Premise 2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: It is raining (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).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Conclusion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: Therefore, the ground will be wet (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Q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). 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FE6BEE7C-22DA-9C25-19FB-26522FCEE9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8443" y="2134185"/>
            <a:ext cx="4860032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In this example, if both premises are true (i.e., it is actually raining, and rain makes the ground wet), then Modus Ponens guarantees that the conclusion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Q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(the ground is wet) must also be true.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This is why Modus Ponens is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sound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: it ensures that the conclusions derived from valid premises are also valid. </a:t>
            </a:r>
          </a:p>
        </p:txBody>
      </p:sp>
    </p:spTree>
    <p:extLst>
      <p:ext uri="{BB962C8B-B14F-4D97-AF65-F5344CB8AC3E}">
        <p14:creationId xmlns:p14="http://schemas.microsoft.com/office/powerpoint/2010/main" val="36555538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6181" y="73541"/>
            <a:ext cx="8552914" cy="481985"/>
          </a:xfrm>
        </p:spPr>
        <p:txBody>
          <a:bodyPr>
            <a:normAutofit/>
          </a:bodyPr>
          <a:lstStyle/>
          <a:p>
            <a:r>
              <a:rPr lang="en-IN" sz="2200" b="1" dirty="0">
                <a:solidFill>
                  <a:srgbClr val="93478C"/>
                </a:solidFill>
                <a:latin typeface="Calibri Light" panose="020F0302020204030204" pitchFamily="34" charset="0"/>
                <a:ea typeface="Calibri Light" panose="020F0302020204030204" pitchFamily="34" charset="0"/>
              </a:rPr>
              <a:t>Inference Example</a:t>
            </a:r>
            <a:endParaRPr lang="en-US" sz="1400" dirty="0">
              <a:solidFill>
                <a:srgbClr val="034EA2"/>
              </a:solidFill>
              <a:latin typeface="Calibri Light" panose="020F0302020204030204" pitchFamily="34" charset="0"/>
              <a:ea typeface="Calibri Light" panose="020F0302020204030204" pitchFamily="34" charset="0"/>
            </a:endParaRP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DB871F16-5843-9C5F-3ACA-85F58CCF4AFF}"/>
              </a:ext>
            </a:extLst>
          </p:cNvPr>
          <p:cNvSpPr txBox="1">
            <a:spLocks/>
          </p:cNvSpPr>
          <p:nvPr/>
        </p:nvSpPr>
        <p:spPr>
          <a:xfrm>
            <a:off x="7270364" y="4696037"/>
            <a:ext cx="1856666" cy="301760"/>
          </a:xfrm>
          <a:prstGeom prst="rect">
            <a:avLst/>
          </a:prstGeom>
          <a:solidFill>
            <a:schemeClr val="bg1"/>
          </a:solidFill>
        </p:spPr>
        <p:txBody>
          <a:bodyPr vert="horz" lIns="68580" tIns="34290" rIns="68580" bIns="34290" rtlCol="0">
            <a:noAutofit/>
          </a:bodyPr>
          <a:lstStyle>
            <a:lvl1pPr marL="0" indent="0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Wingdings" pitchFamily="2" charset="2"/>
              <a:buNone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Calibri Light" panose="020F0302020204030204" pitchFamily="34" charset="0"/>
              </a:defRPr>
            </a:lvl1pPr>
            <a:lvl2pPr marL="557213" indent="-214313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Myriad Pro" pitchFamily="34" charset="0"/>
              <a:buChar char="–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2pPr>
            <a:lvl3pPr marL="857250" indent="-171450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Courier New" pitchFamily="49" charset="0"/>
              <a:buChar char="o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3pPr>
            <a:lvl4pPr marL="1200150" indent="-171450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Arial" pitchFamily="34" charset="0"/>
              <a:buChar char="•"/>
              <a:defRPr sz="120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4pPr>
            <a:lvl5pPr marL="15430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500" kern="1200">
                <a:solidFill>
                  <a:schemeClr val="tx1"/>
                </a:solidFill>
                <a:latin typeface="Myriad Pro" pitchFamily="34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40CB1F3-F67A-5D99-DADA-42E4FEF0DD55}"/>
              </a:ext>
            </a:extLst>
          </p:cNvPr>
          <p:cNvSpPr txBox="1"/>
          <p:nvPr/>
        </p:nvSpPr>
        <p:spPr>
          <a:xfrm>
            <a:off x="4716016" y="4932777"/>
            <a:ext cx="576064" cy="15925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A458423-2DE3-1C65-D255-C49F419E9A96}"/>
              </a:ext>
            </a:extLst>
          </p:cNvPr>
          <p:cNvSpPr txBox="1"/>
          <p:nvPr/>
        </p:nvSpPr>
        <p:spPr>
          <a:xfrm>
            <a:off x="251520" y="1119230"/>
            <a:ext cx="5184576" cy="337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8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Starting point: </a:t>
            </a:r>
          </a:p>
          <a:p>
            <a:pPr>
              <a:lnSpc>
                <a:spcPct val="150000"/>
              </a:lnSpc>
            </a:pPr>
            <a:r>
              <a:rPr lang="en-IN" sz="18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KB={Rain, Rain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→ </a:t>
            </a:r>
            <a:r>
              <a:rPr lang="en-IN" sz="18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Wet, Wet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→ </a:t>
            </a:r>
            <a:r>
              <a:rPr lang="en-IN" sz="18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Slippery} </a:t>
            </a:r>
          </a:p>
          <a:p>
            <a:pPr>
              <a:lnSpc>
                <a:spcPct val="150000"/>
              </a:lnSpc>
            </a:pPr>
            <a:r>
              <a:rPr lang="en-IN" sz="18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Apply modus ponens to Rain and Rain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→ </a:t>
            </a:r>
            <a:r>
              <a:rPr lang="en-IN" sz="18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Wet: </a:t>
            </a:r>
          </a:p>
          <a:p>
            <a:pPr>
              <a:lnSpc>
                <a:spcPct val="150000"/>
              </a:lnSpc>
            </a:pPr>
            <a:r>
              <a:rPr lang="en-IN" sz="18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KB={Rain, Rain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→ </a:t>
            </a:r>
            <a:r>
              <a:rPr lang="en-IN" sz="18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Wet, Wet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→ </a:t>
            </a:r>
            <a:r>
              <a:rPr lang="en-IN" sz="18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Slippery, </a:t>
            </a:r>
            <a:r>
              <a:rPr lang="en-IN" sz="1800" dirty="0">
                <a:solidFill>
                  <a:srgbClr val="C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Wet</a:t>
            </a:r>
            <a:r>
              <a:rPr lang="en-IN" sz="18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} </a:t>
            </a:r>
          </a:p>
          <a:p>
            <a:pPr>
              <a:lnSpc>
                <a:spcPct val="150000"/>
              </a:lnSpc>
            </a:pPr>
            <a:r>
              <a:rPr lang="en-IN" sz="18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Apply modus ponens to Wet and Wet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→ </a:t>
            </a:r>
            <a:r>
              <a:rPr lang="en-IN" sz="18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Slippery: </a:t>
            </a:r>
          </a:p>
          <a:p>
            <a:pPr>
              <a:lnSpc>
                <a:spcPct val="150000"/>
              </a:lnSpc>
            </a:pPr>
            <a:r>
              <a:rPr lang="en-IN" sz="18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KB={Rain, Rain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→ </a:t>
            </a:r>
            <a:r>
              <a:rPr lang="en-IN" sz="18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Wet, Wet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→ </a:t>
            </a:r>
            <a:r>
              <a:rPr lang="en-IN" sz="18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Slippery, </a:t>
            </a:r>
            <a:r>
              <a:rPr lang="en-IN" sz="1800" dirty="0">
                <a:solidFill>
                  <a:srgbClr val="C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Wet, Slippery</a:t>
            </a:r>
            <a:r>
              <a:rPr lang="en-IN" sz="18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} Converged.</a:t>
            </a:r>
          </a:p>
          <a:p>
            <a:pPr>
              <a:lnSpc>
                <a:spcPct val="150000"/>
              </a:lnSpc>
            </a:pPr>
            <a:r>
              <a:rPr lang="en-IN" sz="18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?  Not 	Wet, Rain -&gt; Slippery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47C6BDB-97E6-0F71-EA17-45692F1549EE}"/>
              </a:ext>
            </a:extLst>
          </p:cNvPr>
          <p:cNvSpPr txBox="1"/>
          <p:nvPr/>
        </p:nvSpPr>
        <p:spPr>
          <a:xfrm>
            <a:off x="4716016" y="627534"/>
            <a:ext cx="408296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It is raining. (Rain) </a:t>
            </a:r>
          </a:p>
          <a:p>
            <a:r>
              <a:rPr lang="en-IN" sz="18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If it is raining, then it is wet. (Rain → Wet) </a:t>
            </a:r>
          </a:p>
          <a:p>
            <a:r>
              <a:rPr lang="en-IN" sz="18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Therefore, it is wet. (Wet)</a:t>
            </a:r>
          </a:p>
        </p:txBody>
      </p:sp>
    </p:spTree>
    <p:extLst>
      <p:ext uri="{BB962C8B-B14F-4D97-AF65-F5344CB8AC3E}">
        <p14:creationId xmlns:p14="http://schemas.microsoft.com/office/powerpoint/2010/main" val="4154342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6181" y="73541"/>
            <a:ext cx="8552914" cy="481985"/>
          </a:xfrm>
        </p:spPr>
        <p:txBody>
          <a:bodyPr>
            <a:normAutofit/>
          </a:bodyPr>
          <a:lstStyle/>
          <a:p>
            <a:r>
              <a:rPr lang="en-IN" sz="2200" b="1" dirty="0">
                <a:solidFill>
                  <a:srgbClr val="93478C"/>
                </a:solidFill>
                <a:latin typeface="Calibri Light" panose="020F0302020204030204" pitchFamily="34" charset="0"/>
                <a:ea typeface="Calibri Light" panose="020F0302020204030204" pitchFamily="34" charset="0"/>
              </a:rPr>
              <a:t>Soundness and Completeness</a:t>
            </a:r>
            <a:endParaRPr lang="en-US" sz="1400" dirty="0">
              <a:solidFill>
                <a:srgbClr val="034EA2"/>
              </a:solidFill>
              <a:latin typeface="Calibri Light" panose="020F0302020204030204" pitchFamily="34" charset="0"/>
              <a:ea typeface="Calibri Light" panose="020F0302020204030204" pitchFamily="34" charset="0"/>
            </a:endParaRP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316181" y="987575"/>
            <a:ext cx="8288267" cy="2232248"/>
          </a:xfrm>
          <a:prstGeom prst="rect">
            <a:avLst/>
          </a:prstGeom>
        </p:spPr>
        <p:txBody>
          <a:bodyPr/>
          <a:lstStyle>
            <a:lvl1pPr marL="257175" indent="-257175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Wingdings" pitchFamily="2" charset="2"/>
              <a:buChar char="§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1pPr>
            <a:lvl2pPr marL="557213" indent="-214313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Myriad Pro" pitchFamily="34" charset="0"/>
              <a:buChar char="–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2pPr>
            <a:lvl3pPr marL="857250" indent="-171450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Courier New" pitchFamily="49" charset="0"/>
              <a:buChar char="o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3pPr>
            <a:lvl4pPr marL="1200150" indent="-171450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Arial" pitchFamily="34" charset="0"/>
              <a:buChar char="•"/>
              <a:defRPr sz="120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4pPr>
            <a:lvl5pPr marL="15430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500" kern="1200">
                <a:solidFill>
                  <a:schemeClr val="tx1"/>
                </a:solidFill>
                <a:latin typeface="Myriad Pro" pitchFamily="34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spcBef>
                <a:spcPts val="0"/>
              </a:spcBef>
              <a:buFont typeface="Wingdings" pitchFamily="2" charset="2"/>
              <a:buNone/>
              <a:defRPr/>
            </a:pPr>
            <a:endParaRPr lang="en-IN" sz="1600" b="1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DB871F16-5843-9C5F-3ACA-85F58CCF4AFF}"/>
              </a:ext>
            </a:extLst>
          </p:cNvPr>
          <p:cNvSpPr txBox="1">
            <a:spLocks/>
          </p:cNvSpPr>
          <p:nvPr/>
        </p:nvSpPr>
        <p:spPr>
          <a:xfrm>
            <a:off x="7270364" y="4696037"/>
            <a:ext cx="1856666" cy="301760"/>
          </a:xfrm>
          <a:prstGeom prst="rect">
            <a:avLst/>
          </a:prstGeom>
          <a:solidFill>
            <a:schemeClr val="bg1"/>
          </a:solidFill>
        </p:spPr>
        <p:txBody>
          <a:bodyPr vert="horz" lIns="68580" tIns="34290" rIns="68580" bIns="34290" rtlCol="0">
            <a:noAutofit/>
          </a:bodyPr>
          <a:lstStyle>
            <a:lvl1pPr marL="0" indent="0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Wingdings" pitchFamily="2" charset="2"/>
              <a:buNone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Calibri Light" panose="020F0302020204030204" pitchFamily="34" charset="0"/>
              </a:defRPr>
            </a:lvl1pPr>
            <a:lvl2pPr marL="557213" indent="-214313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Myriad Pro" pitchFamily="34" charset="0"/>
              <a:buChar char="–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2pPr>
            <a:lvl3pPr marL="857250" indent="-171450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Courier New" pitchFamily="49" charset="0"/>
              <a:buChar char="o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3pPr>
            <a:lvl4pPr marL="1200150" indent="-171450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Arial" pitchFamily="34" charset="0"/>
              <a:buChar char="•"/>
              <a:defRPr sz="120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4pPr>
            <a:lvl5pPr marL="15430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500" kern="1200">
                <a:solidFill>
                  <a:schemeClr val="tx1"/>
                </a:solidFill>
                <a:latin typeface="Myriad Pro" pitchFamily="34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40CB1F3-F67A-5D99-DADA-42E4FEF0DD55}"/>
              </a:ext>
            </a:extLst>
          </p:cNvPr>
          <p:cNvSpPr txBox="1"/>
          <p:nvPr/>
        </p:nvSpPr>
        <p:spPr>
          <a:xfrm>
            <a:off x="4716016" y="4932777"/>
            <a:ext cx="576064" cy="15925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2688240-2631-366A-4EBE-712A1737A6C8}"/>
              </a:ext>
            </a:extLst>
          </p:cNvPr>
          <p:cNvSpPr txBox="1"/>
          <p:nvPr/>
        </p:nvSpPr>
        <p:spPr>
          <a:xfrm>
            <a:off x="1259632" y="1203598"/>
            <a:ext cx="6552728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2000" dirty="0"/>
              <a:t>The truth, the whole truth, and nothing but the truth.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IN" sz="2000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2000" dirty="0"/>
              <a:t>Soundness: nothing but the truth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2000" dirty="0"/>
              <a:t>Completeness: whole truth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4994F06-4E38-CC62-4826-ED01510189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9832" y="2707104"/>
            <a:ext cx="844593" cy="143517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F4FEFF7-66D9-0A0D-8341-4245C0E95E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0153" y="2729413"/>
            <a:ext cx="1063854" cy="1412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76087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6181" y="73541"/>
            <a:ext cx="8552914" cy="481985"/>
          </a:xfrm>
        </p:spPr>
        <p:txBody>
          <a:bodyPr>
            <a:normAutofit/>
          </a:bodyPr>
          <a:lstStyle/>
          <a:p>
            <a:r>
              <a:rPr lang="en-IN" sz="2200" b="1" dirty="0">
                <a:solidFill>
                  <a:srgbClr val="93478C"/>
                </a:solidFill>
                <a:latin typeface="Calibri Light" panose="020F0302020204030204" pitchFamily="34" charset="0"/>
                <a:ea typeface="Calibri Light" panose="020F0302020204030204" pitchFamily="34" charset="0"/>
              </a:rPr>
              <a:t>Soundness: Example</a:t>
            </a:r>
            <a:endParaRPr lang="en-US" sz="1400" dirty="0">
              <a:solidFill>
                <a:srgbClr val="034EA2"/>
              </a:solidFill>
              <a:latin typeface="Calibri Light" panose="020F0302020204030204" pitchFamily="34" charset="0"/>
              <a:ea typeface="Calibri Light" panose="020F0302020204030204" pitchFamily="34" charset="0"/>
            </a:endParaRP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316181" y="987575"/>
            <a:ext cx="8288267" cy="2232248"/>
          </a:xfrm>
          <a:prstGeom prst="rect">
            <a:avLst/>
          </a:prstGeom>
        </p:spPr>
        <p:txBody>
          <a:bodyPr/>
          <a:lstStyle>
            <a:lvl1pPr marL="257175" indent="-257175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Wingdings" pitchFamily="2" charset="2"/>
              <a:buChar char="§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1pPr>
            <a:lvl2pPr marL="557213" indent="-214313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Myriad Pro" pitchFamily="34" charset="0"/>
              <a:buChar char="–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2pPr>
            <a:lvl3pPr marL="857250" indent="-171450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Courier New" pitchFamily="49" charset="0"/>
              <a:buChar char="o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3pPr>
            <a:lvl4pPr marL="1200150" indent="-171450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Arial" pitchFamily="34" charset="0"/>
              <a:buChar char="•"/>
              <a:defRPr sz="120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4pPr>
            <a:lvl5pPr marL="15430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500" kern="1200">
                <a:solidFill>
                  <a:schemeClr val="tx1"/>
                </a:solidFill>
                <a:latin typeface="Myriad Pro" pitchFamily="34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spcBef>
                <a:spcPts val="0"/>
              </a:spcBef>
              <a:buFont typeface="Wingdings" pitchFamily="2" charset="2"/>
              <a:buNone/>
              <a:defRPr/>
            </a:pPr>
            <a:endParaRPr lang="en-IN" sz="1600" b="1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DB871F16-5843-9C5F-3ACA-85F58CCF4AFF}"/>
              </a:ext>
            </a:extLst>
          </p:cNvPr>
          <p:cNvSpPr txBox="1">
            <a:spLocks/>
          </p:cNvSpPr>
          <p:nvPr/>
        </p:nvSpPr>
        <p:spPr>
          <a:xfrm>
            <a:off x="7270364" y="4696037"/>
            <a:ext cx="1856666" cy="301760"/>
          </a:xfrm>
          <a:prstGeom prst="rect">
            <a:avLst/>
          </a:prstGeom>
          <a:solidFill>
            <a:schemeClr val="bg1"/>
          </a:solidFill>
        </p:spPr>
        <p:txBody>
          <a:bodyPr vert="horz" lIns="68580" tIns="34290" rIns="68580" bIns="34290" rtlCol="0">
            <a:noAutofit/>
          </a:bodyPr>
          <a:lstStyle>
            <a:lvl1pPr marL="0" indent="0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Wingdings" pitchFamily="2" charset="2"/>
              <a:buNone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Calibri Light" panose="020F0302020204030204" pitchFamily="34" charset="0"/>
              </a:defRPr>
            </a:lvl1pPr>
            <a:lvl2pPr marL="557213" indent="-214313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Myriad Pro" pitchFamily="34" charset="0"/>
              <a:buChar char="–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2pPr>
            <a:lvl3pPr marL="857250" indent="-171450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Courier New" pitchFamily="49" charset="0"/>
              <a:buChar char="o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3pPr>
            <a:lvl4pPr marL="1200150" indent="-171450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Arial" pitchFamily="34" charset="0"/>
              <a:buChar char="•"/>
              <a:defRPr sz="120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4pPr>
            <a:lvl5pPr marL="15430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500" kern="1200">
                <a:solidFill>
                  <a:schemeClr val="tx1"/>
                </a:solidFill>
                <a:latin typeface="Myriad Pro" pitchFamily="34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40CB1F3-F67A-5D99-DADA-42E4FEF0DD55}"/>
              </a:ext>
            </a:extLst>
          </p:cNvPr>
          <p:cNvSpPr txBox="1"/>
          <p:nvPr/>
        </p:nvSpPr>
        <p:spPr>
          <a:xfrm>
            <a:off x="4716016" y="4932777"/>
            <a:ext cx="576064" cy="15925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5B37972-BC8F-C388-8088-852555E3F4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447" y="920665"/>
            <a:ext cx="7887105" cy="3302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42536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6181" y="73541"/>
            <a:ext cx="8552914" cy="481985"/>
          </a:xfrm>
        </p:spPr>
        <p:txBody>
          <a:bodyPr>
            <a:normAutofit/>
          </a:bodyPr>
          <a:lstStyle/>
          <a:p>
            <a:r>
              <a:rPr lang="en-IN" sz="2200" b="1" dirty="0">
                <a:solidFill>
                  <a:srgbClr val="93478C"/>
                </a:solidFill>
                <a:latin typeface="Calibri Light" panose="020F0302020204030204" pitchFamily="34" charset="0"/>
                <a:ea typeface="Calibri Light" panose="020F0302020204030204" pitchFamily="34" charset="0"/>
              </a:rPr>
              <a:t>Soundness: Example</a:t>
            </a:r>
            <a:endParaRPr lang="en-US" sz="1400" dirty="0">
              <a:solidFill>
                <a:srgbClr val="034EA2"/>
              </a:solidFill>
              <a:latin typeface="Calibri Light" panose="020F0302020204030204" pitchFamily="34" charset="0"/>
              <a:ea typeface="Calibri Light" panose="020F0302020204030204" pitchFamily="34" charset="0"/>
            </a:endParaRP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316181" y="987575"/>
            <a:ext cx="8288267" cy="2232248"/>
          </a:xfrm>
          <a:prstGeom prst="rect">
            <a:avLst/>
          </a:prstGeom>
        </p:spPr>
        <p:txBody>
          <a:bodyPr/>
          <a:lstStyle>
            <a:lvl1pPr marL="257175" indent="-257175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Wingdings" pitchFamily="2" charset="2"/>
              <a:buChar char="§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1pPr>
            <a:lvl2pPr marL="557213" indent="-214313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Myriad Pro" pitchFamily="34" charset="0"/>
              <a:buChar char="–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2pPr>
            <a:lvl3pPr marL="857250" indent="-171450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Courier New" pitchFamily="49" charset="0"/>
              <a:buChar char="o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3pPr>
            <a:lvl4pPr marL="1200150" indent="-171450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Arial" pitchFamily="34" charset="0"/>
              <a:buChar char="•"/>
              <a:defRPr sz="120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4pPr>
            <a:lvl5pPr marL="15430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500" kern="1200">
                <a:solidFill>
                  <a:schemeClr val="tx1"/>
                </a:solidFill>
                <a:latin typeface="Myriad Pro" pitchFamily="34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spcBef>
                <a:spcPts val="0"/>
              </a:spcBef>
              <a:buFont typeface="Wingdings" pitchFamily="2" charset="2"/>
              <a:buNone/>
              <a:defRPr/>
            </a:pPr>
            <a:endParaRPr lang="en-IN" sz="1600" b="1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DB871F16-5843-9C5F-3ACA-85F58CCF4AFF}"/>
              </a:ext>
            </a:extLst>
          </p:cNvPr>
          <p:cNvSpPr txBox="1">
            <a:spLocks/>
          </p:cNvSpPr>
          <p:nvPr/>
        </p:nvSpPr>
        <p:spPr>
          <a:xfrm>
            <a:off x="7270364" y="4696037"/>
            <a:ext cx="1856666" cy="301760"/>
          </a:xfrm>
          <a:prstGeom prst="rect">
            <a:avLst/>
          </a:prstGeom>
          <a:solidFill>
            <a:schemeClr val="bg1"/>
          </a:solidFill>
        </p:spPr>
        <p:txBody>
          <a:bodyPr vert="horz" lIns="68580" tIns="34290" rIns="68580" bIns="34290" rtlCol="0">
            <a:noAutofit/>
          </a:bodyPr>
          <a:lstStyle>
            <a:lvl1pPr marL="0" indent="0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Wingdings" pitchFamily="2" charset="2"/>
              <a:buNone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Calibri Light" panose="020F0302020204030204" pitchFamily="34" charset="0"/>
              </a:defRPr>
            </a:lvl1pPr>
            <a:lvl2pPr marL="557213" indent="-214313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Myriad Pro" pitchFamily="34" charset="0"/>
              <a:buChar char="–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2pPr>
            <a:lvl3pPr marL="857250" indent="-171450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Courier New" pitchFamily="49" charset="0"/>
              <a:buChar char="o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3pPr>
            <a:lvl4pPr marL="1200150" indent="-171450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Arial" pitchFamily="34" charset="0"/>
              <a:buChar char="•"/>
              <a:defRPr sz="120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4pPr>
            <a:lvl5pPr marL="15430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500" kern="1200">
                <a:solidFill>
                  <a:schemeClr val="tx1"/>
                </a:solidFill>
                <a:latin typeface="Myriad Pro" pitchFamily="34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40CB1F3-F67A-5D99-DADA-42E4FEF0DD55}"/>
              </a:ext>
            </a:extLst>
          </p:cNvPr>
          <p:cNvSpPr txBox="1"/>
          <p:nvPr/>
        </p:nvSpPr>
        <p:spPr>
          <a:xfrm>
            <a:off x="4716016" y="4932777"/>
            <a:ext cx="576064" cy="15925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A043A0D-8A85-A1CA-CD35-A4FC0F858D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8992" y="980993"/>
            <a:ext cx="7106015" cy="3181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94742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6181" y="73541"/>
            <a:ext cx="8552914" cy="481985"/>
          </a:xfrm>
        </p:spPr>
        <p:txBody>
          <a:bodyPr>
            <a:normAutofit/>
          </a:bodyPr>
          <a:lstStyle/>
          <a:p>
            <a:r>
              <a:rPr lang="en-IN" sz="2200" b="1" dirty="0">
                <a:solidFill>
                  <a:srgbClr val="93478C"/>
                </a:solidFill>
                <a:latin typeface="Calibri Light" panose="020F0302020204030204" pitchFamily="34" charset="0"/>
                <a:ea typeface="Calibri Light" panose="020F0302020204030204" pitchFamily="34" charset="0"/>
              </a:rPr>
              <a:t>Fixing Completeness</a:t>
            </a:r>
            <a:endParaRPr lang="en-US" sz="1400" dirty="0">
              <a:solidFill>
                <a:srgbClr val="034EA2"/>
              </a:solidFill>
              <a:latin typeface="Calibri Light" panose="020F0302020204030204" pitchFamily="34" charset="0"/>
              <a:ea typeface="Calibri Light" panose="020F0302020204030204" pitchFamily="34" charset="0"/>
            </a:endParaRP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DB871F16-5843-9C5F-3ACA-85F58CCF4AFF}"/>
              </a:ext>
            </a:extLst>
          </p:cNvPr>
          <p:cNvSpPr txBox="1">
            <a:spLocks/>
          </p:cNvSpPr>
          <p:nvPr/>
        </p:nvSpPr>
        <p:spPr>
          <a:xfrm>
            <a:off x="7270364" y="4696037"/>
            <a:ext cx="1856666" cy="301760"/>
          </a:xfrm>
          <a:prstGeom prst="rect">
            <a:avLst/>
          </a:prstGeom>
          <a:solidFill>
            <a:schemeClr val="bg1"/>
          </a:solidFill>
        </p:spPr>
        <p:txBody>
          <a:bodyPr vert="horz" lIns="68580" tIns="34290" rIns="68580" bIns="34290" rtlCol="0">
            <a:noAutofit/>
          </a:bodyPr>
          <a:lstStyle>
            <a:lvl1pPr marL="0" indent="0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Wingdings" pitchFamily="2" charset="2"/>
              <a:buNone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Calibri Light" panose="020F0302020204030204" pitchFamily="34" charset="0"/>
              </a:defRPr>
            </a:lvl1pPr>
            <a:lvl2pPr marL="557213" indent="-214313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Myriad Pro" pitchFamily="34" charset="0"/>
              <a:buChar char="–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2pPr>
            <a:lvl3pPr marL="857250" indent="-171450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Courier New" pitchFamily="49" charset="0"/>
              <a:buChar char="o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3pPr>
            <a:lvl4pPr marL="1200150" indent="-171450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Arial" pitchFamily="34" charset="0"/>
              <a:buChar char="•"/>
              <a:defRPr sz="120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4pPr>
            <a:lvl5pPr marL="15430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500" kern="1200">
                <a:solidFill>
                  <a:schemeClr val="tx1"/>
                </a:solidFill>
                <a:latin typeface="Myriad Pro" pitchFamily="34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40CB1F3-F67A-5D99-DADA-42E4FEF0DD55}"/>
              </a:ext>
            </a:extLst>
          </p:cNvPr>
          <p:cNvSpPr txBox="1"/>
          <p:nvPr/>
        </p:nvSpPr>
        <p:spPr>
          <a:xfrm>
            <a:off x="4716016" y="4932777"/>
            <a:ext cx="576064" cy="15925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0BCF662-FDB4-6C7D-D973-B4F833CD3F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0244" y="1825816"/>
            <a:ext cx="5444244" cy="301028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D060DE8-99CA-4354-9201-771CAD7227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519" y="771550"/>
            <a:ext cx="3641729" cy="957586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89" name="Ink 88">
                <a:extLst>
                  <a:ext uri="{FF2B5EF4-FFF2-40B4-BE49-F238E27FC236}">
                    <a16:creationId xmlns:a16="http://schemas.microsoft.com/office/drawing/2014/main" id="{E218EDCF-63E3-DE32-C403-9D97785B6253}"/>
                  </a:ext>
                </a:extLst>
              </p14:cNvPr>
              <p14:cNvContentPartPr/>
              <p14:nvPr/>
            </p14:nvContentPartPr>
            <p14:xfrm>
              <a:off x="5742118" y="3694371"/>
              <a:ext cx="21600" cy="51120"/>
            </p14:xfrm>
          </p:contentPart>
        </mc:Choice>
        <mc:Fallback xmlns="">
          <p:pic>
            <p:nvPicPr>
              <p:cNvPr id="89" name="Ink 88">
                <a:extLst>
                  <a:ext uri="{FF2B5EF4-FFF2-40B4-BE49-F238E27FC236}">
                    <a16:creationId xmlns:a16="http://schemas.microsoft.com/office/drawing/2014/main" id="{E218EDCF-63E3-DE32-C403-9D97785B6253}"/>
                  </a:ext>
                </a:extLst>
              </p:cNvPr>
              <p:cNvPicPr/>
              <p:nvPr/>
            </p:nvPicPr>
            <p:blipFill>
              <a:blip r:embed="rId136"/>
              <a:stretch>
                <a:fillRect/>
              </a:stretch>
            </p:blipFill>
            <p:spPr>
              <a:xfrm>
                <a:off x="5733478" y="3685371"/>
                <a:ext cx="39240" cy="68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851121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FDF31117-E534-50E6-F68C-10CC388FAB17}"/>
              </a:ext>
            </a:extLst>
          </p:cNvPr>
          <p:cNvSpPr txBox="1">
            <a:spLocks/>
          </p:cNvSpPr>
          <p:nvPr/>
        </p:nvSpPr>
        <p:spPr>
          <a:xfrm>
            <a:off x="179512" y="195486"/>
            <a:ext cx="1944216" cy="432048"/>
          </a:xfrm>
          <a:prstGeom prst="rect">
            <a:avLst/>
          </a:prstGeom>
          <a:solidFill>
            <a:schemeClr val="bg1"/>
          </a:solidFill>
        </p:spPr>
        <p:txBody>
          <a:bodyPr vert="horz" lIns="68580" tIns="34290" rIns="68580" bIns="34290" rtlCol="0">
            <a:noAutofit/>
          </a:bodyPr>
          <a:lstStyle>
            <a:lvl1pPr marL="0" indent="0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Wingdings" pitchFamily="2" charset="2"/>
              <a:buNone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Calibri Light" panose="020F0302020204030204" pitchFamily="34" charset="0"/>
              </a:defRPr>
            </a:lvl1pPr>
            <a:lvl2pPr marL="557213" indent="-214313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Myriad Pro" pitchFamily="34" charset="0"/>
              <a:buChar char="–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2pPr>
            <a:lvl3pPr marL="857250" indent="-171450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Courier New" pitchFamily="49" charset="0"/>
              <a:buChar char="o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3pPr>
            <a:lvl4pPr marL="1200150" indent="-171450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Arial" pitchFamily="34" charset="0"/>
              <a:buChar char="•"/>
              <a:defRPr sz="120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4pPr>
            <a:lvl5pPr marL="15430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500" kern="1200">
                <a:solidFill>
                  <a:schemeClr val="tx1"/>
                </a:solidFill>
                <a:latin typeface="Myriad Pro" pitchFamily="34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1852493"/>
      </p:ext>
    </p:extLst>
  </p:cSld>
  <p:clrMapOvr>
    <a:masterClrMapping/>
  </p:clrMapOvr>
</p:sld>
</file>

<file path=ppt/theme/theme1.xml><?xml version="1.0" encoding="utf-8"?>
<a:theme xmlns:a="http://schemas.openxmlformats.org/drawingml/2006/main" name="Corp PPT Template 2017_16x9">
  <a:themeElements>
    <a:clrScheme name="TCS">
      <a:dk1>
        <a:srgbClr val="000000"/>
      </a:dk1>
      <a:lt1>
        <a:sysClr val="window" lastClr="FFFFFF"/>
      </a:lt1>
      <a:dk2>
        <a:srgbClr val="4E84C4"/>
      </a:dk2>
      <a:lt2>
        <a:srgbClr val="000000"/>
      </a:lt2>
      <a:accent1>
        <a:srgbClr val="0063BE"/>
      </a:accent1>
      <a:accent2>
        <a:srgbClr val="83389B"/>
      </a:accent2>
      <a:accent3>
        <a:srgbClr val="55A51C"/>
      </a:accent3>
      <a:accent4>
        <a:srgbClr val="D6492A"/>
      </a:accent4>
      <a:accent5>
        <a:srgbClr val="B9AFA4"/>
      </a:accent5>
      <a:accent6>
        <a:srgbClr val="974B07"/>
      </a:accent6>
      <a:hlink>
        <a:srgbClr val="0000FF"/>
      </a:hlink>
      <a:folHlink>
        <a:srgbClr val="800080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6DCFF6"/>
        </a:solidFill>
        <a:ln w="9525"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custClrLst>
    <a:custClr name="TCS Blue 100%">
      <a:srgbClr val="6DCFF6"/>
    </a:custClr>
    <a:custClr name="TCS Blue 70%">
      <a:srgbClr val="8ED2ED"/>
    </a:custClr>
    <a:custClr name="TCS Blue 50%">
      <a:srgbClr val="B0DFF3"/>
    </a:custClr>
    <a:custClr name="TCS Blue 30%">
      <a:srgbClr val="D1ECF9"/>
    </a:custClr>
    <a:custClr name="TCS Dark Blue 100%">
      <a:srgbClr val="0063BE"/>
    </a:custClr>
    <a:custClr name="TCS Dark Blue 70%">
      <a:srgbClr val="6D97D8"/>
    </a:custClr>
    <a:custClr name="TCS Dark Blue 50%">
      <a:srgbClr val="98B4E6"/>
    </a:custClr>
    <a:custClr name="TCS Dark Blue 30%">
      <a:srgbClr val="C1D2F1"/>
    </a:custClr>
    <a:custClr name="TCS Light Violet 100%">
      <a:srgbClr val="83389B"/>
    </a:custClr>
    <a:custClr name="TCS Light Violet 70%">
      <a:srgbClr val="B17AC6"/>
    </a:custClr>
    <a:custClr name="TCS Light Violet 50%">
      <a:srgbClr val="C69FD8"/>
    </a:custClr>
    <a:custClr name="TCS Light Violet 30%">
      <a:srgbClr val="DCC5E8"/>
    </a:custClr>
    <a:custClr name="TCS Green 100%">
      <a:srgbClr val="55A51C"/>
    </a:custClr>
    <a:custClr name="TCS Green 70%">
      <a:srgbClr val="89C35F"/>
    </a:custClr>
    <a:custClr name="TCS Green 50%">
      <a:srgbClr val="ABD38C"/>
    </a:custClr>
    <a:custClr name="TCS Green 30%">
      <a:srgbClr val="CCE5BA"/>
    </a:custClr>
    <a:custClr name="TCS Orange 100%">
      <a:srgbClr val="D6492A"/>
    </a:custClr>
    <a:custClr name="TCS Orange 70%">
      <a:srgbClr val="F1896C"/>
    </a:custClr>
    <a:custClr name="TCS Orange 50%">
      <a:srgbClr val="F7AC94"/>
    </a:custClr>
    <a:custClr name="TCS Orange 30%">
      <a:srgbClr val="FACDBF"/>
    </a:custClr>
    <a:custClr name="TCS Warm Grey 100%">
      <a:srgbClr val="B9AFA4"/>
    </a:custClr>
    <a:custClr name="TCS Warm Grey 70%">
      <a:srgbClr val="C9C3BC"/>
    </a:custClr>
    <a:custClr name="TCS Warm Grey 50%">
      <a:srgbClr val="D7D4CF"/>
    </a:custClr>
    <a:custClr name="TCS Warm Grey 30%">
      <a:srgbClr val="E4E6E3"/>
    </a:custClr>
    <a:custClr name="TCS Saffron 100%">
      <a:srgbClr val="FBB141"/>
    </a:custClr>
    <a:custClr name="TCS Saffron 70%">
      <a:srgbClr val="FCB853"/>
    </a:custClr>
    <a:custClr name="TCS Saffron 50%">
      <a:srgbClr val="FDB566"/>
    </a:custClr>
    <a:custClr name="TCS Saffron 30%">
      <a:srgbClr val="FDC577"/>
    </a:custClr>
    <a:custClr name="TCS Light Green 100%">
      <a:srgbClr val="CDCA2F"/>
    </a:custClr>
    <a:custClr name="TCS Light Green 70%">
      <a:srgbClr val="E4DD7B"/>
    </a:custClr>
    <a:custClr name="TCS Light Green 50%">
      <a:srgbClr val="EDE6A0"/>
    </a:custClr>
    <a:custClr name="TCS Light Green 30%">
      <a:srgbClr val="F5F0C8"/>
    </a:custClr>
    <a:custClr name="TCS Yellow 100%">
      <a:srgbClr val="FFDD3E"/>
    </a:custClr>
    <a:custClr name="TCS Yellow 70%">
      <a:srgbClr val="FDE97F"/>
    </a:custClr>
    <a:custClr name="TCS Yellow 50%">
      <a:srgbClr val="FCEFA4"/>
    </a:custClr>
    <a:custClr name="TCS Yellow 30%">
      <a:srgbClr val="FEF5CA"/>
    </a:custClr>
    <a:custClr name="TATA Blue 100%">
      <a:srgbClr val="4E84C4"/>
    </a:custClr>
    <a:custClr name="TATA Blue 70%">
      <a:srgbClr val="8BACE4"/>
    </a:custClr>
    <a:custClr name="TATA Blue 50%">
      <a:srgbClr val="ACC3EC"/>
    </a:custClr>
    <a:custClr name="TATA Blue 30%">
      <a:srgbClr val="CEDBF0"/>
    </a:custClr>
  </a:custClrLst>
  <a:extLst>
    <a:ext uri="{05A4C25C-085E-4340-85A3-A5531E510DB2}">
      <thm15:themeFamily xmlns:thm15="http://schemas.microsoft.com/office/thememl/2012/main" name="Final TCS50_Corp PPT Template 2018_16x9_250618" id="{DB7AFD64-426C-4E36-9D07-50802EF75488}" vid="{907340DD-877F-4B54-96D9-C57E74D23287}"/>
    </a:ext>
  </a:extLst>
</a:theme>
</file>

<file path=ppt/theme/theme2.xml><?xml version="1.0" encoding="utf-8"?>
<a:theme xmlns:a="http://schemas.openxmlformats.org/drawingml/2006/main" name="2_Section Header">
  <a:themeElements>
    <a:clrScheme name="Custom 2">
      <a:dk1>
        <a:srgbClr val="000000"/>
      </a:dk1>
      <a:lt1>
        <a:sysClr val="window" lastClr="FFFFFF"/>
      </a:lt1>
      <a:dk2>
        <a:srgbClr val="4E84C4"/>
      </a:dk2>
      <a:lt2>
        <a:srgbClr val="000000"/>
      </a:lt2>
      <a:accent1>
        <a:srgbClr val="0063BE"/>
      </a:accent1>
      <a:accent2>
        <a:srgbClr val="83389B"/>
      </a:accent2>
      <a:accent3>
        <a:srgbClr val="55A51C"/>
      </a:accent3>
      <a:accent4>
        <a:srgbClr val="D6492A"/>
      </a:accent4>
      <a:accent5>
        <a:srgbClr val="B9AFA4"/>
      </a:accent5>
      <a:accent6>
        <a:srgbClr val="974B07"/>
      </a:accent6>
      <a:hlink>
        <a:srgbClr val="0000FF"/>
      </a:hlink>
      <a:folHlink>
        <a:srgbClr val="800080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custClrLst>
    <a:custClr name="TCS Blue 100%">
      <a:srgbClr val="6DCFF6"/>
    </a:custClr>
    <a:custClr name="TCS Blue 100%">
      <a:srgbClr val="6DCFF6"/>
    </a:custClr>
    <a:custClr name="TCS Blue 70%">
      <a:srgbClr val="8ED2ED"/>
    </a:custClr>
    <a:custClr name="TCS Blue 50%">
      <a:srgbClr val="B0DFF3"/>
    </a:custClr>
    <a:custClr name="TCS Blue 30%">
      <a:srgbClr val="D1ECF9"/>
    </a:custClr>
    <a:custClr name="TCS Dark Blue 100%">
      <a:srgbClr val="0063BE"/>
    </a:custClr>
    <a:custClr name="TCS Dark Blue 70%">
      <a:srgbClr val="6D97D8"/>
    </a:custClr>
    <a:custClr name="TCS Dark Blue 50%">
      <a:srgbClr val="98B4E6"/>
    </a:custClr>
    <a:custClr name="TCS Dark Blue 30%">
      <a:srgbClr val="C1D2F1"/>
    </a:custClr>
    <a:custClr name="TCS Light Violet 100%">
      <a:srgbClr val="83389B"/>
    </a:custClr>
    <a:custClr name="TCS Light Violet 70%">
      <a:srgbClr val="B17AC6"/>
    </a:custClr>
    <a:custClr name="TCS Light Violet 50%">
      <a:srgbClr val="C69FD8"/>
    </a:custClr>
    <a:custClr name="TCS Light Violet 30%">
      <a:srgbClr val="DCC5E8"/>
    </a:custClr>
    <a:custClr name="TCS Green 100%">
      <a:srgbClr val="55A51C"/>
    </a:custClr>
    <a:custClr name="TCS Green 70%">
      <a:srgbClr val="89C35F"/>
    </a:custClr>
    <a:custClr name="TCS Green 50%">
      <a:srgbClr val="ABD38C"/>
    </a:custClr>
    <a:custClr name="TCS Green 30%">
      <a:srgbClr val="CCE5BA"/>
    </a:custClr>
    <a:custClr name="TCS Orange 100%">
      <a:srgbClr val="D6492A"/>
    </a:custClr>
    <a:custClr name="TCS Orange 70%">
      <a:srgbClr val="F1896C"/>
    </a:custClr>
    <a:custClr name="TCS Orange 50%">
      <a:srgbClr val="F7AC94"/>
    </a:custClr>
    <a:custClr name="TCS Orange 30%">
      <a:srgbClr val="FACDBF"/>
    </a:custClr>
    <a:custClr name="TCS Warm Grey 100%">
      <a:srgbClr val="B9AFA4"/>
    </a:custClr>
    <a:custClr name="TCS Warm Grey 70%">
      <a:srgbClr val="C9C3BC"/>
    </a:custClr>
    <a:custClr name="TCS Warm Grey 50%">
      <a:srgbClr val="D7D4CF"/>
    </a:custClr>
    <a:custClr name="TCS Warm Grey 30%">
      <a:srgbClr val="E4E6E3"/>
    </a:custClr>
    <a:custClr name="TCS Saffron 100%">
      <a:srgbClr val="FBB141"/>
    </a:custClr>
    <a:custClr name="TCS Saffron 70%">
      <a:srgbClr val="FCB853"/>
    </a:custClr>
    <a:custClr name="TCS Saffron 50%">
      <a:srgbClr val="FDB566"/>
    </a:custClr>
    <a:custClr name="TCS Saffron 30%">
      <a:srgbClr val="FDC577"/>
    </a:custClr>
    <a:custClr name="TCS Light Green 100%">
      <a:srgbClr val="CDCA2F"/>
    </a:custClr>
    <a:custClr name="TCS Light Green 70%">
      <a:srgbClr val="E4DD7B"/>
    </a:custClr>
    <a:custClr name="TCS Light Green 50%">
      <a:srgbClr val="EDE6A0"/>
    </a:custClr>
    <a:custClr name="TCS Light Green 30%">
      <a:srgbClr val="F5F0C8"/>
    </a:custClr>
    <a:custClr name="TCS Yellow 100%">
      <a:srgbClr val="FFDD3E"/>
    </a:custClr>
    <a:custClr name="TCS Yellow 70%">
      <a:srgbClr val="FDE97F"/>
    </a:custClr>
    <a:custClr name="TCS Yellow 50%">
      <a:srgbClr val="FCEFA4"/>
    </a:custClr>
    <a:custClr name="TCS Yellow 30%">
      <a:srgbClr val="FEF5CA"/>
    </a:custClr>
    <a:custClr name="TATA Blue 100%">
      <a:srgbClr val="4E84C4"/>
    </a:custClr>
    <a:custClr name="TATA Blue 70%">
      <a:srgbClr val="8BACE4"/>
    </a:custClr>
    <a:custClr name="TATA Blue 50%">
      <a:srgbClr val="ACC3EC"/>
    </a:custClr>
    <a:custClr name="TATA Blue 30%">
      <a:srgbClr val="CEDBF0"/>
    </a:custClr>
  </a:custClrLst>
  <a:extLst>
    <a:ext uri="{05A4C25C-085E-4340-85A3-A5531E510DB2}">
      <thm15:themeFamily xmlns:thm15="http://schemas.microsoft.com/office/thememl/2012/main" name="TCS Template 2014." id="{4DECABEB-9C5E-4D9D-A1A2-3CBA322E0007}" vid="{2F5473AA-0A36-4030-A975-2CEE7607762B}"/>
    </a:ext>
  </a:extLst>
</a:theme>
</file>

<file path=ppt/theme/theme3.xml><?xml version="1.0" encoding="utf-8"?>
<a:theme xmlns:a="http://schemas.openxmlformats.org/drawingml/2006/main" name="2_Thank You">
  <a:themeElements>
    <a:clrScheme name="Custom 2">
      <a:dk1>
        <a:srgbClr val="000000"/>
      </a:dk1>
      <a:lt1>
        <a:sysClr val="window" lastClr="FFFFFF"/>
      </a:lt1>
      <a:dk2>
        <a:srgbClr val="4E84C4"/>
      </a:dk2>
      <a:lt2>
        <a:srgbClr val="000000"/>
      </a:lt2>
      <a:accent1>
        <a:srgbClr val="0063BE"/>
      </a:accent1>
      <a:accent2>
        <a:srgbClr val="83389B"/>
      </a:accent2>
      <a:accent3>
        <a:srgbClr val="55A51C"/>
      </a:accent3>
      <a:accent4>
        <a:srgbClr val="D6492A"/>
      </a:accent4>
      <a:accent5>
        <a:srgbClr val="B9AFA4"/>
      </a:accent5>
      <a:accent6>
        <a:srgbClr val="974B07"/>
      </a:accent6>
      <a:hlink>
        <a:srgbClr val="0000FF"/>
      </a:hlink>
      <a:folHlink>
        <a:srgbClr val="800080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custClrLst>
    <a:custClr name="TCS Blue 100%">
      <a:srgbClr val="6DCFF6"/>
    </a:custClr>
    <a:custClr name="TCS Blue 100%">
      <a:srgbClr val="6DCFF6"/>
    </a:custClr>
    <a:custClr name="TCS Blue 70%">
      <a:srgbClr val="8ED2ED"/>
    </a:custClr>
    <a:custClr name="TCS Blue 50%">
      <a:srgbClr val="B0DFF3"/>
    </a:custClr>
    <a:custClr name="TCS Blue 30%">
      <a:srgbClr val="D1ECF9"/>
    </a:custClr>
    <a:custClr name="TCS Dark Blue 100%">
      <a:srgbClr val="0063BE"/>
    </a:custClr>
    <a:custClr name="TCS Dark Blue 70%">
      <a:srgbClr val="6D97D8"/>
    </a:custClr>
    <a:custClr name="TCS Dark Blue 50%">
      <a:srgbClr val="98B4E6"/>
    </a:custClr>
    <a:custClr name="TCS Dark Blue 30%">
      <a:srgbClr val="C1D2F1"/>
    </a:custClr>
    <a:custClr name="TCS Light Violet 100%">
      <a:srgbClr val="83389B"/>
    </a:custClr>
    <a:custClr name="TCS Light Violet 70%">
      <a:srgbClr val="B17AC6"/>
    </a:custClr>
    <a:custClr name="TCS Light Violet 50%">
      <a:srgbClr val="C69FD8"/>
    </a:custClr>
    <a:custClr name="TCS Light Violet 30%">
      <a:srgbClr val="DCC5E8"/>
    </a:custClr>
    <a:custClr name="TCS Green 100%">
      <a:srgbClr val="55A51C"/>
    </a:custClr>
    <a:custClr name="TCS Green 70%">
      <a:srgbClr val="89C35F"/>
    </a:custClr>
    <a:custClr name="TCS Green 50%">
      <a:srgbClr val="ABD38C"/>
    </a:custClr>
    <a:custClr name="TCS Green 30%">
      <a:srgbClr val="CCE5BA"/>
    </a:custClr>
    <a:custClr name="TCS Orange 100%">
      <a:srgbClr val="D6492A"/>
    </a:custClr>
    <a:custClr name="TCS Orange 70%">
      <a:srgbClr val="F1896C"/>
    </a:custClr>
    <a:custClr name="TCS Orange 50%">
      <a:srgbClr val="F7AC94"/>
    </a:custClr>
    <a:custClr name="TCS Orange 30%">
      <a:srgbClr val="FACDBF"/>
    </a:custClr>
    <a:custClr name="TCS Warm Grey 100%">
      <a:srgbClr val="B9AFA4"/>
    </a:custClr>
    <a:custClr name="TCS Warm Grey 70%">
      <a:srgbClr val="C9C3BC"/>
    </a:custClr>
    <a:custClr name="TCS Warm Grey 50%">
      <a:srgbClr val="D7D4CF"/>
    </a:custClr>
    <a:custClr name="TCS Warm Grey 30%">
      <a:srgbClr val="E4E6E3"/>
    </a:custClr>
    <a:custClr name="TCS Saffron 100%">
      <a:srgbClr val="FBB141"/>
    </a:custClr>
    <a:custClr name="TCS Saffron 70%">
      <a:srgbClr val="FCB853"/>
    </a:custClr>
    <a:custClr name="TCS Saffron 50%">
      <a:srgbClr val="FDB566"/>
    </a:custClr>
    <a:custClr name="TCS Saffron 30%">
      <a:srgbClr val="FDC577"/>
    </a:custClr>
    <a:custClr name="TCS Light Green 100%">
      <a:srgbClr val="CDCA2F"/>
    </a:custClr>
    <a:custClr name="TCS Light Green 70%">
      <a:srgbClr val="E4DD7B"/>
    </a:custClr>
    <a:custClr name="TCS Light Green 50%">
      <a:srgbClr val="EDE6A0"/>
    </a:custClr>
    <a:custClr name="TCS Light Green 30%">
      <a:srgbClr val="F5F0C8"/>
    </a:custClr>
    <a:custClr name="TCS Yellow 100%">
      <a:srgbClr val="FFDD3E"/>
    </a:custClr>
    <a:custClr name="TCS Yellow 70%">
      <a:srgbClr val="FDE97F"/>
    </a:custClr>
    <a:custClr name="TCS Yellow 50%">
      <a:srgbClr val="FCEFA4"/>
    </a:custClr>
    <a:custClr name="TCS Yellow 30%">
      <a:srgbClr val="FEF5CA"/>
    </a:custClr>
    <a:custClr name="TATA Blue 100%">
      <a:srgbClr val="4E84C4"/>
    </a:custClr>
    <a:custClr name="TATA Blue 70%">
      <a:srgbClr val="8BACE4"/>
    </a:custClr>
    <a:custClr name="TATA Blue 50%">
      <a:srgbClr val="ACC3EC"/>
    </a:custClr>
    <a:custClr name="TATA Blue 30%">
      <a:srgbClr val="CEDBF0"/>
    </a:custClr>
  </a:custClrLst>
  <a:extLst>
    <a:ext uri="{05A4C25C-085E-4340-85A3-A5531E510DB2}">
      <thm15:themeFamily xmlns:thm15="http://schemas.microsoft.com/office/thememl/2012/main" name="TCS Template 2014." id="{4DECABEB-9C5E-4D9D-A1A2-3CBA322E0007}" vid="{2F5473AA-0A36-4030-A975-2CEE7607762B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D21D58A44272E40AE2FBCEDA96F816B" ma:contentTypeVersion="0" ma:contentTypeDescription="Create a new document." ma:contentTypeScope="" ma:versionID="01e8ac6b750e5908eeca9f0b57c104a1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1b05d82d297216baf5b26c55225140df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6C8B173-9972-4D14-A3AC-BB811AEEC89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C6A22B0-BCBA-4EBF-85DA-1389332CD986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278259F1-D46F-4C1F-B26F-8AF262256AA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Corp PPT Template 2015_16x9</Template>
  <TotalTime>57699</TotalTime>
  <Words>405</Words>
  <Application>Microsoft Office PowerPoint</Application>
  <PresentationFormat>On-screen Show (16:9)</PresentationFormat>
  <Paragraphs>36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9</vt:i4>
      </vt:variant>
    </vt:vector>
  </HeadingPairs>
  <TitlesOfParts>
    <vt:vector size="19" baseType="lpstr">
      <vt:lpstr>Arial</vt:lpstr>
      <vt:lpstr>Calibri</vt:lpstr>
      <vt:lpstr>Calibri Light</vt:lpstr>
      <vt:lpstr>Cambria Math</vt:lpstr>
      <vt:lpstr>Courier New</vt:lpstr>
      <vt:lpstr>Myriad Pro</vt:lpstr>
      <vt:lpstr>Wingdings</vt:lpstr>
      <vt:lpstr>Corp PPT Template 2017_16x9</vt:lpstr>
      <vt:lpstr>2_Section Header</vt:lpstr>
      <vt:lpstr>2_Thank You</vt:lpstr>
      <vt:lpstr>PowerPoint Presentation</vt:lpstr>
      <vt:lpstr>Modus Ponens   </vt:lpstr>
      <vt:lpstr>Modus Ponens   </vt:lpstr>
      <vt:lpstr>Inference Example</vt:lpstr>
      <vt:lpstr>Soundness and Completeness</vt:lpstr>
      <vt:lpstr>Soundness: Example</vt:lpstr>
      <vt:lpstr>Soundness: Example</vt:lpstr>
      <vt:lpstr>Fixing Completeness</vt:lpstr>
      <vt:lpstr>PowerPoint Presentation</vt:lpstr>
    </vt:vector>
  </TitlesOfParts>
  <Company>TCS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Corporate Presentation</dc:title>
  <dc:subject>Learn how TCS is positioned for longer term sustainable growth</dc:subject>
  <dc:creator>Tata Consultancy Services</dc:creator>
  <cp:lastModifiedBy>Tarachand Amgoth</cp:lastModifiedBy>
  <cp:revision>1354</cp:revision>
  <dcterms:created xsi:type="dcterms:W3CDTF">2015-09-29T05:13:53Z</dcterms:created>
  <dcterms:modified xsi:type="dcterms:W3CDTF">2025-04-29T16:20:11Z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0x0101009D21D58A44272E40AE2FBCEDA96F816B</vt:lpwstr>
  </property>
</Properties>
</file>