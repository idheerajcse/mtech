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7" r:id="rId4"/>
    <p:sldMasterId id="2147484036" r:id="rId5"/>
    <p:sldMasterId id="2147484038" r:id="rId6"/>
  </p:sldMasterIdLst>
  <p:notesMasterIdLst>
    <p:notesMasterId r:id="rId25"/>
  </p:notesMasterIdLst>
  <p:handoutMasterIdLst>
    <p:handoutMasterId r:id="rId26"/>
  </p:handoutMasterIdLst>
  <p:sldIdLst>
    <p:sldId id="256" r:id="rId7"/>
    <p:sldId id="326" r:id="rId8"/>
    <p:sldId id="350" r:id="rId9"/>
    <p:sldId id="351" r:id="rId10"/>
    <p:sldId id="353" r:id="rId11"/>
    <p:sldId id="352" r:id="rId12"/>
    <p:sldId id="356" r:id="rId13"/>
    <p:sldId id="354" r:id="rId14"/>
    <p:sldId id="357" r:id="rId15"/>
    <p:sldId id="358" r:id="rId16"/>
    <p:sldId id="359" r:id="rId17"/>
    <p:sldId id="360" r:id="rId18"/>
    <p:sldId id="361" r:id="rId19"/>
    <p:sldId id="362" r:id="rId20"/>
    <p:sldId id="363" r:id="rId21"/>
    <p:sldId id="364" r:id="rId22"/>
    <p:sldId id="365" r:id="rId23"/>
    <p:sldId id="258" r:id="rId24"/>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4" pos="2880">
          <p15:clr>
            <a:srgbClr val="A4A3A4"/>
          </p15:clr>
        </p15:guide>
        <p15:guide id="5" orient="horz" pos="16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va  Pardesi" initials="AP" lastIdx="11" clrIdx="0">
    <p:extLst>
      <p:ext uri="{19B8F6BF-5375-455C-9EA6-DF929625EA0E}">
        <p15:presenceInfo xmlns:p15="http://schemas.microsoft.com/office/powerpoint/2012/main" userId="S-1-5-21-1801674531-1177238915-682003330-2129570" providerId="AD"/>
      </p:ext>
    </p:extLst>
  </p:cmAuthor>
  <p:cmAuthor id="2" name="Peshaan Khajotia" initials="PK" lastIdx="53" clrIdx="1">
    <p:extLst>
      <p:ext uri="{19B8F6BF-5375-455C-9EA6-DF929625EA0E}">
        <p15:presenceInfo xmlns:p15="http://schemas.microsoft.com/office/powerpoint/2012/main" userId="S-1-5-21-1801674531-1177238915-682003330-22218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037CA7"/>
    <a:srgbClr val="93478C"/>
    <a:srgbClr val="D53E85"/>
    <a:srgbClr val="612C91"/>
    <a:srgbClr val="007DC5"/>
    <a:srgbClr val="F15A2D"/>
    <a:srgbClr val="724698"/>
    <a:srgbClr val="262626"/>
    <a:srgbClr val="07BA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76BFA8-0BB9-4CE6-9E4B-4C927D7B858C}" v="19" dt="2025-10-25T06:50:26.998"/>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81" autoAdjust="0"/>
    <p:restoredTop sz="93741" autoAdjust="0"/>
  </p:normalViewPr>
  <p:slideViewPr>
    <p:cSldViewPr snapToObjects="1">
      <p:cViewPr>
        <p:scale>
          <a:sx n="83" d="100"/>
          <a:sy n="83" d="100"/>
        </p:scale>
        <p:origin x="1140" y="68"/>
      </p:cViewPr>
      <p:guideLst>
        <p:guide pos="2880"/>
        <p:guide orient="horz" pos="1620"/>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00" d="100"/>
        <a:sy n="100" d="100"/>
      </p:scale>
      <p:origin x="0" y="0"/>
    </p:cViewPr>
  </p:sorterViewPr>
  <p:notesViewPr>
    <p:cSldViewPr snapToObjects="1" showGuides="1">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chand Amgoth" userId="ea017c71-c3c5-459d-b04b-915c0e816ad1" providerId="ADAL" clId="{B46EE4E9-ACEE-4AD4-BABA-713776423D28}"/>
    <pc:docChg chg="modSld">
      <pc:chgData name="Tarachand Amgoth" userId="ea017c71-c3c5-459d-b04b-915c0e816ad1" providerId="ADAL" clId="{B46EE4E9-ACEE-4AD4-BABA-713776423D28}" dt="2025-10-25T06:50:26.998" v="125"/>
      <pc:docMkLst>
        <pc:docMk/>
      </pc:docMkLst>
      <pc:sldChg chg="addSp delSp modSp mod">
        <pc:chgData name="Tarachand Amgoth" userId="ea017c71-c3c5-459d-b04b-915c0e816ad1" providerId="ADAL" clId="{B46EE4E9-ACEE-4AD4-BABA-713776423D28}" dt="2025-10-25T06:50:26.998" v="125"/>
        <pc:sldMkLst>
          <pc:docMk/>
          <pc:sldMk cId="2611437373" sldId="256"/>
        </pc:sldMkLst>
        <pc:grpChg chg="mod">
          <ac:chgData name="Tarachand Amgoth" userId="ea017c71-c3c5-459d-b04b-915c0e816ad1" providerId="ADAL" clId="{B46EE4E9-ACEE-4AD4-BABA-713776423D28}" dt="2025-10-25T06:48:46.460" v="5"/>
          <ac:grpSpMkLst>
            <pc:docMk/>
            <pc:sldMk cId="2611437373" sldId="256"/>
            <ac:grpSpMk id="11" creationId="{54EB98FB-3298-D1DB-DFF1-F57B0688C3DF}"/>
          </ac:grpSpMkLst>
        </pc:grpChg>
        <pc:grpChg chg="del mod">
          <ac:chgData name="Tarachand Amgoth" userId="ea017c71-c3c5-459d-b04b-915c0e816ad1" providerId="ADAL" clId="{B46EE4E9-ACEE-4AD4-BABA-713776423D28}" dt="2025-10-25T06:48:51.408" v="16"/>
          <ac:grpSpMkLst>
            <pc:docMk/>
            <pc:sldMk cId="2611437373" sldId="256"/>
            <ac:grpSpMk id="19" creationId="{B1BE8B55-0A5A-D663-F2A4-88A9E67A849B}"/>
          </ac:grpSpMkLst>
        </pc:grpChg>
        <pc:grpChg chg="mod">
          <ac:chgData name="Tarachand Amgoth" userId="ea017c71-c3c5-459d-b04b-915c0e816ad1" providerId="ADAL" clId="{B46EE4E9-ACEE-4AD4-BABA-713776423D28}" dt="2025-10-25T06:48:51.408" v="16"/>
          <ac:grpSpMkLst>
            <pc:docMk/>
            <pc:sldMk cId="2611437373" sldId="256"/>
            <ac:grpSpMk id="22" creationId="{EC5B8914-CCFD-F8A2-B407-F1C75D88907B}"/>
          </ac:grpSpMkLst>
        </pc:grpChg>
        <pc:grpChg chg="del mod">
          <ac:chgData name="Tarachand Amgoth" userId="ea017c71-c3c5-459d-b04b-915c0e816ad1" providerId="ADAL" clId="{B46EE4E9-ACEE-4AD4-BABA-713776423D28}" dt="2025-10-25T06:49:05.647" v="47"/>
          <ac:grpSpMkLst>
            <pc:docMk/>
            <pc:sldMk cId="2611437373" sldId="256"/>
            <ac:grpSpMk id="36" creationId="{EC7D1456-34A3-B366-7599-EC7650E04DFC}"/>
          </ac:grpSpMkLst>
        </pc:grpChg>
        <pc:grpChg chg="mod">
          <ac:chgData name="Tarachand Amgoth" userId="ea017c71-c3c5-459d-b04b-915c0e816ad1" providerId="ADAL" clId="{B46EE4E9-ACEE-4AD4-BABA-713776423D28}" dt="2025-10-25T06:48:58.188" v="30"/>
          <ac:grpSpMkLst>
            <pc:docMk/>
            <pc:sldMk cId="2611437373" sldId="256"/>
            <ac:grpSpMk id="37" creationId="{3EFEE157-147C-1E9C-D956-CF10EA3FB723}"/>
          </ac:grpSpMkLst>
        </pc:grpChg>
        <pc:grpChg chg="mod">
          <ac:chgData name="Tarachand Amgoth" userId="ea017c71-c3c5-459d-b04b-915c0e816ad1" providerId="ADAL" clId="{B46EE4E9-ACEE-4AD4-BABA-713776423D28}" dt="2025-10-25T06:49:05.647" v="47"/>
          <ac:grpSpMkLst>
            <pc:docMk/>
            <pc:sldMk cId="2611437373" sldId="256"/>
            <ac:grpSpMk id="54" creationId="{1EF6FB36-404E-D7C8-C6BE-D90E6CB36680}"/>
          </ac:grpSpMkLst>
        </pc:grpChg>
        <pc:grpChg chg="mod">
          <ac:chgData name="Tarachand Amgoth" userId="ea017c71-c3c5-459d-b04b-915c0e816ad1" providerId="ADAL" clId="{B46EE4E9-ACEE-4AD4-BABA-713776423D28}" dt="2025-10-25T06:49:05.647" v="47"/>
          <ac:grpSpMkLst>
            <pc:docMk/>
            <pc:sldMk cId="2611437373" sldId="256"/>
            <ac:grpSpMk id="55" creationId="{708A344B-B4EF-7A7E-1513-5CDA430FDB65}"/>
          </ac:grpSpMkLst>
        </pc:grpChg>
        <pc:grpChg chg="mod">
          <ac:chgData name="Tarachand Amgoth" userId="ea017c71-c3c5-459d-b04b-915c0e816ad1" providerId="ADAL" clId="{B46EE4E9-ACEE-4AD4-BABA-713776423D28}" dt="2025-10-25T06:49:05.647" v="47"/>
          <ac:grpSpMkLst>
            <pc:docMk/>
            <pc:sldMk cId="2611437373" sldId="256"/>
            <ac:grpSpMk id="56" creationId="{B1826697-7240-FEF7-F51A-747EC59267DB}"/>
          </ac:grpSpMkLst>
        </pc:grpChg>
        <pc:grpChg chg="mod">
          <ac:chgData name="Tarachand Amgoth" userId="ea017c71-c3c5-459d-b04b-915c0e816ad1" providerId="ADAL" clId="{B46EE4E9-ACEE-4AD4-BABA-713776423D28}" dt="2025-10-25T06:49:05.647" v="47"/>
          <ac:grpSpMkLst>
            <pc:docMk/>
            <pc:sldMk cId="2611437373" sldId="256"/>
            <ac:grpSpMk id="57" creationId="{2E5456DB-3475-69CB-EEBF-693DDB826DBE}"/>
          </ac:grpSpMkLst>
        </pc:grpChg>
        <pc:grpChg chg="mod">
          <ac:chgData name="Tarachand Amgoth" userId="ea017c71-c3c5-459d-b04b-915c0e816ad1" providerId="ADAL" clId="{B46EE4E9-ACEE-4AD4-BABA-713776423D28}" dt="2025-10-25T06:49:05.647" v="47"/>
          <ac:grpSpMkLst>
            <pc:docMk/>
            <pc:sldMk cId="2611437373" sldId="256"/>
            <ac:grpSpMk id="58" creationId="{19DC3EBB-7071-0A32-F263-DEDE9800EDA4}"/>
          </ac:grpSpMkLst>
        </pc:grpChg>
        <pc:grpChg chg="del mod">
          <ac:chgData name="Tarachand Amgoth" userId="ea017c71-c3c5-459d-b04b-915c0e816ad1" providerId="ADAL" clId="{B46EE4E9-ACEE-4AD4-BABA-713776423D28}" dt="2025-10-25T06:49:50.197" v="79"/>
          <ac:grpSpMkLst>
            <pc:docMk/>
            <pc:sldMk cId="2611437373" sldId="256"/>
            <ac:grpSpMk id="61" creationId="{14F168DF-66AD-4889-132F-9022C2349F7F}"/>
          </ac:grpSpMkLst>
        </pc:grpChg>
        <pc:grpChg chg="del mod">
          <ac:chgData name="Tarachand Amgoth" userId="ea017c71-c3c5-459d-b04b-915c0e816ad1" providerId="ADAL" clId="{B46EE4E9-ACEE-4AD4-BABA-713776423D28}" dt="2025-10-25T06:49:35.869" v="63"/>
          <ac:grpSpMkLst>
            <pc:docMk/>
            <pc:sldMk cId="2611437373" sldId="256"/>
            <ac:grpSpMk id="68" creationId="{AF28D6DA-172B-E319-4CA4-93A91882993A}"/>
          </ac:grpSpMkLst>
        </pc:grpChg>
        <pc:grpChg chg="del mod">
          <ac:chgData name="Tarachand Amgoth" userId="ea017c71-c3c5-459d-b04b-915c0e816ad1" providerId="ADAL" clId="{B46EE4E9-ACEE-4AD4-BABA-713776423D28}" dt="2025-10-25T06:49:59.669" v="93"/>
          <ac:grpSpMkLst>
            <pc:docMk/>
            <pc:sldMk cId="2611437373" sldId="256"/>
            <ac:grpSpMk id="74" creationId="{BC5D4BE5-FF33-5CD8-EA6D-E3CFF8266714}"/>
          </ac:grpSpMkLst>
        </pc:grpChg>
        <pc:grpChg chg="del mod">
          <ac:chgData name="Tarachand Amgoth" userId="ea017c71-c3c5-459d-b04b-915c0e816ad1" providerId="ADAL" clId="{B46EE4E9-ACEE-4AD4-BABA-713776423D28}" dt="2025-10-25T06:50:04.051" v="100"/>
          <ac:grpSpMkLst>
            <pc:docMk/>
            <pc:sldMk cId="2611437373" sldId="256"/>
            <ac:grpSpMk id="89" creationId="{4FC0C6C1-AC3E-BA59-93C7-9635FF82AAF0}"/>
          </ac:grpSpMkLst>
        </pc:grpChg>
        <pc:grpChg chg="del mod">
          <ac:chgData name="Tarachand Amgoth" userId="ea017c71-c3c5-459d-b04b-915c0e816ad1" providerId="ADAL" clId="{B46EE4E9-ACEE-4AD4-BABA-713776423D28}" dt="2025-10-25T06:50:04.051" v="100"/>
          <ac:grpSpMkLst>
            <pc:docMk/>
            <pc:sldMk cId="2611437373" sldId="256"/>
            <ac:grpSpMk id="101" creationId="{C079F0E2-1AF9-9EA0-BE4B-D2B330665AF7}"/>
          </ac:grpSpMkLst>
        </pc:grpChg>
        <pc:grpChg chg="del mod">
          <ac:chgData name="Tarachand Amgoth" userId="ea017c71-c3c5-459d-b04b-915c0e816ad1" providerId="ADAL" clId="{B46EE4E9-ACEE-4AD4-BABA-713776423D28}" dt="2025-10-25T06:50:04.051" v="100"/>
          <ac:grpSpMkLst>
            <pc:docMk/>
            <pc:sldMk cId="2611437373" sldId="256"/>
            <ac:grpSpMk id="103" creationId="{F3C457C3-096A-480D-6137-4B44BEB037D9}"/>
          </ac:grpSpMkLst>
        </pc:grpChg>
        <pc:grpChg chg="del mod">
          <ac:chgData name="Tarachand Amgoth" userId="ea017c71-c3c5-459d-b04b-915c0e816ad1" providerId="ADAL" clId="{B46EE4E9-ACEE-4AD4-BABA-713776423D28}" dt="2025-10-25T06:50:04.051" v="100"/>
          <ac:grpSpMkLst>
            <pc:docMk/>
            <pc:sldMk cId="2611437373" sldId="256"/>
            <ac:grpSpMk id="108" creationId="{4C842702-A120-8BC3-5E50-EA85BFD9D9B3}"/>
          </ac:grpSpMkLst>
        </pc:grpChg>
        <pc:grpChg chg="del mod">
          <ac:chgData name="Tarachand Amgoth" userId="ea017c71-c3c5-459d-b04b-915c0e816ad1" providerId="ADAL" clId="{B46EE4E9-ACEE-4AD4-BABA-713776423D28}" dt="2025-10-25T06:50:05.357" v="102"/>
          <ac:grpSpMkLst>
            <pc:docMk/>
            <pc:sldMk cId="2611437373" sldId="256"/>
            <ac:grpSpMk id="110" creationId="{5B4E89ED-1C24-230D-B1D9-69D7380FA941}"/>
          </ac:grpSpMkLst>
        </pc:grpChg>
        <pc:grpChg chg="del mod">
          <ac:chgData name="Tarachand Amgoth" userId="ea017c71-c3c5-459d-b04b-915c0e816ad1" providerId="ADAL" clId="{B46EE4E9-ACEE-4AD4-BABA-713776423D28}" dt="2025-10-25T06:50:08.604" v="109"/>
          <ac:grpSpMkLst>
            <pc:docMk/>
            <pc:sldMk cId="2611437373" sldId="256"/>
            <ac:grpSpMk id="112" creationId="{BB7BFC95-C3F3-7599-CC5C-99E383070B71}"/>
          </ac:grpSpMkLst>
        </pc:grpChg>
        <pc:grpChg chg="del mod">
          <ac:chgData name="Tarachand Amgoth" userId="ea017c71-c3c5-459d-b04b-915c0e816ad1" providerId="ADAL" clId="{B46EE4E9-ACEE-4AD4-BABA-713776423D28}" dt="2025-10-25T06:50:19.557" v="122"/>
          <ac:grpSpMkLst>
            <pc:docMk/>
            <pc:sldMk cId="2611437373" sldId="256"/>
            <ac:grpSpMk id="119" creationId="{100C65A7-53BF-57FC-767B-BFE25184E88A}"/>
          </ac:grpSpMkLst>
        </pc:grpChg>
        <pc:grpChg chg="mod">
          <ac:chgData name="Tarachand Amgoth" userId="ea017c71-c3c5-459d-b04b-915c0e816ad1" providerId="ADAL" clId="{B46EE4E9-ACEE-4AD4-BABA-713776423D28}" dt="2025-10-25T06:50:19.557" v="122"/>
          <ac:grpSpMkLst>
            <pc:docMk/>
            <pc:sldMk cId="2611437373" sldId="256"/>
            <ac:grpSpMk id="132" creationId="{BF7C0087-F6A3-1BA0-1E2A-182120641DC8}"/>
          </ac:grpSpMkLst>
        </pc:grpChg>
        <pc:grpChg chg="mod">
          <ac:chgData name="Tarachand Amgoth" userId="ea017c71-c3c5-459d-b04b-915c0e816ad1" providerId="ADAL" clId="{B46EE4E9-ACEE-4AD4-BABA-713776423D28}" dt="2025-10-25T06:50:26.998" v="125"/>
          <ac:grpSpMkLst>
            <pc:docMk/>
            <pc:sldMk cId="2611437373" sldId="256"/>
            <ac:grpSpMk id="135" creationId="{330C79A5-3C12-6757-258C-C07BD94DE559}"/>
          </ac:grpSpMkLst>
        </pc:grpChg>
        <pc:inkChg chg="add mod">
          <ac:chgData name="Tarachand Amgoth" userId="ea017c71-c3c5-459d-b04b-915c0e816ad1" providerId="ADAL" clId="{B46EE4E9-ACEE-4AD4-BABA-713776423D28}" dt="2025-10-25T06:48:46.460" v="5"/>
          <ac:inkMkLst>
            <pc:docMk/>
            <pc:sldMk cId="2611437373" sldId="256"/>
            <ac:inkMk id="5" creationId="{40146F34-5580-EEEF-46A1-F7F5DF948A15}"/>
          </ac:inkMkLst>
        </pc:inkChg>
        <pc:inkChg chg="add mod">
          <ac:chgData name="Tarachand Amgoth" userId="ea017c71-c3c5-459d-b04b-915c0e816ad1" providerId="ADAL" clId="{B46EE4E9-ACEE-4AD4-BABA-713776423D28}" dt="2025-10-25T06:48:46.460" v="5"/>
          <ac:inkMkLst>
            <pc:docMk/>
            <pc:sldMk cId="2611437373" sldId="256"/>
            <ac:inkMk id="7" creationId="{6D4EF97F-42A7-EE15-F981-4D5D87C3C52B}"/>
          </ac:inkMkLst>
        </pc:inkChg>
        <pc:inkChg chg="add mod">
          <ac:chgData name="Tarachand Amgoth" userId="ea017c71-c3c5-459d-b04b-915c0e816ad1" providerId="ADAL" clId="{B46EE4E9-ACEE-4AD4-BABA-713776423D28}" dt="2025-10-25T06:48:46.460" v="5"/>
          <ac:inkMkLst>
            <pc:docMk/>
            <pc:sldMk cId="2611437373" sldId="256"/>
            <ac:inkMk id="8" creationId="{ADD77A18-7A8A-D521-ADA8-CB4904A5DDF0}"/>
          </ac:inkMkLst>
        </pc:inkChg>
        <pc:inkChg chg="add mod">
          <ac:chgData name="Tarachand Amgoth" userId="ea017c71-c3c5-459d-b04b-915c0e816ad1" providerId="ADAL" clId="{B46EE4E9-ACEE-4AD4-BABA-713776423D28}" dt="2025-10-25T06:48:46.460" v="5"/>
          <ac:inkMkLst>
            <pc:docMk/>
            <pc:sldMk cId="2611437373" sldId="256"/>
            <ac:inkMk id="9" creationId="{84EF740B-2013-E6A6-E5AD-56201117C715}"/>
          </ac:inkMkLst>
        </pc:inkChg>
        <pc:inkChg chg="add mod">
          <ac:chgData name="Tarachand Amgoth" userId="ea017c71-c3c5-459d-b04b-915c0e816ad1" providerId="ADAL" clId="{B46EE4E9-ACEE-4AD4-BABA-713776423D28}" dt="2025-10-25T06:48:46.460" v="5"/>
          <ac:inkMkLst>
            <pc:docMk/>
            <pc:sldMk cId="2611437373" sldId="256"/>
            <ac:inkMk id="10" creationId="{0953F323-C5B5-602E-00CA-9FACDFC5A3AB}"/>
          </ac:inkMkLst>
        </pc:inkChg>
        <pc:inkChg chg="add mod">
          <ac:chgData name="Tarachand Amgoth" userId="ea017c71-c3c5-459d-b04b-915c0e816ad1" providerId="ADAL" clId="{B46EE4E9-ACEE-4AD4-BABA-713776423D28}" dt="2025-10-25T06:48:51.408" v="16"/>
          <ac:inkMkLst>
            <pc:docMk/>
            <pc:sldMk cId="2611437373" sldId="256"/>
            <ac:inkMk id="12" creationId="{2164CA50-C0CE-90BF-7377-618989835F46}"/>
          </ac:inkMkLst>
        </pc:inkChg>
        <pc:inkChg chg="add mod">
          <ac:chgData name="Tarachand Amgoth" userId="ea017c71-c3c5-459d-b04b-915c0e816ad1" providerId="ADAL" clId="{B46EE4E9-ACEE-4AD4-BABA-713776423D28}" dt="2025-10-25T06:48:51.408" v="16"/>
          <ac:inkMkLst>
            <pc:docMk/>
            <pc:sldMk cId="2611437373" sldId="256"/>
            <ac:inkMk id="13" creationId="{8E410D8E-6EC8-92F2-7B20-858936201DDF}"/>
          </ac:inkMkLst>
        </pc:inkChg>
        <pc:inkChg chg="add mod">
          <ac:chgData name="Tarachand Amgoth" userId="ea017c71-c3c5-459d-b04b-915c0e816ad1" providerId="ADAL" clId="{B46EE4E9-ACEE-4AD4-BABA-713776423D28}" dt="2025-10-25T06:48:51.408" v="16"/>
          <ac:inkMkLst>
            <pc:docMk/>
            <pc:sldMk cId="2611437373" sldId="256"/>
            <ac:inkMk id="14" creationId="{0A0CF329-859D-F266-AAED-3BEF17C38BF3}"/>
          </ac:inkMkLst>
        </pc:inkChg>
        <pc:inkChg chg="add mod">
          <ac:chgData name="Tarachand Amgoth" userId="ea017c71-c3c5-459d-b04b-915c0e816ad1" providerId="ADAL" clId="{B46EE4E9-ACEE-4AD4-BABA-713776423D28}" dt="2025-10-25T06:48:51.408" v="16"/>
          <ac:inkMkLst>
            <pc:docMk/>
            <pc:sldMk cId="2611437373" sldId="256"/>
            <ac:inkMk id="15" creationId="{60DA9F4E-B5DC-22EC-2716-66716EBF5248}"/>
          </ac:inkMkLst>
        </pc:inkChg>
        <pc:inkChg chg="add mod">
          <ac:chgData name="Tarachand Amgoth" userId="ea017c71-c3c5-459d-b04b-915c0e816ad1" providerId="ADAL" clId="{B46EE4E9-ACEE-4AD4-BABA-713776423D28}" dt="2025-10-25T06:48:51.408" v="16"/>
          <ac:inkMkLst>
            <pc:docMk/>
            <pc:sldMk cId="2611437373" sldId="256"/>
            <ac:inkMk id="16" creationId="{D8DA1028-0A79-99DB-AC9E-12006F88FC38}"/>
          </ac:inkMkLst>
        </pc:inkChg>
        <pc:inkChg chg="add mod">
          <ac:chgData name="Tarachand Amgoth" userId="ea017c71-c3c5-459d-b04b-915c0e816ad1" providerId="ADAL" clId="{B46EE4E9-ACEE-4AD4-BABA-713776423D28}" dt="2025-10-25T06:48:51.408" v="16"/>
          <ac:inkMkLst>
            <pc:docMk/>
            <pc:sldMk cId="2611437373" sldId="256"/>
            <ac:inkMk id="17" creationId="{17E52A27-15DA-7A75-560A-88E452DD6BB1}"/>
          </ac:inkMkLst>
        </pc:inkChg>
        <pc:inkChg chg="add mod">
          <ac:chgData name="Tarachand Amgoth" userId="ea017c71-c3c5-459d-b04b-915c0e816ad1" providerId="ADAL" clId="{B46EE4E9-ACEE-4AD4-BABA-713776423D28}" dt="2025-10-25T06:48:51.408" v="16"/>
          <ac:inkMkLst>
            <pc:docMk/>
            <pc:sldMk cId="2611437373" sldId="256"/>
            <ac:inkMk id="18" creationId="{EC5B0021-C324-099A-A3DC-49D4F11E297C}"/>
          </ac:inkMkLst>
        </pc:inkChg>
        <pc:inkChg chg="add mod">
          <ac:chgData name="Tarachand Amgoth" userId="ea017c71-c3c5-459d-b04b-915c0e816ad1" providerId="ADAL" clId="{B46EE4E9-ACEE-4AD4-BABA-713776423D28}" dt="2025-10-25T06:48:51.408" v="16"/>
          <ac:inkMkLst>
            <pc:docMk/>
            <pc:sldMk cId="2611437373" sldId="256"/>
            <ac:inkMk id="20" creationId="{98476287-87E2-6F07-B2E2-FB75B36D3E12}"/>
          </ac:inkMkLst>
        </pc:inkChg>
        <pc:inkChg chg="add">
          <ac:chgData name="Tarachand Amgoth" userId="ea017c71-c3c5-459d-b04b-915c0e816ad1" providerId="ADAL" clId="{B46EE4E9-ACEE-4AD4-BABA-713776423D28}" dt="2025-10-25T06:48:50.804" v="15" actId="9405"/>
          <ac:inkMkLst>
            <pc:docMk/>
            <pc:sldMk cId="2611437373" sldId="256"/>
            <ac:inkMk id="21" creationId="{B09CD3E2-B07E-B121-D771-0F81FF7600E4}"/>
          </ac:inkMkLst>
        </pc:inkChg>
        <pc:inkChg chg="add mod">
          <ac:chgData name="Tarachand Amgoth" userId="ea017c71-c3c5-459d-b04b-915c0e816ad1" providerId="ADAL" clId="{B46EE4E9-ACEE-4AD4-BABA-713776423D28}" dt="2025-10-25T06:48:58.188" v="30"/>
          <ac:inkMkLst>
            <pc:docMk/>
            <pc:sldMk cId="2611437373" sldId="256"/>
            <ac:inkMk id="23" creationId="{19B37F78-0301-13F7-4569-CCF9C226AC3F}"/>
          </ac:inkMkLst>
        </pc:inkChg>
        <pc:inkChg chg="add">
          <ac:chgData name="Tarachand Amgoth" userId="ea017c71-c3c5-459d-b04b-915c0e816ad1" providerId="ADAL" clId="{B46EE4E9-ACEE-4AD4-BABA-713776423D28}" dt="2025-10-25T06:48:52.029" v="18" actId="9405"/>
          <ac:inkMkLst>
            <pc:docMk/>
            <pc:sldMk cId="2611437373" sldId="256"/>
            <ac:inkMk id="24" creationId="{106958C6-1152-C2FD-984A-0F2C231AC6B5}"/>
          </ac:inkMkLst>
        </pc:inkChg>
        <pc:inkChg chg="add mod">
          <ac:chgData name="Tarachand Amgoth" userId="ea017c71-c3c5-459d-b04b-915c0e816ad1" providerId="ADAL" clId="{B46EE4E9-ACEE-4AD4-BABA-713776423D28}" dt="2025-10-25T06:48:58.188" v="30"/>
          <ac:inkMkLst>
            <pc:docMk/>
            <pc:sldMk cId="2611437373" sldId="256"/>
            <ac:inkMk id="25" creationId="{3A646A50-57D9-1401-267F-FC13BD28095A}"/>
          </ac:inkMkLst>
        </pc:inkChg>
        <pc:inkChg chg="add">
          <ac:chgData name="Tarachand Amgoth" userId="ea017c71-c3c5-459d-b04b-915c0e816ad1" providerId="ADAL" clId="{B46EE4E9-ACEE-4AD4-BABA-713776423D28}" dt="2025-10-25T06:48:53.493" v="20" actId="9405"/>
          <ac:inkMkLst>
            <pc:docMk/>
            <pc:sldMk cId="2611437373" sldId="256"/>
            <ac:inkMk id="26" creationId="{DEFAE60A-A022-2C9E-8D4E-0B6416ED8322}"/>
          </ac:inkMkLst>
        </pc:inkChg>
        <pc:inkChg chg="add mod">
          <ac:chgData name="Tarachand Amgoth" userId="ea017c71-c3c5-459d-b04b-915c0e816ad1" providerId="ADAL" clId="{B46EE4E9-ACEE-4AD4-BABA-713776423D28}" dt="2025-10-25T06:48:58.188" v="30"/>
          <ac:inkMkLst>
            <pc:docMk/>
            <pc:sldMk cId="2611437373" sldId="256"/>
            <ac:inkMk id="27" creationId="{80700896-8C3B-E7F6-BCE5-86CE3AFF9DE4}"/>
          </ac:inkMkLst>
        </pc:inkChg>
        <pc:inkChg chg="add">
          <ac:chgData name="Tarachand Amgoth" userId="ea017c71-c3c5-459d-b04b-915c0e816ad1" providerId="ADAL" clId="{B46EE4E9-ACEE-4AD4-BABA-713776423D28}" dt="2025-10-25T06:48:54.319" v="22" actId="9405"/>
          <ac:inkMkLst>
            <pc:docMk/>
            <pc:sldMk cId="2611437373" sldId="256"/>
            <ac:inkMk id="28" creationId="{15087BAB-50DC-C41B-1235-9C9A97085659}"/>
          </ac:inkMkLst>
        </pc:inkChg>
        <pc:inkChg chg="add mod">
          <ac:chgData name="Tarachand Amgoth" userId="ea017c71-c3c5-459d-b04b-915c0e816ad1" providerId="ADAL" clId="{B46EE4E9-ACEE-4AD4-BABA-713776423D28}" dt="2025-10-25T06:48:58.188" v="30"/>
          <ac:inkMkLst>
            <pc:docMk/>
            <pc:sldMk cId="2611437373" sldId="256"/>
            <ac:inkMk id="29" creationId="{6920281F-76AC-EFBD-344B-B887D62B395F}"/>
          </ac:inkMkLst>
        </pc:inkChg>
        <pc:inkChg chg="add mod">
          <ac:chgData name="Tarachand Amgoth" userId="ea017c71-c3c5-459d-b04b-915c0e816ad1" providerId="ADAL" clId="{B46EE4E9-ACEE-4AD4-BABA-713776423D28}" dt="2025-10-25T06:48:58.188" v="30"/>
          <ac:inkMkLst>
            <pc:docMk/>
            <pc:sldMk cId="2611437373" sldId="256"/>
            <ac:inkMk id="30" creationId="{C0EE27B9-FC62-CA74-C1A5-F73CF045C8F5}"/>
          </ac:inkMkLst>
        </pc:inkChg>
        <pc:inkChg chg="add">
          <ac:chgData name="Tarachand Amgoth" userId="ea017c71-c3c5-459d-b04b-915c0e816ad1" providerId="ADAL" clId="{B46EE4E9-ACEE-4AD4-BABA-713776423D28}" dt="2025-10-25T06:48:56.071" v="25" actId="9405"/>
          <ac:inkMkLst>
            <pc:docMk/>
            <pc:sldMk cId="2611437373" sldId="256"/>
            <ac:inkMk id="31" creationId="{87E2EE20-8C0C-CB32-A9DA-0254BA5A4771}"/>
          </ac:inkMkLst>
        </pc:inkChg>
        <pc:inkChg chg="add">
          <ac:chgData name="Tarachand Amgoth" userId="ea017c71-c3c5-459d-b04b-915c0e816ad1" providerId="ADAL" clId="{B46EE4E9-ACEE-4AD4-BABA-713776423D28}" dt="2025-10-25T06:48:56.324" v="26" actId="9405"/>
          <ac:inkMkLst>
            <pc:docMk/>
            <pc:sldMk cId="2611437373" sldId="256"/>
            <ac:inkMk id="32" creationId="{456C684C-261A-0DC0-A885-E5ED51F422D2}"/>
          </ac:inkMkLst>
        </pc:inkChg>
        <pc:inkChg chg="add mod">
          <ac:chgData name="Tarachand Amgoth" userId="ea017c71-c3c5-459d-b04b-915c0e816ad1" providerId="ADAL" clId="{B46EE4E9-ACEE-4AD4-BABA-713776423D28}" dt="2025-10-25T06:48:58.188" v="30"/>
          <ac:inkMkLst>
            <pc:docMk/>
            <pc:sldMk cId="2611437373" sldId="256"/>
            <ac:inkMk id="33" creationId="{E6D6F8B5-1A18-41CD-43DB-DE5F299F0F48}"/>
          </ac:inkMkLst>
        </pc:inkChg>
        <pc:inkChg chg="add mod">
          <ac:chgData name="Tarachand Amgoth" userId="ea017c71-c3c5-459d-b04b-915c0e816ad1" providerId="ADAL" clId="{B46EE4E9-ACEE-4AD4-BABA-713776423D28}" dt="2025-10-25T06:48:58.188" v="30"/>
          <ac:inkMkLst>
            <pc:docMk/>
            <pc:sldMk cId="2611437373" sldId="256"/>
            <ac:inkMk id="34" creationId="{7760B12D-5779-87D5-703C-8286F8C189D9}"/>
          </ac:inkMkLst>
        </pc:inkChg>
        <pc:inkChg chg="add mod">
          <ac:chgData name="Tarachand Amgoth" userId="ea017c71-c3c5-459d-b04b-915c0e816ad1" providerId="ADAL" clId="{B46EE4E9-ACEE-4AD4-BABA-713776423D28}" dt="2025-10-25T06:48:58.188" v="30"/>
          <ac:inkMkLst>
            <pc:docMk/>
            <pc:sldMk cId="2611437373" sldId="256"/>
            <ac:inkMk id="35" creationId="{D40C1493-137D-D965-4043-69835D2852B8}"/>
          </ac:inkMkLst>
        </pc:inkChg>
        <pc:inkChg chg="add">
          <ac:chgData name="Tarachand Amgoth" userId="ea017c71-c3c5-459d-b04b-915c0e816ad1" providerId="ADAL" clId="{B46EE4E9-ACEE-4AD4-BABA-713776423D28}" dt="2025-10-25T06:48:58.188" v="31" actId="9405"/>
          <ac:inkMkLst>
            <pc:docMk/>
            <pc:sldMk cId="2611437373" sldId="256"/>
            <ac:inkMk id="38" creationId="{47801E83-B2F1-1B99-C08D-B9C6EAC42BC7}"/>
          </ac:inkMkLst>
        </pc:inkChg>
        <pc:inkChg chg="add">
          <ac:chgData name="Tarachand Amgoth" userId="ea017c71-c3c5-459d-b04b-915c0e816ad1" providerId="ADAL" clId="{B46EE4E9-ACEE-4AD4-BABA-713776423D28}" dt="2025-10-25T06:48:58.491" v="32" actId="9405"/>
          <ac:inkMkLst>
            <pc:docMk/>
            <pc:sldMk cId="2611437373" sldId="256"/>
            <ac:inkMk id="39" creationId="{043A8BCB-4858-42F0-EDFC-99401FE5CD11}"/>
          </ac:inkMkLst>
        </pc:inkChg>
        <pc:inkChg chg="add mod">
          <ac:chgData name="Tarachand Amgoth" userId="ea017c71-c3c5-459d-b04b-915c0e816ad1" providerId="ADAL" clId="{B46EE4E9-ACEE-4AD4-BABA-713776423D28}" dt="2025-10-25T06:49:05.647" v="47"/>
          <ac:inkMkLst>
            <pc:docMk/>
            <pc:sldMk cId="2611437373" sldId="256"/>
            <ac:inkMk id="40" creationId="{8CC0C4B5-1202-C8C2-DFFB-8DC62AACC2E5}"/>
          </ac:inkMkLst>
        </pc:inkChg>
        <pc:inkChg chg="add">
          <ac:chgData name="Tarachand Amgoth" userId="ea017c71-c3c5-459d-b04b-915c0e816ad1" providerId="ADAL" clId="{B46EE4E9-ACEE-4AD4-BABA-713776423D28}" dt="2025-10-25T06:49:00.098" v="34" actId="9405"/>
          <ac:inkMkLst>
            <pc:docMk/>
            <pc:sldMk cId="2611437373" sldId="256"/>
            <ac:inkMk id="41" creationId="{2CAD1ECA-0AA0-F504-F7F5-A47BC1483E8F}"/>
          </ac:inkMkLst>
        </pc:inkChg>
        <pc:inkChg chg="add">
          <ac:chgData name="Tarachand Amgoth" userId="ea017c71-c3c5-459d-b04b-915c0e816ad1" providerId="ADAL" clId="{B46EE4E9-ACEE-4AD4-BABA-713776423D28}" dt="2025-10-25T06:49:00.291" v="35" actId="9405"/>
          <ac:inkMkLst>
            <pc:docMk/>
            <pc:sldMk cId="2611437373" sldId="256"/>
            <ac:inkMk id="42" creationId="{F4CBC0BF-CB27-3414-0427-826C08EFAE7E}"/>
          </ac:inkMkLst>
        </pc:inkChg>
        <pc:inkChg chg="add mod">
          <ac:chgData name="Tarachand Amgoth" userId="ea017c71-c3c5-459d-b04b-915c0e816ad1" providerId="ADAL" clId="{B46EE4E9-ACEE-4AD4-BABA-713776423D28}" dt="2025-10-25T06:49:05.647" v="47"/>
          <ac:inkMkLst>
            <pc:docMk/>
            <pc:sldMk cId="2611437373" sldId="256"/>
            <ac:inkMk id="43" creationId="{5B63CEE9-8B9F-E7BF-3F28-DA3AAD2620C9}"/>
          </ac:inkMkLst>
        </pc:inkChg>
        <pc:inkChg chg="add">
          <ac:chgData name="Tarachand Amgoth" userId="ea017c71-c3c5-459d-b04b-915c0e816ad1" providerId="ADAL" clId="{B46EE4E9-ACEE-4AD4-BABA-713776423D28}" dt="2025-10-25T06:49:01.057" v="37" actId="9405"/>
          <ac:inkMkLst>
            <pc:docMk/>
            <pc:sldMk cId="2611437373" sldId="256"/>
            <ac:inkMk id="44" creationId="{BEF44C28-A49D-F21C-D295-C1B239891AE7}"/>
          </ac:inkMkLst>
        </pc:inkChg>
        <pc:inkChg chg="add">
          <ac:chgData name="Tarachand Amgoth" userId="ea017c71-c3c5-459d-b04b-915c0e816ad1" providerId="ADAL" clId="{B46EE4E9-ACEE-4AD4-BABA-713776423D28}" dt="2025-10-25T06:49:01.919" v="38" actId="9405"/>
          <ac:inkMkLst>
            <pc:docMk/>
            <pc:sldMk cId="2611437373" sldId="256"/>
            <ac:inkMk id="45" creationId="{E7656DB5-6634-1F03-39FC-B6050DEB6721}"/>
          </ac:inkMkLst>
        </pc:inkChg>
        <pc:inkChg chg="add mod">
          <ac:chgData name="Tarachand Amgoth" userId="ea017c71-c3c5-459d-b04b-915c0e816ad1" providerId="ADAL" clId="{B46EE4E9-ACEE-4AD4-BABA-713776423D28}" dt="2025-10-25T06:49:05.647" v="47"/>
          <ac:inkMkLst>
            <pc:docMk/>
            <pc:sldMk cId="2611437373" sldId="256"/>
            <ac:inkMk id="46" creationId="{AC4D8856-525C-F17B-593D-5524B107A4A2}"/>
          </ac:inkMkLst>
        </pc:inkChg>
        <pc:inkChg chg="add">
          <ac:chgData name="Tarachand Amgoth" userId="ea017c71-c3c5-459d-b04b-915c0e816ad1" providerId="ADAL" clId="{B46EE4E9-ACEE-4AD4-BABA-713776423D28}" dt="2025-10-25T06:49:03.458" v="40" actId="9405"/>
          <ac:inkMkLst>
            <pc:docMk/>
            <pc:sldMk cId="2611437373" sldId="256"/>
            <ac:inkMk id="47" creationId="{47D8C1C2-5C3E-0366-79EB-817D6446FB48}"/>
          </ac:inkMkLst>
        </pc:inkChg>
        <pc:inkChg chg="add">
          <ac:chgData name="Tarachand Amgoth" userId="ea017c71-c3c5-459d-b04b-915c0e816ad1" providerId="ADAL" clId="{B46EE4E9-ACEE-4AD4-BABA-713776423D28}" dt="2025-10-25T06:49:03.600" v="41" actId="9405"/>
          <ac:inkMkLst>
            <pc:docMk/>
            <pc:sldMk cId="2611437373" sldId="256"/>
            <ac:inkMk id="48" creationId="{DD85561E-09EA-7FAC-6A2F-311C961CC87E}"/>
          </ac:inkMkLst>
        </pc:inkChg>
        <pc:inkChg chg="add mod">
          <ac:chgData name="Tarachand Amgoth" userId="ea017c71-c3c5-459d-b04b-915c0e816ad1" providerId="ADAL" clId="{B46EE4E9-ACEE-4AD4-BABA-713776423D28}" dt="2025-10-25T06:49:05.647" v="47"/>
          <ac:inkMkLst>
            <pc:docMk/>
            <pc:sldMk cId="2611437373" sldId="256"/>
            <ac:inkMk id="49" creationId="{B73F1CAC-1BCC-EEC5-66C5-1E625FBBBBAB}"/>
          </ac:inkMkLst>
        </pc:inkChg>
        <pc:inkChg chg="add">
          <ac:chgData name="Tarachand Amgoth" userId="ea017c71-c3c5-459d-b04b-915c0e816ad1" providerId="ADAL" clId="{B46EE4E9-ACEE-4AD4-BABA-713776423D28}" dt="2025-10-25T06:49:04.095" v="43" actId="9405"/>
          <ac:inkMkLst>
            <pc:docMk/>
            <pc:sldMk cId="2611437373" sldId="256"/>
            <ac:inkMk id="50" creationId="{57C64AB3-369F-DE08-E6B8-7FBFCF113BC6}"/>
          </ac:inkMkLst>
        </pc:inkChg>
        <pc:inkChg chg="add">
          <ac:chgData name="Tarachand Amgoth" userId="ea017c71-c3c5-459d-b04b-915c0e816ad1" providerId="ADAL" clId="{B46EE4E9-ACEE-4AD4-BABA-713776423D28}" dt="2025-10-25T06:49:04.285" v="44" actId="9405"/>
          <ac:inkMkLst>
            <pc:docMk/>
            <pc:sldMk cId="2611437373" sldId="256"/>
            <ac:inkMk id="51" creationId="{633FB626-1BB1-928C-CC86-C8722F491AF4}"/>
          </ac:inkMkLst>
        </pc:inkChg>
        <pc:inkChg chg="add">
          <ac:chgData name="Tarachand Amgoth" userId="ea017c71-c3c5-459d-b04b-915c0e816ad1" providerId="ADAL" clId="{B46EE4E9-ACEE-4AD4-BABA-713776423D28}" dt="2025-10-25T06:49:04.875" v="45" actId="9405"/>
          <ac:inkMkLst>
            <pc:docMk/>
            <pc:sldMk cId="2611437373" sldId="256"/>
            <ac:inkMk id="52" creationId="{EDEC41EC-67AB-7AA1-7926-B747206CB9CC}"/>
          </ac:inkMkLst>
        </pc:inkChg>
        <pc:inkChg chg="add">
          <ac:chgData name="Tarachand Amgoth" userId="ea017c71-c3c5-459d-b04b-915c0e816ad1" providerId="ADAL" clId="{B46EE4E9-ACEE-4AD4-BABA-713776423D28}" dt="2025-10-25T06:49:05.146" v="46" actId="9405"/>
          <ac:inkMkLst>
            <pc:docMk/>
            <pc:sldMk cId="2611437373" sldId="256"/>
            <ac:inkMk id="53" creationId="{D6940408-958F-7F84-4D52-65902F8808EB}"/>
          </ac:inkMkLst>
        </pc:inkChg>
        <pc:inkChg chg="add mod">
          <ac:chgData name="Tarachand Amgoth" userId="ea017c71-c3c5-459d-b04b-915c0e816ad1" providerId="ADAL" clId="{B46EE4E9-ACEE-4AD4-BABA-713776423D28}" dt="2025-10-25T06:50:08.604" v="109"/>
          <ac:inkMkLst>
            <pc:docMk/>
            <pc:sldMk cId="2611437373" sldId="256"/>
            <ac:inkMk id="59" creationId="{300651FD-0D23-6A16-750B-F0DA40EC9D0A}"/>
          </ac:inkMkLst>
        </pc:inkChg>
        <pc:inkChg chg="add mod">
          <ac:chgData name="Tarachand Amgoth" userId="ea017c71-c3c5-459d-b04b-915c0e816ad1" providerId="ADAL" clId="{B46EE4E9-ACEE-4AD4-BABA-713776423D28}" dt="2025-10-25T06:49:50.197" v="79"/>
          <ac:inkMkLst>
            <pc:docMk/>
            <pc:sldMk cId="2611437373" sldId="256"/>
            <ac:inkMk id="60" creationId="{7B40EDB5-8860-9E7D-4275-296F8F49833C}"/>
          </ac:inkMkLst>
        </pc:inkChg>
        <pc:inkChg chg="add mod">
          <ac:chgData name="Tarachand Amgoth" userId="ea017c71-c3c5-459d-b04b-915c0e816ad1" providerId="ADAL" clId="{B46EE4E9-ACEE-4AD4-BABA-713776423D28}" dt="2025-10-25T06:50:08.604" v="109"/>
          <ac:inkMkLst>
            <pc:docMk/>
            <pc:sldMk cId="2611437373" sldId="256"/>
            <ac:inkMk id="62" creationId="{97E5CEE4-5A86-883B-795A-85E4E1B796BF}"/>
          </ac:inkMkLst>
        </pc:inkChg>
        <pc:inkChg chg="add mod">
          <ac:chgData name="Tarachand Amgoth" userId="ea017c71-c3c5-459d-b04b-915c0e816ad1" providerId="ADAL" clId="{B46EE4E9-ACEE-4AD4-BABA-713776423D28}" dt="2025-10-25T06:49:59.669" v="93"/>
          <ac:inkMkLst>
            <pc:docMk/>
            <pc:sldMk cId="2611437373" sldId="256"/>
            <ac:inkMk id="63" creationId="{788D4F43-D92A-74D6-2E81-36816C879DEA}"/>
          </ac:inkMkLst>
        </pc:inkChg>
        <pc:inkChg chg="add mod">
          <ac:chgData name="Tarachand Amgoth" userId="ea017c71-c3c5-459d-b04b-915c0e816ad1" providerId="ADAL" clId="{B46EE4E9-ACEE-4AD4-BABA-713776423D28}" dt="2025-10-25T06:49:59.669" v="93"/>
          <ac:inkMkLst>
            <pc:docMk/>
            <pc:sldMk cId="2611437373" sldId="256"/>
            <ac:inkMk id="64" creationId="{73204370-0EA5-C9DB-33C5-3280EBBE4B35}"/>
          </ac:inkMkLst>
        </pc:inkChg>
        <pc:inkChg chg="add mod">
          <ac:chgData name="Tarachand Amgoth" userId="ea017c71-c3c5-459d-b04b-915c0e816ad1" providerId="ADAL" clId="{B46EE4E9-ACEE-4AD4-BABA-713776423D28}" dt="2025-10-25T06:49:59.669" v="93"/>
          <ac:inkMkLst>
            <pc:docMk/>
            <pc:sldMk cId="2611437373" sldId="256"/>
            <ac:inkMk id="65" creationId="{90E82151-CBCF-2352-D04F-80BECFEB7432}"/>
          </ac:inkMkLst>
        </pc:inkChg>
        <pc:inkChg chg="add mod">
          <ac:chgData name="Tarachand Amgoth" userId="ea017c71-c3c5-459d-b04b-915c0e816ad1" providerId="ADAL" clId="{B46EE4E9-ACEE-4AD4-BABA-713776423D28}" dt="2025-10-25T06:49:59.669" v="93"/>
          <ac:inkMkLst>
            <pc:docMk/>
            <pc:sldMk cId="2611437373" sldId="256"/>
            <ac:inkMk id="66" creationId="{F611D65C-CA09-6989-746F-0EDA40D0B606}"/>
          </ac:inkMkLst>
        </pc:inkChg>
        <pc:inkChg chg="add mod">
          <ac:chgData name="Tarachand Amgoth" userId="ea017c71-c3c5-459d-b04b-915c0e816ad1" providerId="ADAL" clId="{B46EE4E9-ACEE-4AD4-BABA-713776423D28}" dt="2025-10-25T06:49:29.784" v="57"/>
          <ac:inkMkLst>
            <pc:docMk/>
            <pc:sldMk cId="2611437373" sldId="256"/>
            <ac:inkMk id="67" creationId="{ECE84726-EB4D-1A3D-AAEF-59CF9B3950DD}"/>
          </ac:inkMkLst>
        </pc:inkChg>
        <pc:inkChg chg="add mod">
          <ac:chgData name="Tarachand Amgoth" userId="ea017c71-c3c5-459d-b04b-915c0e816ad1" providerId="ADAL" clId="{B46EE4E9-ACEE-4AD4-BABA-713776423D28}" dt="2025-10-25T06:49:59.669" v="93"/>
          <ac:inkMkLst>
            <pc:docMk/>
            <pc:sldMk cId="2611437373" sldId="256"/>
            <ac:inkMk id="69" creationId="{187E457C-9078-8D54-1416-F6172859B7B8}"/>
          </ac:inkMkLst>
        </pc:inkChg>
        <pc:inkChg chg="add mod">
          <ac:chgData name="Tarachand Amgoth" userId="ea017c71-c3c5-459d-b04b-915c0e816ad1" providerId="ADAL" clId="{B46EE4E9-ACEE-4AD4-BABA-713776423D28}" dt="2025-10-25T06:49:59.669" v="93"/>
          <ac:inkMkLst>
            <pc:docMk/>
            <pc:sldMk cId="2611437373" sldId="256"/>
            <ac:inkMk id="70" creationId="{CAE237FF-4CAA-DB95-F8F4-522AA7DF0920}"/>
          </ac:inkMkLst>
        </pc:inkChg>
        <pc:inkChg chg="add mod">
          <ac:chgData name="Tarachand Amgoth" userId="ea017c71-c3c5-459d-b04b-915c0e816ad1" providerId="ADAL" clId="{B46EE4E9-ACEE-4AD4-BABA-713776423D28}" dt="2025-10-25T06:49:59.669" v="93"/>
          <ac:inkMkLst>
            <pc:docMk/>
            <pc:sldMk cId="2611437373" sldId="256"/>
            <ac:inkMk id="71" creationId="{BC3D75EB-4ED8-93E8-B394-F02255211B63}"/>
          </ac:inkMkLst>
        </pc:inkChg>
        <pc:inkChg chg="add mod">
          <ac:chgData name="Tarachand Amgoth" userId="ea017c71-c3c5-459d-b04b-915c0e816ad1" providerId="ADAL" clId="{B46EE4E9-ACEE-4AD4-BABA-713776423D28}" dt="2025-10-25T06:49:59.669" v="93"/>
          <ac:inkMkLst>
            <pc:docMk/>
            <pc:sldMk cId="2611437373" sldId="256"/>
            <ac:inkMk id="72" creationId="{1C12C1BD-AE84-9DAD-4C47-3626D81CD1E7}"/>
          </ac:inkMkLst>
        </pc:inkChg>
        <pc:inkChg chg="add">
          <ac:chgData name="Tarachand Amgoth" userId="ea017c71-c3c5-459d-b04b-915c0e816ad1" providerId="ADAL" clId="{B46EE4E9-ACEE-4AD4-BABA-713776423D28}" dt="2025-10-25T06:49:35.232" v="62" actId="9405"/>
          <ac:inkMkLst>
            <pc:docMk/>
            <pc:sldMk cId="2611437373" sldId="256"/>
            <ac:inkMk id="73" creationId="{69FF883B-898D-D1EF-1983-5DDC01F7828A}"/>
          </ac:inkMkLst>
        </pc:inkChg>
        <pc:inkChg chg="add del">
          <ac:chgData name="Tarachand Amgoth" userId="ea017c71-c3c5-459d-b04b-915c0e816ad1" providerId="ADAL" clId="{B46EE4E9-ACEE-4AD4-BABA-713776423D28}" dt="2025-10-25T06:49:40.360" v="65"/>
          <ac:inkMkLst>
            <pc:docMk/>
            <pc:sldMk cId="2611437373" sldId="256"/>
            <ac:inkMk id="75" creationId="{EA15AFFC-A2E9-76FF-F92B-2B6FEA90B73D}"/>
          </ac:inkMkLst>
        </pc:inkChg>
        <pc:inkChg chg="add mod">
          <ac:chgData name="Tarachand Amgoth" userId="ea017c71-c3c5-459d-b04b-915c0e816ad1" providerId="ADAL" clId="{B46EE4E9-ACEE-4AD4-BABA-713776423D28}" dt="2025-10-25T06:49:41.317" v="66"/>
          <ac:inkMkLst>
            <pc:docMk/>
            <pc:sldMk cId="2611437373" sldId="256"/>
            <ac:inkMk id="76" creationId="{3162B0B0-BAB5-9659-3748-BD3BCA3537F1}"/>
          </ac:inkMkLst>
        </pc:inkChg>
        <pc:inkChg chg="add mod">
          <ac:chgData name="Tarachand Amgoth" userId="ea017c71-c3c5-459d-b04b-915c0e816ad1" providerId="ADAL" clId="{B46EE4E9-ACEE-4AD4-BABA-713776423D28}" dt="2025-10-25T06:49:50.197" v="79"/>
          <ac:inkMkLst>
            <pc:docMk/>
            <pc:sldMk cId="2611437373" sldId="256"/>
            <ac:inkMk id="77" creationId="{D6B0DBB6-FE38-BCD0-DE37-576E4C2A6B7A}"/>
          </ac:inkMkLst>
        </pc:inkChg>
        <pc:inkChg chg="add mod">
          <ac:chgData name="Tarachand Amgoth" userId="ea017c71-c3c5-459d-b04b-915c0e816ad1" providerId="ADAL" clId="{B46EE4E9-ACEE-4AD4-BABA-713776423D28}" dt="2025-10-25T06:50:08.604" v="109"/>
          <ac:inkMkLst>
            <pc:docMk/>
            <pc:sldMk cId="2611437373" sldId="256"/>
            <ac:inkMk id="78" creationId="{19E69136-4D03-116A-C7FB-ED96436D30FE}"/>
          </ac:inkMkLst>
        </pc:inkChg>
        <pc:inkChg chg="add">
          <ac:chgData name="Tarachand Amgoth" userId="ea017c71-c3c5-459d-b04b-915c0e816ad1" providerId="ADAL" clId="{B46EE4E9-ACEE-4AD4-BABA-713776423D28}" dt="2025-10-25T06:49:45.398" v="69" actId="9405"/>
          <ac:inkMkLst>
            <pc:docMk/>
            <pc:sldMk cId="2611437373" sldId="256"/>
            <ac:inkMk id="79" creationId="{83655901-8EBF-9864-2F6D-8B8AF8DFF173}"/>
          </ac:inkMkLst>
        </pc:inkChg>
        <pc:inkChg chg="add mod">
          <ac:chgData name="Tarachand Amgoth" userId="ea017c71-c3c5-459d-b04b-915c0e816ad1" providerId="ADAL" clId="{B46EE4E9-ACEE-4AD4-BABA-713776423D28}" dt="2025-10-25T06:49:50.197" v="79"/>
          <ac:inkMkLst>
            <pc:docMk/>
            <pc:sldMk cId="2611437373" sldId="256"/>
            <ac:inkMk id="80" creationId="{2A020E2B-BF81-FED6-1226-6D2DE9412D06}"/>
          </ac:inkMkLst>
        </pc:inkChg>
        <pc:inkChg chg="add mod">
          <ac:chgData name="Tarachand Amgoth" userId="ea017c71-c3c5-459d-b04b-915c0e816ad1" providerId="ADAL" clId="{B46EE4E9-ACEE-4AD4-BABA-713776423D28}" dt="2025-10-25T06:49:50.197" v="79"/>
          <ac:inkMkLst>
            <pc:docMk/>
            <pc:sldMk cId="2611437373" sldId="256"/>
            <ac:inkMk id="81" creationId="{344B2549-E294-6EB8-671A-DF3FA9E399EF}"/>
          </ac:inkMkLst>
        </pc:inkChg>
        <pc:inkChg chg="add mod">
          <ac:chgData name="Tarachand Amgoth" userId="ea017c71-c3c5-459d-b04b-915c0e816ad1" providerId="ADAL" clId="{B46EE4E9-ACEE-4AD4-BABA-713776423D28}" dt="2025-10-25T06:50:08.604" v="109"/>
          <ac:inkMkLst>
            <pc:docMk/>
            <pc:sldMk cId="2611437373" sldId="256"/>
            <ac:inkMk id="82" creationId="{0CD8994F-4240-209F-8DE7-2FA83BF49207}"/>
          </ac:inkMkLst>
        </pc:inkChg>
        <pc:inkChg chg="add">
          <ac:chgData name="Tarachand Amgoth" userId="ea017c71-c3c5-459d-b04b-915c0e816ad1" providerId="ADAL" clId="{B46EE4E9-ACEE-4AD4-BABA-713776423D28}" dt="2025-10-25T06:49:47.234" v="73" actId="9405"/>
          <ac:inkMkLst>
            <pc:docMk/>
            <pc:sldMk cId="2611437373" sldId="256"/>
            <ac:inkMk id="83" creationId="{C2DD6100-9A39-1E7E-1239-1C1A3490D9A4}"/>
          </ac:inkMkLst>
        </pc:inkChg>
        <pc:inkChg chg="add">
          <ac:chgData name="Tarachand Amgoth" userId="ea017c71-c3c5-459d-b04b-915c0e816ad1" providerId="ADAL" clId="{B46EE4E9-ACEE-4AD4-BABA-713776423D28}" dt="2025-10-25T06:49:48.436" v="74" actId="9405"/>
          <ac:inkMkLst>
            <pc:docMk/>
            <pc:sldMk cId="2611437373" sldId="256"/>
            <ac:inkMk id="84" creationId="{2EE678BE-B5E7-F274-ABAC-44D3A0765CDD}"/>
          </ac:inkMkLst>
        </pc:inkChg>
        <pc:inkChg chg="add mod">
          <ac:chgData name="Tarachand Amgoth" userId="ea017c71-c3c5-459d-b04b-915c0e816ad1" providerId="ADAL" clId="{B46EE4E9-ACEE-4AD4-BABA-713776423D28}" dt="2025-10-25T06:49:50.197" v="79"/>
          <ac:inkMkLst>
            <pc:docMk/>
            <pc:sldMk cId="2611437373" sldId="256"/>
            <ac:inkMk id="85" creationId="{34080C98-EA6F-12EE-0558-26715CB850E9}"/>
          </ac:inkMkLst>
        </pc:inkChg>
        <pc:inkChg chg="add mod">
          <ac:chgData name="Tarachand Amgoth" userId="ea017c71-c3c5-459d-b04b-915c0e816ad1" providerId="ADAL" clId="{B46EE4E9-ACEE-4AD4-BABA-713776423D28}" dt="2025-10-25T06:50:08.604" v="109"/>
          <ac:inkMkLst>
            <pc:docMk/>
            <pc:sldMk cId="2611437373" sldId="256"/>
            <ac:inkMk id="86" creationId="{77BA38F4-141D-1038-CD3C-23417F880D64}"/>
          </ac:inkMkLst>
        </pc:inkChg>
        <pc:inkChg chg="add">
          <ac:chgData name="Tarachand Amgoth" userId="ea017c71-c3c5-459d-b04b-915c0e816ad1" providerId="ADAL" clId="{B46EE4E9-ACEE-4AD4-BABA-713776423D28}" dt="2025-10-25T06:49:49.132" v="77" actId="9405"/>
          <ac:inkMkLst>
            <pc:docMk/>
            <pc:sldMk cId="2611437373" sldId="256"/>
            <ac:inkMk id="87" creationId="{E0DC4FBA-8C28-7041-7F94-1758A8D26F6C}"/>
          </ac:inkMkLst>
        </pc:inkChg>
        <pc:inkChg chg="add mod">
          <ac:chgData name="Tarachand Amgoth" userId="ea017c71-c3c5-459d-b04b-915c0e816ad1" providerId="ADAL" clId="{B46EE4E9-ACEE-4AD4-BABA-713776423D28}" dt="2025-10-25T06:50:19.557" v="122"/>
          <ac:inkMkLst>
            <pc:docMk/>
            <pc:sldMk cId="2611437373" sldId="256"/>
            <ac:inkMk id="88" creationId="{4F01C986-DCD0-B7D7-46EA-77EA4A183C2C}"/>
          </ac:inkMkLst>
        </pc:inkChg>
        <pc:inkChg chg="add mod">
          <ac:chgData name="Tarachand Amgoth" userId="ea017c71-c3c5-459d-b04b-915c0e816ad1" providerId="ADAL" clId="{B46EE4E9-ACEE-4AD4-BABA-713776423D28}" dt="2025-10-25T06:50:19.557" v="122"/>
          <ac:inkMkLst>
            <pc:docMk/>
            <pc:sldMk cId="2611437373" sldId="256"/>
            <ac:inkMk id="90" creationId="{B759E7A2-1253-1DB6-EAAD-9179D418B797}"/>
          </ac:inkMkLst>
        </pc:inkChg>
        <pc:inkChg chg="add mod">
          <ac:chgData name="Tarachand Amgoth" userId="ea017c71-c3c5-459d-b04b-915c0e816ad1" providerId="ADAL" clId="{B46EE4E9-ACEE-4AD4-BABA-713776423D28}" dt="2025-10-25T06:50:08.604" v="109"/>
          <ac:inkMkLst>
            <pc:docMk/>
            <pc:sldMk cId="2611437373" sldId="256"/>
            <ac:inkMk id="91" creationId="{7685ADCB-BB41-5F6D-4139-69E42D8A0B93}"/>
          </ac:inkMkLst>
        </pc:inkChg>
        <pc:inkChg chg="add">
          <ac:chgData name="Tarachand Amgoth" userId="ea017c71-c3c5-459d-b04b-915c0e816ad1" providerId="ADAL" clId="{B46EE4E9-ACEE-4AD4-BABA-713776423D28}" dt="2025-10-25T06:49:51.902" v="82" actId="9405"/>
          <ac:inkMkLst>
            <pc:docMk/>
            <pc:sldMk cId="2611437373" sldId="256"/>
            <ac:inkMk id="92" creationId="{540B450D-A436-C110-FFAF-7C0583F3DD1F}"/>
          </ac:inkMkLst>
        </pc:inkChg>
        <pc:inkChg chg="add mod">
          <ac:chgData name="Tarachand Amgoth" userId="ea017c71-c3c5-459d-b04b-915c0e816ad1" providerId="ADAL" clId="{B46EE4E9-ACEE-4AD4-BABA-713776423D28}" dt="2025-10-25T06:49:56.177" v="91"/>
          <ac:inkMkLst>
            <pc:docMk/>
            <pc:sldMk cId="2611437373" sldId="256"/>
            <ac:inkMk id="93" creationId="{30B8E991-4B36-6437-1D52-62C5CF3B3F62}"/>
          </ac:inkMkLst>
        </pc:inkChg>
        <pc:inkChg chg="add mod">
          <ac:chgData name="Tarachand Amgoth" userId="ea017c71-c3c5-459d-b04b-915c0e816ad1" providerId="ADAL" clId="{B46EE4E9-ACEE-4AD4-BABA-713776423D28}" dt="2025-10-25T06:49:56.177" v="91"/>
          <ac:inkMkLst>
            <pc:docMk/>
            <pc:sldMk cId="2611437373" sldId="256"/>
            <ac:inkMk id="94" creationId="{77212E13-31C7-95E2-3A58-2EB651E6178D}"/>
          </ac:inkMkLst>
        </pc:inkChg>
        <pc:inkChg chg="add">
          <ac:chgData name="Tarachand Amgoth" userId="ea017c71-c3c5-459d-b04b-915c0e816ad1" providerId="ADAL" clId="{B46EE4E9-ACEE-4AD4-BABA-713776423D28}" dt="2025-10-25T06:49:53.207" v="85" actId="9405"/>
          <ac:inkMkLst>
            <pc:docMk/>
            <pc:sldMk cId="2611437373" sldId="256"/>
            <ac:inkMk id="95" creationId="{73F1CB21-2B94-FECA-D7A6-C7DD4B4B9688}"/>
          </ac:inkMkLst>
        </pc:inkChg>
        <pc:inkChg chg="add mod">
          <ac:chgData name="Tarachand Amgoth" userId="ea017c71-c3c5-459d-b04b-915c0e816ad1" providerId="ADAL" clId="{B46EE4E9-ACEE-4AD4-BABA-713776423D28}" dt="2025-10-25T06:49:56.177" v="91"/>
          <ac:inkMkLst>
            <pc:docMk/>
            <pc:sldMk cId="2611437373" sldId="256"/>
            <ac:inkMk id="96" creationId="{980DFD10-2DED-12A4-04D4-DE0C90663D89}"/>
          </ac:inkMkLst>
        </pc:inkChg>
        <pc:inkChg chg="add mod">
          <ac:chgData name="Tarachand Amgoth" userId="ea017c71-c3c5-459d-b04b-915c0e816ad1" providerId="ADAL" clId="{B46EE4E9-ACEE-4AD4-BABA-713776423D28}" dt="2025-10-25T06:49:56.177" v="91"/>
          <ac:inkMkLst>
            <pc:docMk/>
            <pc:sldMk cId="2611437373" sldId="256"/>
            <ac:inkMk id="97" creationId="{447A6472-BFD1-A433-340A-2DE650D85DEE}"/>
          </ac:inkMkLst>
        </pc:inkChg>
        <pc:inkChg chg="add mod">
          <ac:chgData name="Tarachand Amgoth" userId="ea017c71-c3c5-459d-b04b-915c0e816ad1" providerId="ADAL" clId="{B46EE4E9-ACEE-4AD4-BABA-713776423D28}" dt="2025-10-25T06:49:56.177" v="91"/>
          <ac:inkMkLst>
            <pc:docMk/>
            <pc:sldMk cId="2611437373" sldId="256"/>
            <ac:inkMk id="98" creationId="{6BA1BA5C-B702-1F58-7EB4-016F964461DD}"/>
          </ac:inkMkLst>
        </pc:inkChg>
        <pc:inkChg chg="add mod">
          <ac:chgData name="Tarachand Amgoth" userId="ea017c71-c3c5-459d-b04b-915c0e816ad1" providerId="ADAL" clId="{B46EE4E9-ACEE-4AD4-BABA-713776423D28}" dt="2025-10-25T06:50:19.557" v="122"/>
          <ac:inkMkLst>
            <pc:docMk/>
            <pc:sldMk cId="2611437373" sldId="256"/>
            <ac:inkMk id="99" creationId="{CB24008A-F2D0-AC61-DCBF-81A0CFDD3CA6}"/>
          </ac:inkMkLst>
        </pc:inkChg>
        <pc:inkChg chg="add mod">
          <ac:chgData name="Tarachand Amgoth" userId="ea017c71-c3c5-459d-b04b-915c0e816ad1" providerId="ADAL" clId="{B46EE4E9-ACEE-4AD4-BABA-713776423D28}" dt="2025-10-25T06:49:56.177" v="91"/>
          <ac:inkMkLst>
            <pc:docMk/>
            <pc:sldMk cId="2611437373" sldId="256"/>
            <ac:inkMk id="100" creationId="{5F44D67D-3976-6133-9C3C-EDE5C933E3AC}"/>
          </ac:inkMkLst>
        </pc:inkChg>
        <pc:inkChg chg="add mod">
          <ac:chgData name="Tarachand Amgoth" userId="ea017c71-c3c5-459d-b04b-915c0e816ad1" providerId="ADAL" clId="{B46EE4E9-ACEE-4AD4-BABA-713776423D28}" dt="2025-10-25T06:50:19.557" v="122"/>
          <ac:inkMkLst>
            <pc:docMk/>
            <pc:sldMk cId="2611437373" sldId="256"/>
            <ac:inkMk id="102" creationId="{97000DC1-E879-208C-38C2-9E1DE0F29B78}"/>
          </ac:inkMkLst>
        </pc:inkChg>
        <pc:inkChg chg="add mod">
          <ac:chgData name="Tarachand Amgoth" userId="ea017c71-c3c5-459d-b04b-915c0e816ad1" providerId="ADAL" clId="{B46EE4E9-ACEE-4AD4-BABA-713776423D28}" dt="2025-10-25T06:50:02.414" v="98"/>
          <ac:inkMkLst>
            <pc:docMk/>
            <pc:sldMk cId="2611437373" sldId="256"/>
            <ac:inkMk id="104" creationId="{DCD6E6B8-F207-DCFB-0542-4BB9DCED661F}"/>
          </ac:inkMkLst>
        </pc:inkChg>
        <pc:inkChg chg="add mod">
          <ac:chgData name="Tarachand Amgoth" userId="ea017c71-c3c5-459d-b04b-915c0e816ad1" providerId="ADAL" clId="{B46EE4E9-ACEE-4AD4-BABA-713776423D28}" dt="2025-10-25T06:50:19.557" v="122"/>
          <ac:inkMkLst>
            <pc:docMk/>
            <pc:sldMk cId="2611437373" sldId="256"/>
            <ac:inkMk id="105" creationId="{8FCBF7C6-8E86-1FD2-4AA0-FC2779C17B1A}"/>
          </ac:inkMkLst>
        </pc:inkChg>
        <pc:inkChg chg="add mod">
          <ac:chgData name="Tarachand Amgoth" userId="ea017c71-c3c5-459d-b04b-915c0e816ad1" providerId="ADAL" clId="{B46EE4E9-ACEE-4AD4-BABA-713776423D28}" dt="2025-10-25T06:50:02.414" v="98"/>
          <ac:inkMkLst>
            <pc:docMk/>
            <pc:sldMk cId="2611437373" sldId="256"/>
            <ac:inkMk id="106" creationId="{C8972D11-417E-83ED-98FF-7A6C06D13A42}"/>
          </ac:inkMkLst>
        </pc:inkChg>
        <pc:inkChg chg="add mod">
          <ac:chgData name="Tarachand Amgoth" userId="ea017c71-c3c5-459d-b04b-915c0e816ad1" providerId="ADAL" clId="{B46EE4E9-ACEE-4AD4-BABA-713776423D28}" dt="2025-10-25T06:50:02.414" v="98"/>
          <ac:inkMkLst>
            <pc:docMk/>
            <pc:sldMk cId="2611437373" sldId="256"/>
            <ac:inkMk id="107" creationId="{08F38D8D-9E26-CADF-C57F-37BB0F889CCE}"/>
          </ac:inkMkLst>
        </pc:inkChg>
        <pc:inkChg chg="add">
          <ac:chgData name="Tarachand Amgoth" userId="ea017c71-c3c5-459d-b04b-915c0e816ad1" providerId="ADAL" clId="{B46EE4E9-ACEE-4AD4-BABA-713776423D28}" dt="2025-10-25T06:50:03.507" v="99" actId="9405"/>
          <ac:inkMkLst>
            <pc:docMk/>
            <pc:sldMk cId="2611437373" sldId="256"/>
            <ac:inkMk id="109" creationId="{66D7BAB3-81D3-5F82-40D1-149D94DF9326}"/>
          </ac:inkMkLst>
        </pc:inkChg>
        <pc:inkChg chg="add">
          <ac:chgData name="Tarachand Amgoth" userId="ea017c71-c3c5-459d-b04b-915c0e816ad1" providerId="ADAL" clId="{B46EE4E9-ACEE-4AD4-BABA-713776423D28}" dt="2025-10-25T06:50:04.348" v="101" actId="9405"/>
          <ac:inkMkLst>
            <pc:docMk/>
            <pc:sldMk cId="2611437373" sldId="256"/>
            <ac:inkMk id="111" creationId="{6132C7E4-ED94-E9DF-2A00-9B39AF66C588}"/>
          </ac:inkMkLst>
        </pc:inkChg>
        <pc:inkChg chg="add">
          <ac:chgData name="Tarachand Amgoth" userId="ea017c71-c3c5-459d-b04b-915c0e816ad1" providerId="ADAL" clId="{B46EE4E9-ACEE-4AD4-BABA-713776423D28}" dt="2025-10-25T06:50:05.640" v="103" actId="9405"/>
          <ac:inkMkLst>
            <pc:docMk/>
            <pc:sldMk cId="2611437373" sldId="256"/>
            <ac:inkMk id="113" creationId="{D6E12131-F1B3-5064-ACD7-4F5A52523644}"/>
          </ac:inkMkLst>
        </pc:inkChg>
        <pc:inkChg chg="add">
          <ac:chgData name="Tarachand Amgoth" userId="ea017c71-c3c5-459d-b04b-915c0e816ad1" providerId="ADAL" clId="{B46EE4E9-ACEE-4AD4-BABA-713776423D28}" dt="2025-10-25T06:50:05.849" v="104" actId="9405"/>
          <ac:inkMkLst>
            <pc:docMk/>
            <pc:sldMk cId="2611437373" sldId="256"/>
            <ac:inkMk id="114" creationId="{5F716333-997C-583E-13FC-9737752272C3}"/>
          </ac:inkMkLst>
        </pc:inkChg>
        <pc:inkChg chg="add">
          <ac:chgData name="Tarachand Amgoth" userId="ea017c71-c3c5-459d-b04b-915c0e816ad1" providerId="ADAL" clId="{B46EE4E9-ACEE-4AD4-BABA-713776423D28}" dt="2025-10-25T06:50:06.262" v="105" actId="9405"/>
          <ac:inkMkLst>
            <pc:docMk/>
            <pc:sldMk cId="2611437373" sldId="256"/>
            <ac:inkMk id="115" creationId="{13DA26BA-E0F8-0D32-0A5B-C2FBA192C4AD}"/>
          </ac:inkMkLst>
        </pc:inkChg>
        <pc:inkChg chg="add">
          <ac:chgData name="Tarachand Amgoth" userId="ea017c71-c3c5-459d-b04b-915c0e816ad1" providerId="ADAL" clId="{B46EE4E9-ACEE-4AD4-BABA-713776423D28}" dt="2025-10-25T06:50:06.869" v="106" actId="9405"/>
          <ac:inkMkLst>
            <pc:docMk/>
            <pc:sldMk cId="2611437373" sldId="256"/>
            <ac:inkMk id="116" creationId="{CE84479A-23E6-06C3-BCE0-3357907B95CF}"/>
          </ac:inkMkLst>
        </pc:inkChg>
        <pc:inkChg chg="add">
          <ac:chgData name="Tarachand Amgoth" userId="ea017c71-c3c5-459d-b04b-915c0e816ad1" providerId="ADAL" clId="{B46EE4E9-ACEE-4AD4-BABA-713776423D28}" dt="2025-10-25T06:50:07.457" v="107" actId="9405"/>
          <ac:inkMkLst>
            <pc:docMk/>
            <pc:sldMk cId="2611437373" sldId="256"/>
            <ac:inkMk id="117" creationId="{D28CE7C6-8A36-D878-1C43-10B7CBEE5F46}"/>
          </ac:inkMkLst>
        </pc:inkChg>
        <pc:inkChg chg="add">
          <ac:chgData name="Tarachand Amgoth" userId="ea017c71-c3c5-459d-b04b-915c0e816ad1" providerId="ADAL" clId="{B46EE4E9-ACEE-4AD4-BABA-713776423D28}" dt="2025-10-25T06:50:07.694" v="108" actId="9405"/>
          <ac:inkMkLst>
            <pc:docMk/>
            <pc:sldMk cId="2611437373" sldId="256"/>
            <ac:inkMk id="118" creationId="{A190E769-5333-9554-A138-0B79FC9B3CF1}"/>
          </ac:inkMkLst>
        </pc:inkChg>
        <pc:inkChg chg="add">
          <ac:chgData name="Tarachand Amgoth" userId="ea017c71-c3c5-459d-b04b-915c0e816ad1" providerId="ADAL" clId="{B46EE4E9-ACEE-4AD4-BABA-713776423D28}" dt="2025-10-25T06:50:12.073" v="110" actId="9405"/>
          <ac:inkMkLst>
            <pc:docMk/>
            <pc:sldMk cId="2611437373" sldId="256"/>
            <ac:inkMk id="120" creationId="{EEE30021-CD53-82D9-0298-C9357C275763}"/>
          </ac:inkMkLst>
        </pc:inkChg>
        <pc:inkChg chg="add">
          <ac:chgData name="Tarachand Amgoth" userId="ea017c71-c3c5-459d-b04b-915c0e816ad1" providerId="ADAL" clId="{B46EE4E9-ACEE-4AD4-BABA-713776423D28}" dt="2025-10-25T06:50:12.758" v="111" actId="9405"/>
          <ac:inkMkLst>
            <pc:docMk/>
            <pc:sldMk cId="2611437373" sldId="256"/>
            <ac:inkMk id="121" creationId="{BFB8C097-64C3-4DCD-83DD-464F69D5BFEE}"/>
          </ac:inkMkLst>
        </pc:inkChg>
        <pc:inkChg chg="add mod">
          <ac:chgData name="Tarachand Amgoth" userId="ea017c71-c3c5-459d-b04b-915c0e816ad1" providerId="ADAL" clId="{B46EE4E9-ACEE-4AD4-BABA-713776423D28}" dt="2025-10-25T06:50:19.557" v="122"/>
          <ac:inkMkLst>
            <pc:docMk/>
            <pc:sldMk cId="2611437373" sldId="256"/>
            <ac:inkMk id="122" creationId="{2247A2FA-ADFA-0049-3C69-2EE2261ED0AD}"/>
          </ac:inkMkLst>
        </pc:inkChg>
        <pc:inkChg chg="add">
          <ac:chgData name="Tarachand Amgoth" userId="ea017c71-c3c5-459d-b04b-915c0e816ad1" providerId="ADAL" clId="{B46EE4E9-ACEE-4AD4-BABA-713776423D28}" dt="2025-10-25T06:50:14.146" v="113" actId="9405"/>
          <ac:inkMkLst>
            <pc:docMk/>
            <pc:sldMk cId="2611437373" sldId="256"/>
            <ac:inkMk id="123" creationId="{76346C41-66C7-7F09-EC30-CB009C163736}"/>
          </ac:inkMkLst>
        </pc:inkChg>
        <pc:inkChg chg="add">
          <ac:chgData name="Tarachand Amgoth" userId="ea017c71-c3c5-459d-b04b-915c0e816ad1" providerId="ADAL" clId="{B46EE4E9-ACEE-4AD4-BABA-713776423D28}" dt="2025-10-25T06:50:14.606" v="114" actId="9405"/>
          <ac:inkMkLst>
            <pc:docMk/>
            <pc:sldMk cId="2611437373" sldId="256"/>
            <ac:inkMk id="124" creationId="{377503D9-0A26-DB5B-E524-C0CA3FE6C490}"/>
          </ac:inkMkLst>
        </pc:inkChg>
        <pc:inkChg chg="add">
          <ac:chgData name="Tarachand Amgoth" userId="ea017c71-c3c5-459d-b04b-915c0e816ad1" providerId="ADAL" clId="{B46EE4E9-ACEE-4AD4-BABA-713776423D28}" dt="2025-10-25T06:50:15.375" v="115" actId="9405"/>
          <ac:inkMkLst>
            <pc:docMk/>
            <pc:sldMk cId="2611437373" sldId="256"/>
            <ac:inkMk id="125" creationId="{CBA2A355-715A-7616-8E6A-0703FB33D317}"/>
          </ac:inkMkLst>
        </pc:inkChg>
        <pc:inkChg chg="add">
          <ac:chgData name="Tarachand Amgoth" userId="ea017c71-c3c5-459d-b04b-915c0e816ad1" providerId="ADAL" clId="{B46EE4E9-ACEE-4AD4-BABA-713776423D28}" dt="2025-10-25T06:50:15.704" v="116" actId="9405"/>
          <ac:inkMkLst>
            <pc:docMk/>
            <pc:sldMk cId="2611437373" sldId="256"/>
            <ac:inkMk id="126" creationId="{B1BB3B0B-766B-0759-1AF8-1DA67755EE05}"/>
          </ac:inkMkLst>
        </pc:inkChg>
        <pc:inkChg chg="add mod">
          <ac:chgData name="Tarachand Amgoth" userId="ea017c71-c3c5-459d-b04b-915c0e816ad1" providerId="ADAL" clId="{B46EE4E9-ACEE-4AD4-BABA-713776423D28}" dt="2025-10-25T06:50:19.557" v="122"/>
          <ac:inkMkLst>
            <pc:docMk/>
            <pc:sldMk cId="2611437373" sldId="256"/>
            <ac:inkMk id="127" creationId="{D8CE17E1-AF27-E24E-1F5F-4F4B15B9B717}"/>
          </ac:inkMkLst>
        </pc:inkChg>
        <pc:inkChg chg="add">
          <ac:chgData name="Tarachand Amgoth" userId="ea017c71-c3c5-459d-b04b-915c0e816ad1" providerId="ADAL" clId="{B46EE4E9-ACEE-4AD4-BABA-713776423D28}" dt="2025-10-25T06:50:16.580" v="118" actId="9405"/>
          <ac:inkMkLst>
            <pc:docMk/>
            <pc:sldMk cId="2611437373" sldId="256"/>
            <ac:inkMk id="128" creationId="{775EB4BF-80A9-44A3-A18A-E6456E266826}"/>
          </ac:inkMkLst>
        </pc:inkChg>
        <pc:inkChg chg="add mod">
          <ac:chgData name="Tarachand Amgoth" userId="ea017c71-c3c5-459d-b04b-915c0e816ad1" providerId="ADAL" clId="{B46EE4E9-ACEE-4AD4-BABA-713776423D28}" dt="2025-10-25T06:50:19.557" v="122"/>
          <ac:inkMkLst>
            <pc:docMk/>
            <pc:sldMk cId="2611437373" sldId="256"/>
            <ac:inkMk id="129" creationId="{FF5329C9-790D-5475-43D9-58BC99237C3E}"/>
          </ac:inkMkLst>
        </pc:inkChg>
        <pc:inkChg chg="add">
          <ac:chgData name="Tarachand Amgoth" userId="ea017c71-c3c5-459d-b04b-915c0e816ad1" providerId="ADAL" clId="{B46EE4E9-ACEE-4AD4-BABA-713776423D28}" dt="2025-10-25T06:50:17.437" v="120" actId="9405"/>
          <ac:inkMkLst>
            <pc:docMk/>
            <pc:sldMk cId="2611437373" sldId="256"/>
            <ac:inkMk id="130" creationId="{08DDBA3E-0E12-1A35-9522-74CD8AB82D5A}"/>
          </ac:inkMkLst>
        </pc:inkChg>
        <pc:inkChg chg="add">
          <ac:chgData name="Tarachand Amgoth" userId="ea017c71-c3c5-459d-b04b-915c0e816ad1" providerId="ADAL" clId="{B46EE4E9-ACEE-4AD4-BABA-713776423D28}" dt="2025-10-25T06:50:18.556" v="121" actId="9405"/>
          <ac:inkMkLst>
            <pc:docMk/>
            <pc:sldMk cId="2611437373" sldId="256"/>
            <ac:inkMk id="131" creationId="{8B0114F2-AC55-E198-1ADF-586DCB79D7AE}"/>
          </ac:inkMkLst>
        </pc:inkChg>
        <pc:inkChg chg="add mod">
          <ac:chgData name="Tarachand Amgoth" userId="ea017c71-c3c5-459d-b04b-915c0e816ad1" providerId="ADAL" clId="{B46EE4E9-ACEE-4AD4-BABA-713776423D28}" dt="2025-10-25T06:50:26.998" v="125"/>
          <ac:inkMkLst>
            <pc:docMk/>
            <pc:sldMk cId="2611437373" sldId="256"/>
            <ac:inkMk id="133" creationId="{0AF78F02-2CFA-7641-72BB-85C1C153EE42}"/>
          </ac:inkMkLst>
        </pc:inkChg>
        <pc:inkChg chg="add mod">
          <ac:chgData name="Tarachand Amgoth" userId="ea017c71-c3c5-459d-b04b-915c0e816ad1" providerId="ADAL" clId="{B46EE4E9-ACEE-4AD4-BABA-713776423D28}" dt="2025-10-25T06:50:26.998" v="125"/>
          <ac:inkMkLst>
            <pc:docMk/>
            <pc:sldMk cId="2611437373" sldId="256"/>
            <ac:inkMk id="134" creationId="{FDE2FE83-E9D2-9664-1341-973B2FC37941}"/>
          </ac:inkMkLst>
        </pc:inkChg>
      </pc:sldChg>
    </pc:docChg>
  </pc:docChgLst>
  <pc:docChgLst>
    <pc:chgData name="Tarachand Amgoth" userId="ea017c71-c3c5-459d-b04b-915c0e816ad1" providerId="ADAL" clId="{C050C06F-AD77-4693-8053-8405D9E8FF9D}"/>
    <pc:docChg chg="modSld">
      <pc:chgData name="Tarachand Amgoth" userId="ea017c71-c3c5-459d-b04b-915c0e816ad1" providerId="ADAL" clId="{C050C06F-AD77-4693-8053-8405D9E8FF9D}" dt="2024-11-01T02:57:21.494" v="43" actId="20577"/>
      <pc:docMkLst>
        <pc:docMk/>
      </pc:docMkLst>
      <pc:sldChg chg="modSp mod">
        <pc:chgData name="Tarachand Amgoth" userId="ea017c71-c3c5-459d-b04b-915c0e816ad1" providerId="ADAL" clId="{C050C06F-AD77-4693-8053-8405D9E8FF9D}" dt="2024-11-01T02:57:21.494" v="43" actId="20577"/>
        <pc:sldMkLst>
          <pc:docMk/>
          <pc:sldMk cId="2611437373" sldId="256"/>
        </pc:sldMkLst>
      </pc:sldChg>
    </pc:docChg>
  </pc:docChgLst>
  <pc:docChgLst>
    <pc:chgData name="Tarachand Amgoth" userId="ea017c71-c3c5-459d-b04b-915c0e816ad1" providerId="ADAL" clId="{D251C07C-DED5-412E-8419-F7E4EEC2A729}"/>
    <pc:docChg chg="custSel modSld">
      <pc:chgData name="Tarachand Amgoth" userId="ea017c71-c3c5-459d-b04b-915c0e816ad1" providerId="ADAL" clId="{D251C07C-DED5-412E-8419-F7E4EEC2A729}" dt="2025-04-29T16:24:08.098" v="14" actId="478"/>
      <pc:docMkLst>
        <pc:docMk/>
      </pc:docMkLst>
      <pc:sldChg chg="delSp mod">
        <pc:chgData name="Tarachand Amgoth" userId="ea017c71-c3c5-459d-b04b-915c0e816ad1" providerId="ADAL" clId="{D251C07C-DED5-412E-8419-F7E4EEC2A729}" dt="2025-04-29T16:23:20.194" v="0" actId="478"/>
        <pc:sldMkLst>
          <pc:docMk/>
          <pc:sldMk cId="2611437373" sldId="256"/>
        </pc:sldMkLst>
      </pc:sldChg>
      <pc:sldChg chg="delSp mod">
        <pc:chgData name="Tarachand Amgoth" userId="ea017c71-c3c5-459d-b04b-915c0e816ad1" providerId="ADAL" clId="{D251C07C-DED5-412E-8419-F7E4EEC2A729}" dt="2025-04-29T16:23:23.646" v="1" actId="478"/>
        <pc:sldMkLst>
          <pc:docMk/>
          <pc:sldMk cId="2862923213" sldId="326"/>
        </pc:sldMkLst>
      </pc:sldChg>
      <pc:sldChg chg="delSp mod">
        <pc:chgData name="Tarachand Amgoth" userId="ea017c71-c3c5-459d-b04b-915c0e816ad1" providerId="ADAL" clId="{D251C07C-DED5-412E-8419-F7E4EEC2A729}" dt="2025-04-29T16:23:27.010" v="2" actId="478"/>
        <pc:sldMkLst>
          <pc:docMk/>
          <pc:sldMk cId="2638640683" sldId="350"/>
        </pc:sldMkLst>
      </pc:sldChg>
      <pc:sldChg chg="delSp mod">
        <pc:chgData name="Tarachand Amgoth" userId="ea017c71-c3c5-459d-b04b-915c0e816ad1" providerId="ADAL" clId="{D251C07C-DED5-412E-8419-F7E4EEC2A729}" dt="2025-04-29T16:23:30.349" v="3" actId="478"/>
        <pc:sldMkLst>
          <pc:docMk/>
          <pc:sldMk cId="3750964406" sldId="351"/>
        </pc:sldMkLst>
      </pc:sldChg>
      <pc:sldChg chg="delSp mod">
        <pc:chgData name="Tarachand Amgoth" userId="ea017c71-c3c5-459d-b04b-915c0e816ad1" providerId="ADAL" clId="{D251C07C-DED5-412E-8419-F7E4EEC2A729}" dt="2025-04-29T16:23:37.580" v="5" actId="478"/>
        <pc:sldMkLst>
          <pc:docMk/>
          <pc:sldMk cId="540599067" sldId="352"/>
        </pc:sldMkLst>
      </pc:sldChg>
      <pc:sldChg chg="delSp mod">
        <pc:chgData name="Tarachand Amgoth" userId="ea017c71-c3c5-459d-b04b-915c0e816ad1" providerId="ADAL" clId="{D251C07C-DED5-412E-8419-F7E4EEC2A729}" dt="2025-04-29T16:23:33.363" v="4" actId="478"/>
        <pc:sldMkLst>
          <pc:docMk/>
          <pc:sldMk cId="1971320908" sldId="353"/>
        </pc:sldMkLst>
      </pc:sldChg>
      <pc:sldChg chg="delSp mod">
        <pc:chgData name="Tarachand Amgoth" userId="ea017c71-c3c5-459d-b04b-915c0e816ad1" providerId="ADAL" clId="{D251C07C-DED5-412E-8419-F7E4EEC2A729}" dt="2025-04-29T16:23:44.322" v="7" actId="478"/>
        <pc:sldMkLst>
          <pc:docMk/>
          <pc:sldMk cId="1414630741" sldId="354"/>
        </pc:sldMkLst>
      </pc:sldChg>
      <pc:sldChg chg="delSp mod">
        <pc:chgData name="Tarachand Amgoth" userId="ea017c71-c3c5-459d-b04b-915c0e816ad1" providerId="ADAL" clId="{D251C07C-DED5-412E-8419-F7E4EEC2A729}" dt="2025-04-29T16:23:41.130" v="6" actId="478"/>
        <pc:sldMkLst>
          <pc:docMk/>
          <pc:sldMk cId="1026041435" sldId="356"/>
        </pc:sldMkLst>
      </pc:sldChg>
      <pc:sldChg chg="delSp mod">
        <pc:chgData name="Tarachand Amgoth" userId="ea017c71-c3c5-459d-b04b-915c0e816ad1" providerId="ADAL" clId="{D251C07C-DED5-412E-8419-F7E4EEC2A729}" dt="2025-04-29T16:23:46.955" v="8" actId="478"/>
        <pc:sldMkLst>
          <pc:docMk/>
          <pc:sldMk cId="2900317249" sldId="357"/>
        </pc:sldMkLst>
      </pc:sldChg>
      <pc:sldChg chg="delSp mod">
        <pc:chgData name="Tarachand Amgoth" userId="ea017c71-c3c5-459d-b04b-915c0e816ad1" providerId="ADAL" clId="{D251C07C-DED5-412E-8419-F7E4EEC2A729}" dt="2025-04-29T16:23:51.887" v="9" actId="478"/>
        <pc:sldMkLst>
          <pc:docMk/>
          <pc:sldMk cId="4026807640" sldId="359"/>
        </pc:sldMkLst>
      </pc:sldChg>
      <pc:sldChg chg="delSp mod">
        <pc:chgData name="Tarachand Amgoth" userId="ea017c71-c3c5-459d-b04b-915c0e816ad1" providerId="ADAL" clId="{D251C07C-DED5-412E-8419-F7E4EEC2A729}" dt="2025-04-29T16:23:54.854" v="10" actId="478"/>
        <pc:sldMkLst>
          <pc:docMk/>
          <pc:sldMk cId="392040702" sldId="360"/>
        </pc:sldMkLst>
      </pc:sldChg>
      <pc:sldChg chg="delSp mod">
        <pc:chgData name="Tarachand Amgoth" userId="ea017c71-c3c5-459d-b04b-915c0e816ad1" providerId="ADAL" clId="{D251C07C-DED5-412E-8419-F7E4EEC2A729}" dt="2025-04-29T16:23:57.961" v="11" actId="478"/>
        <pc:sldMkLst>
          <pc:docMk/>
          <pc:sldMk cId="2488192803" sldId="361"/>
        </pc:sldMkLst>
      </pc:sldChg>
      <pc:sldChg chg="delSp mod">
        <pc:chgData name="Tarachand Amgoth" userId="ea017c71-c3c5-459d-b04b-915c0e816ad1" providerId="ADAL" clId="{D251C07C-DED5-412E-8419-F7E4EEC2A729}" dt="2025-04-29T16:24:00.691" v="12" actId="478"/>
        <pc:sldMkLst>
          <pc:docMk/>
          <pc:sldMk cId="2807777729" sldId="362"/>
        </pc:sldMkLst>
      </pc:sldChg>
      <pc:sldChg chg="delSp mod">
        <pc:chgData name="Tarachand Amgoth" userId="ea017c71-c3c5-459d-b04b-915c0e816ad1" providerId="ADAL" clId="{D251C07C-DED5-412E-8419-F7E4EEC2A729}" dt="2025-04-29T16:24:04.858" v="13" actId="478"/>
        <pc:sldMkLst>
          <pc:docMk/>
          <pc:sldMk cId="2678165538" sldId="364"/>
        </pc:sldMkLst>
      </pc:sldChg>
      <pc:sldChg chg="delSp mod">
        <pc:chgData name="Tarachand Amgoth" userId="ea017c71-c3c5-459d-b04b-915c0e816ad1" providerId="ADAL" clId="{D251C07C-DED5-412E-8419-F7E4EEC2A729}" dt="2025-04-29T16:24:08.098" v="14" actId="478"/>
        <pc:sldMkLst>
          <pc:docMk/>
          <pc:sldMk cId="3242430998" sldId="3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D6E581-5FB9-423A-846D-A955E43F1AA1}" type="datetimeFigureOut">
              <a:rPr lang="en-US" smtClean="0"/>
              <a:pPr/>
              <a:t>10/25/2025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4B16E-D317-4731-B361-9197425E4627}" type="slidenum">
              <a:rPr lang="en-US" smtClean="0"/>
              <a:pPr/>
              <a:t>‹#›</a:t>
            </a:fld>
            <a:endParaRPr lang="en-US" dirty="0"/>
          </a:p>
        </p:txBody>
      </p:sp>
    </p:spTree>
    <p:extLst>
      <p:ext uri="{BB962C8B-B14F-4D97-AF65-F5344CB8AC3E}">
        <p14:creationId xmlns:p14="http://schemas.microsoft.com/office/powerpoint/2010/main" val="209171064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4.017"/>
    </inkml:context>
    <inkml:brush xml:id="br0">
      <inkml:brushProperty name="width" value="0.025" units="cm"/>
      <inkml:brushProperty name="height" value="0.025" units="cm"/>
    </inkml:brush>
  </inkml:definitions>
  <inkml:trace contextRef="#ctx0" brushRef="#br0">124 11 7162,'0'0'7305,"0"-1"-6708,-1 0 0,1 0-1,-1 0 1,0 1 0,1-1 0,-1 0 0,0 0-1,0 0 1,1 0 0,-1 1 0,-2-2 0,2 3-599,1 0 0,-1 0 0,0 0 1,1 0-1,-1 0 0,1 0 1,-1 1-1,1-1 0,0 0 0,-1 0 1,1 0-1,0 1 0,0-1 1,0 0-1,0 0 0,0 2 0,-1 8-19,-73 579 73,42-171-996,32-419 869,0 0 0,0 0 0,0-1 0,1 1 0,-1 0 0,0 0-1,0 0 1,0 0 0,1 0 0,-1 0 0,0 0 0,0 0 0,0 0 0,1 0 0,-1 0 0,0 0 0,0 0 0,0 0 0,1 0 0,-1 0 0,0 0 0,0 0 0,0 0 0,1 0 0,-1 0 0,0 0 0,0 0 0,0 0 0,0 0 0,1 0 0,-1 0 0,0 0-1,0 1 1,0-1 0,0 0 0,1 0 0,-1 0 0,0 0 0,0 0 0,0 1 0,0-1 0,0 0 0,0 0 0,0 0 0,1 1 0,-1-1 0,0 0 0,0 0 0,0 0 0,0 1 0,0-1 0,0 0 0,0 0 0,0 0 0,0 1 0,0-1 0,0 0 0,0 0-1,0 0 1,0 1 0,0-1 0,-1 0 0,18-18-822,-13 13 86,29-39-3412,0-6-1475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4.400"/>
    </inkml:context>
    <inkml:brush xml:id="br0">
      <inkml:brushProperty name="width" value="0.025" units="cm"/>
      <inkml:brushProperty name="height" value="0.025" units="cm"/>
    </inkml:brush>
  </inkml:definitions>
  <inkml:trace contextRef="#ctx0" brushRef="#br0">480 0 7154,'0'0'6985,"-8"4"-6564,-179 95 2430,166-87-2732,-10 6 10,0 1-1,1 1 0,2 2 1,-28 26-1,48-40-123,-1 0 0,2 1 0,-1 0 0,1 1 1,1-1-1,0 1 0,0 1 0,1-1 0,0 1 0,1 0 0,0 0 0,1 0 0,0 0 0,1 1 0,0-1 0,0 16 1,2-24-5,0 0 0,0 0 0,1 0 0,-1 0 0,1-1 0,0 1 0,0 0 0,0 0 0,0-1 1,1 1-1,-1-1 0,1 1 0,-1-1 0,1 1 0,0-1 0,0 0 0,0 0 0,0 0 1,0 0-1,1 0 0,-1-1 0,0 1 0,1 0 0,0-1 0,-1 0 0,1 0 0,0 0 0,3 1 1,7 2 25,1-1 1,-1 0-1,1-1 0,25 0 1,-13 0 63,0-2-1,0-1 1,0-1 0,0-1-1,46-11 1,84-43-2438,-155 57 2125,-1 0 0,1 0 1,-1 0-1,1-1 0,-1 1 0,1 0 0,-1-1 1,1 1-1,-1 0 0,1-1 0,-1 1 0,0-1 1,1 1-1,-1-1 0,1 1 0,-1-1 0,0 1 1,0-1-1,1 1 0,-1-1 0,0 1 0,0-1 1,0 1-1,1-1 0,-1 0 0,0 1 0,0-1 1,0 0-1,0-5-5458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4.894"/>
    </inkml:context>
    <inkml:brush xml:id="br0">
      <inkml:brushProperty name="width" value="0.025" units="cm"/>
      <inkml:brushProperty name="height" value="0.025" units="cm"/>
    </inkml:brush>
  </inkml:definitions>
  <inkml:trace contextRef="#ctx0" brushRef="#br0">94 40 8386,'0'0'6045,"9"12"-5373,-3-5-551,-1-1-25,0 0-1,-1 1 0,0-1 1,0 1-1,0 0 0,-1 0 1,0 0-1,0 0 0,-1 1 1,0-1-1,0 1 0,1 9 1,-1 18 367,-1 0 1,-6 51 0,3-74-449,0-1 0,0 0 0,-1 0 0,-1 1 0,0-2 0,0 1 0,-1 0 1,0-1-1,-1 0 0,0 0 0,-10 12 0,13-19-13,0 0 0,0-1 0,-1 1 0,1-1 0,0 1 0,-1-1 0,1 0-1,-1-1 1,-4 3 0,7-4-9,-1 1-1,1-1 1,0 1-1,-1-1 1,1 0-1,0 1 1,0-1-1,-1 0 1,1 0-1,0 0 1,-1 0-1,1 0 1,0 0-1,-1-1 1,1 1-1,0 0 1,-1-1-1,1 1 1,0-1-1,0 1 1,-1-1-1,1 1 1,0-1-1,0 0 1,0 0-1,0 0 1,0 1-1,0-1 1,0 0-1,0 0 1,0 0-1,0-2 1,-2-5-41,0 1 0,1-1 0,1 1 0,-1-1 0,1 0 1,0 1-1,1-1 0,0 0 0,1-12 0,0-3 0,-1 8 39,0 0-1,2 0 1,0 0-1,1 0 1,0 0 0,1 0-1,0 1 1,2 0-1,-1 0 1,2 0 0,0 0-1,1 1 1,0 0-1,1 1 1,0 0 0,1 0-1,0 1 1,1 0-1,24-18 1,-21 19 26,0 0 0,1 1-1,0 1 1,22-9 0,-29 14 30,1 0 0,0 1 0,-1 0 1,1 0-1,0 1 0,0 0 0,0 1 0,0-1 0,0 2 1,12 1-1,-19-2-37,0 1 1,0 0-1,0 0 0,0-1 1,0 1-1,0 1 1,-1-1-1,1 0 1,0 0-1,-1 1 0,1-1 1,0 1-1,-1-1 1,0 1-1,1 0 0,-1-1 1,0 1-1,0 0 1,0 0-1,0 0 1,0 0-1,1 3 0,1 6 75,0 0-1,-1 0 0,1 13 0,-2-19-41,3 58 528,-4 89 0,-1-115-416,-2 6-499,-2 0 0,-15 60 0,20-103 315,-1 3-1782,7-5-751,12-14-1128,4-7-405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5.340"/>
    </inkml:context>
    <inkml:brush xml:id="br0">
      <inkml:brushProperty name="width" value="0.025" units="cm"/>
      <inkml:brushProperty name="height" value="0.025" units="cm"/>
    </inkml:brush>
  </inkml:definitions>
  <inkml:trace contextRef="#ctx0" brushRef="#br0">154 80 9178,'0'0'9597,"0"-8"-9512,0 19-68,-2 25 288,-12 66 0,8-66-226,-4 71-1,10-102-76,-1-1-1,1-1-1,0 0 0,0 0 1,1 1-1,-1-1 0,1 0 1,-1 0-1,1 0 0,1 4 1,-1-6-2,0 1 1,0-1-1,1 0 1,-1 0-1,0 0 1,0-1-1,1 1 0,-1 0 1,0 0-1,1-1 1,-1 1-1,1-1 1,-1 1-1,0-1 1,1 0-1,-1 1 1,1-1-1,0 0 1,-1 0-1,1 0 1,-1 0-1,3-1 1,3 1-5,0-1 1,-1 0-1,1 0 1,0-1-1,0 0 1,-1 0 0,1-1-1,-1 1 1,0-1-1,0-1 1,0 1 0,0-1-1,-1 0 1,1-1-1,-1 1 1,0-1-1,0 0 1,-1 0 0,1 0-1,3-7 1,-2 3-79,0-1-1,-1 0 1,1 0 0,-2 0 0,0-1 0,0 1 0,-1-1-1,0 0 1,-1 0 0,0 0 0,1-20 0,-3 16 3,-1-1 1,-2-15-1,2 25 71,0 1 0,-1 0 0,1 0 0,-1 0 0,0 1 0,0-1 0,-1 0 1,1 1-1,-6-7 0,2 3 30,0 1 1,-1 1-1,1-1 1,-1 1-1,-1 0 1,1 1-1,-1-1 1,0 2-1,0-1 1,-1 1-1,1 0 1,-13-3-1,14 5-6,1 1 0,-1-1 0,1 2 0,-1-1 0,0 1-1,1 0 1,-1 0 0,0 1 0,1 0 0,-1 0 0,1 1-1,-1-1 1,1 1 0,0 1 0,0-1 0,0 1 0,-11 7-1,8-4 4,-1 1 1,1 0-1,-9 10 0,16-15-73,-1 0 0,1 1 0,0-1 0,0 1 0,0 0 0,1-1 0,-1 1 0,0 0 0,1 0 0,0 0 0,0 0 0,0 0 0,0 1 0,0-1 0,0 4 1,1-6 0,1-1 1,-1 0-1,0 1 1,0-1 0,0 0-1,0 0 1,1 1 0,-1-1-1,0 0 1,0 1 0,1-1-1,-1 0 1,0 0 0,0 1-1,1-1 1,-1 0 0,0 0-1,1 0 1,-1 0 0,0 1-1,1-1 1,-1 0 0,0 0-1,1 0 1,-1 0-1,0 0 1,1 0 0,-1 0-1,0 0 1,1 0 0,0 0-1,17 0-527,-10 0 124,8-1-348,0 0 0,0 0 0,0-2 0,0 0 0,22-8 1,21-10-3243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5.803"/>
    </inkml:context>
    <inkml:brush xml:id="br0">
      <inkml:brushProperty name="width" value="0.025" units="cm"/>
      <inkml:brushProperty name="height" value="0.025" units="cm"/>
    </inkml:brush>
  </inkml:definitions>
  <inkml:trace contextRef="#ctx0" brushRef="#br0">38 64 8250,'0'0'8954,"0"9"-8445,1 13-199,-1 0 0,-1 0 0,-5 27 0,-3-6-126,2-14-127,1 1 0,1 1 0,0 33 0,5-64-60,0 1-1,1 0 0,-1-1 1,0 1-1,1-1 0,-1 1 1,0-1-1,1 1 0,-1-1 0,0 1 1,1-1-1,-1 1 0,1-1 1,-1 0-1,1 1 0,-1-1 1,1 0-1,-1 1 0,1-1 0,0 0 1,-1 0-1,1 1 0,-1-1 1,1 0-1,0 0 0,-1 0 0,1 0 1,0 0-1,-1 0 0,1 0 1,-1 0-1,1 0 0,0 0 1,0 0-1,26-3-148,-19 0 69,1 0 0,0 0-1,-1-1 1,0 0 0,0 0 0,0-1-1,0 0 1,-1 0 0,10-9 0,-9 6 81,0 1 1,0-1-1,-1-1 1,0 0-1,0 0 1,-1 0-1,8-15 1,-12 21 740,1 8-578,0 9-169,-2-6 17,0 0 1,1 0-1,0 0 0,1 0 0,4 9 0,-6-15-4,0 0 0,1 0 0,-1 0 0,1 0 0,-1 0 0,1 0 0,0 0 0,0 0 0,0-1 0,0 1 0,0-1 0,0 1 0,0-1 0,1 0 0,-1 0 0,0 0 0,1 0 0,-1 0 0,1-1 0,-1 1 0,1-1-1,2 1 1,1-1 11,0 0-1,0 0 1,1 0-1,-1-1 0,0 1 1,0-2-1,0 1 1,0-1-1,0 0 0,0 0 1,0 0-1,-1-1 1,1 0-1,-1 0 0,1 0 1,-1-1-1,0 0 0,-1 0 1,1 0-1,-1-1 1,0 1-1,0-1 0,0 0 1,0 0-1,3-8 1,-3 6 84,-1 1 1,0 0-1,-1-1 0,1 1 1,-1-1-1,0 0 1,-1 0-1,1-10 1,-1-5 700,-2-31 1,0 46-759,0 1-1,-1-1 1,0 1 0,-1 0 0,1-1-1,-1 1 1,0 1 0,0-1 0,-1 0 0,0 1-1,0-1 1,0 1 0,-10-8 0,-19-28-4872,28 32-211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7.507"/>
    </inkml:context>
    <inkml:brush xml:id="br0">
      <inkml:brushProperty name="width" value="0.025" units="cm"/>
      <inkml:brushProperty name="height" value="0.025" units="cm"/>
    </inkml:brush>
  </inkml:definitions>
  <inkml:trace contextRef="#ctx0" brushRef="#br0">310 24 7866,'0'0'9972,"-2"-5"-9598,2 5-365,-4-14 79,4 14-86,0 0 0,0 0 0,0 0 0,0-1 0,0 1 0,0 0 0,0 0 0,0 0 0,0-1 1,0 1-1,0 0 0,0 0 0,0 0 0,-1-1 0,1 1 0,0 0 0,0 0 0,0 0 0,0 0 0,0-1 0,0 1 0,-1 0 0,1 0 0,0 0 0,0 0 0,0 0 0,0 0 0,-1 0 0,1-1 0,0 1 0,0 0 0,0 0 0,-1 0 0,1 0 0,0 0 0,0 0 0,0 0 0,-1 0 0,1 0 0,0 0 0,0 0 0,0 0 0,-1 0 1,1 0-1,0 0 0,0 0 0,0 0 0,-1 0 0,1 1 0,0-1 0,0 0 0,0 0 0,0 0 0,-1 0 0,1 0 0,0 0 0,0 0 0,0 1 0,0-1 0,-1 0 0,1 0 0,0 0 0,0 0 0,0 1 0,0-1 0,0 0 0,0 0 0,0 1 0,-60 127 1266,-64 202-1,92-227-1006,-23 127 0,45-175-236,3 1-1,3 0 0,2 0 0,5 60 0,-2-109-26,-1 0-1,2 0 0,-1 0 1,1-1-1,0 1 0,0 0 0,1-1 1,0 0-1,0 0 0,0 0 1,1 0-1,0 0 0,7 7 1,-4-6 7,-1-1 0,2 0 0,-1-1 0,1 1 0,-1-2 1,1 1-1,1-1 0,-1 0 0,10 3 0,9 0-104,1 0 0,0-2 0,0-1 0,1-1 0,42-2 0,-56-1-272,1-1-1,0 0 1,-1-1-1,0-1 1,1 0 0,-1-1-1,20-8 1,-20 5-812,1-1 1,-1-1-1,23-17 1,4-10-4994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8.066"/>
    </inkml:context>
    <inkml:brush xml:id="br0">
      <inkml:brushProperty name="width" value="0.025" units="cm"/>
      <inkml:brushProperty name="height" value="0.025" units="cm"/>
    </inkml:brush>
  </inkml:definitions>
  <inkml:trace contextRef="#ctx0" brushRef="#br0">362 0 7818,'0'0'10038,"2"6"-9962,6 26 134,-2 1 0,-1-1 1,1 41-1,-3 107 337,-4-121-498,2-41-29,-2 0 0,-1 0-1,0 0 1,-1-1 0,0 1-1,-9 23 1,9-35-19,1-1 1,0 1-1,-1 0 0,0-1 0,-1 0 0,1 0 1,-1 0-1,0 0 0,0-1 0,0 1 0,-1-1 1,1 0-1,-1 0 0,0-1 0,-1 1 0,1-1 1,0 0-1,-1-1 0,0 1 0,1-1 0,-12 3 0,4-3-339,0 0 0,1-1 0,-1-1-1,0 0 1,0 0 0,0-2 0,1 1-1,-14-4 1,9 0-1424,1 0 0,-32-15-1,-7-10-3966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8.288"/>
    </inkml:context>
    <inkml:brush xml:id="br0">
      <inkml:brushProperty name="width" value="0.025" units="cm"/>
      <inkml:brushProperty name="height" value="0.025" units="cm"/>
    </inkml:brush>
  </inkml:definitions>
  <inkml:trace contextRef="#ctx0" brushRef="#br0">0 80 7466,'0'0'12290,"86"-80"-12290,-75 80 0,0 0-192,0 5-568,-1 24-768,1-2-1273,-5-3-3776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8.719"/>
    </inkml:context>
    <inkml:brush xml:id="br0">
      <inkml:brushProperty name="width" value="0.025" units="cm"/>
      <inkml:brushProperty name="height" value="0.025" units="cm"/>
    </inkml:brush>
  </inkml:definitions>
  <inkml:trace contextRef="#ctx0" brushRef="#br0">101 94 1880,'0'0'13727,"-5"-1"-13617,-14-2 164,17 3-205,1 0 0,0 0-1,0 0 1,-1 0 0,1 1-1,0-1 1,0 0 0,0 1-1,-1-1 1,1 0-1,0 1 1,0 0 0,0-1-1,0 1 1,0 0 0,0-1-1,0 1 1,0 0 0,-1 1-1,-14 20 491,13-17-406,-2 3-71,0 0 0,1 1-1,0-1 1,1 1 0,0 0 0,1 0 0,-1 1 0,2-1 0,-1 0-1,1 1 1,1-1 0,0 12 0,0-18-79,1 0-1,-1-1 1,1 1 0,-1 0 0,1 0-1,0-1 1,0 1 0,0-1-1,1 1 1,-1-1 0,1 1-1,-1-1 1,1 1 0,0-1-1,-1 0 1,1 0 0,0 0-1,1 0 1,-1-1 0,0 1-1,0 0 1,1-1 0,-1 0-1,1 1 1,0-1 0,-1 0-1,1 0 1,0 0 0,-1-1 0,4 1-1,10 2 26,-1-1 0,1-1 0,0 0 0,18-2 0,-20 1-3,-1-1-50,1-1 0,-1 0 0,0 0 0,0-1 0,0-1 0,0 0 0,-1-1 0,1 0-1,-1-1 1,0-1 0,-1 1 0,0-2 0,0 0 0,0 0 0,-1-1 0,0 0 0,-1-1 0,0 0 0,10-15 0,-16 20 13,0 0 1,-1 0-1,1-1 0,-1 1 1,0-1-1,-1 1 1,1-1-1,-1 0 0,0 0 1,-1 1-1,0-1 1,1 0-1,-2 0 0,1 0 1,-1 0-1,-2-10 1,2 11 21,-1 1 0,0 0 0,0 0 0,0-1 1,0 2-1,0-1 0,-1 0 0,0 0 0,0 1 0,0-1 1,0 1-1,0 0 0,-1 0 0,1 0 0,-1 0 0,0 1 1,0 0-1,0-1 0,0 1 0,0 1 0,-8-3 0,3 1 5,1 2 0,-1-1 0,0 1-1,0 0 1,0 1 0,0 0 0,1 0-1,-1 1 1,0 0 0,0 1-1,0 0 1,1 0 0,-1 1 0,1 0-1,-13 7 1,15-7-32,0 1 1,-1 0-1,2 0 0,-1 1 1,0 0-1,1 0 0,0 0 0,0 0 1,1 1-1,0 0 0,-1 0 0,2 0 1,-1 0-1,1 1 0,0-1 1,0 1-1,1 0 0,0 0 0,-2 11 1,4-16-94,-1 1 1,1-1 0,0 0 0,0 0-1,0 1 1,0-1 0,0 0 0,1 1 0,-1-1-1,1 0 1,-1 0 0,1 1 0,0-1-1,0 0 1,0 0 0,0 0 0,0 0-1,1 0 1,2 3 0,-2-2-219,1-1 1,0 0-1,0 0 0,0 0 1,0 0-1,0-1 0,1 1 1,-1-1-1,0 0 1,1 0-1,-1 0 0,5 0 1,32 2-5051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9.180"/>
    </inkml:context>
    <inkml:brush xml:id="br0">
      <inkml:brushProperty name="width" value="0.025" units="cm"/>
      <inkml:brushProperty name="height" value="0.025" units="cm"/>
    </inkml:brush>
  </inkml:definitions>
  <inkml:trace contextRef="#ctx0" brushRef="#br0">0 0 10018,'0'0'7387,"9"29"-6999,29 98 31,-34-110-271,-1 0 0,-1 1 0,0 0 0,-1-1 0,-2 23 0,0-5 60,-13 211 570,9-169-948,6-89 35,0 2 0,1-1 0,0 0 0,1 0 0,0 1 0,1-1 0,0 1 0,1 0 0,6-10 0,-1 2-3,2 0 0,0 1 0,28-31-1,-30 38 130,0 0 0,0 1 0,20-13 0,-26 20 49,0 0-1,-1 0 0,1 0 0,0 0 0,0 1 0,0-1 0,0 1 0,0 0 0,0 1 0,1-1 0,-1 1 0,0-1 0,0 1 0,1 0 0,-1 1 0,6 0 0,-9 0-17,1 0 0,-1-1 1,1 1-1,-1 0 0,1 0 0,-1 0 0,0 0 0,0 0 0,1 1 0,-1-1 0,0 0 0,0 0 0,0 1 0,0-1 1,0 1-1,0-1 0,-1 1 0,1-1 0,-1 1 0,1 0 0,-1-1 0,1 1 0,-1 2 0,5 46 227,-5-41-204,1 89 213,-1-56-9324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9.674"/>
    </inkml:context>
    <inkml:brush xml:id="br0">
      <inkml:brushProperty name="width" value="0.025" units="cm"/>
      <inkml:brushProperty name="height" value="0.025" units="cm"/>
    </inkml:brush>
  </inkml:definitions>
  <inkml:trace contextRef="#ctx0" brushRef="#br0">0 132 10002,'0'0'6052,"25"-7"-4913,75-18-507,-61 19-189,-37 6-421,-1 0 0,1 1 0,-1-1 0,0 0 0,1 0 1,-1 1-1,0-1 0,1 0 0,-1 1 0,0-1 1,0 1-1,1 0 0,1 1 0,-2 0-4,0-1 0,0 1-1,0 0 1,0 0 0,0 0 0,0 0 0,-1 0-1,1 0 1,-1 0 0,1 0 0,-1 0-1,0 0 1,0 1 0,0-1 0,0 0 0,0 3-1,0 5 4,1 16 110,0 84 190,-2-100-307,0 0 1,0 0-1,-1 0 1,-1-1-1,1 1 0,-2 0 1,1-1-1,-8 14 1,10-21-15,1-1 1,-1 0 0,0 0-1,1 0 1,-1 0 0,0 0-1,0 0 1,0 0 0,1-1-1,-1 1 1,0 0 0,0 0-1,0-1 1,0 1 0,0 0-1,0-1 1,-1 1-1,1-1 1,0 1 0,0-1-1,0 0 1,0 0 0,-1 1-1,1-1 1,0 0 0,0 0-1,-1 0 1,1 0 0,0 0-1,0 0 1,0-1 0,-3 0-1,3 0-24,-1 1 1,0-1-1,1 0 0,0 0 1,-1-1-1,1 1 0,0 0 1,-1 0-1,1-1 0,0 1 0,0-1 1,0 1-1,0-1 0,0 1 1,1-1-1,-1 1 0,0-1 1,1 0-1,-1 1 0,1-1 0,-1-2 1,0-8-129,0 1 1,0-1-1,1 1 1,1-1 0,0 1-1,0-1 1,1 1-1,1 0 1,0-1 0,0 1-1,1 1 1,1-1-1,0 1 1,11-19 0,-4 11 75,2 1 0,-1 0 1,2 1-1,0 0 0,1 1 1,30-21-1,-37 30 161,0 0-1,0 1 1,1 0-1,-1 1 1,1-1 0,1 2-1,-1-1 1,0 2-1,1-1 1,-1 2 0,1-1-1,0 1 1,0 1 0,-1 0-1,15 2 1,-22-2-52,0 1 0,0 0 1,0 0-1,0 0 0,0 0 1,0 0-1,-1 1 0,1-1 1,0 1-1,-1 0 0,1 0 1,-1 0-1,0 0 1,0 0-1,0 1 0,0-1 1,0 0-1,0 1 0,-1 0 1,1-1-1,-1 1 0,0 0 1,1 0-1,-1 0 0,-1 0 1,2 5-1,1 8 86,-1 0 0,-1 0-1,-1 32 1,0-26 17,-2-7-314,1-1 1,-2 0-1,0 0 1,-1-1-1,0 1 1,-1-1-1,-9 20 1,7-18-1229,1-2-3941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49.896"/>
    </inkml:context>
    <inkml:brush xml:id="br0">
      <inkml:brushProperty name="width" value="0.025" units="cm"/>
      <inkml:brushProperty name="height" value="0.025" units="cm"/>
    </inkml:brush>
  </inkml:definitions>
  <inkml:trace contextRef="#ctx0" brushRef="#br0">0 1 8954,'0'0'9810,"46"65"-9594,-43-26 176,-3 5-72,0-1-168,0-4-80,0 2-72,0-2-560,-3-10-1664,-5-12-3834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0.470"/>
    </inkml:context>
    <inkml:brush xml:id="br0">
      <inkml:brushProperty name="width" value="0.025" units="cm"/>
      <inkml:brushProperty name="height" value="0.025" units="cm"/>
    </inkml:brush>
  </inkml:definitions>
  <inkml:trace contextRef="#ctx0" brushRef="#br0">1 55 6993,'0'0'8052,"25"-4"-6919,75-9-319,-98 13-789,0-1 1,0 1 0,0 0 0,0 0 0,1 1-1,-1-1 1,0 0 0,0 1 0,0-1 0,0 1-1,0-1 1,0 1 0,0 0 0,0 0 0,0 0-1,0 0 1,2 2 0,-3-1-2,0-1 0,0 1 0,0-1 0,0 1 0,0-1 0,-1 1 0,1 0 0,0 0 0,-1-1 0,0 1 1,1 3-1,1 2 52,0 4 37,1 0 0,-2 0 0,1 0 1,-1 0-1,-1 0 0,0 0 0,-1 0 0,0 0 0,0 0 0,-2 0 0,1 0 0,-1-1 0,-1 1 1,1-1-1,-2 0 0,0 0 0,0 0 0,-1 0 0,0-1 0,-12 14 0,7-10 121,-1-1 0,-18 14 0,27-23-194,-1 0 0,0 0 0,0-1 0,0 1 0,-1-1 1,1 0-1,-1 0 0,1-1 0,-1 0 0,0 1 0,1-1 0,-9 0 0,12-1-39,1-1 0,0 1 1,-1-1-1,1 0 0,-1 1 0,1-1 0,0 0 0,-1 1 0,1-1 0,0 0 0,0 1 0,0-1 0,-1 0 0,1 1 1,0-1-1,0 0 0,0 0 0,0 1 0,0-1 0,0 0 0,1 0 0,-1 0 0,2-21-239,0 13 146,1 1-1,0-1 1,0 0 0,1 1-1,0 0 1,0 0 0,1 0-1,6-8 1,50-57-189,-53 64 239,178-178 173,-210 231 1391,8-20-1493,1 1 0,-15 34 1,26-52-27,1 1 0,1 0 1,-1 0-1,1 0 0,1 0 0,-1 1 1,1-1-1,1 0 0,0 1 1,0-1-1,0 1 0,4 14 0,-4-21-4,1 0-1,0 0 1,0 0 0,0 0-1,0 0 1,0 0-1,1 0 1,-1 0-1,1 0 1,-1-1-1,1 1 1,0-1 0,-1 1-1,1-1 1,0 1-1,0-1 1,0 0-1,0 0 1,0 0-1,0 0 1,0 0 0,5 0-1,3 2-52,1-1-1,0-1 0,17 0 1,-23 0 19,35 0-788,-1-2 0,74-10 1,-82 5-2255,61-21 1,-27 1-4147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0.804"/>
    </inkml:context>
    <inkml:brush xml:id="br0">
      <inkml:brushProperty name="width" value="0.025" units="cm"/>
      <inkml:brushProperty name="height" value="0.025" units="cm"/>
    </inkml:brush>
  </inkml:definitions>
  <inkml:trace contextRef="#ctx0" brushRef="#br0">125 28 6185,'0'0'10201,"10"-5"-9223,38-14 102,-46 18-989,1 0-1,0 1 1,0-1-1,-1 1 1,1-1 0,0 1-1,0 0 1,0 0 0,-1 1-1,1-1 1,0 0 0,0 1-1,0 0 1,-1-1-1,1 1 1,0 0 0,4 3-1,-1 0 93,0 1 0,0-1-1,-1 1 1,10 10-1,-12-12-97,8 10 75,-1 0 1,0 0 0,-1 1 0,0 0-1,-2 1 1,1 0 0,7 26 0,-3-4 74,-2 0 1,6 46-1,-6 9 167,-2 139 0,-8-202-323,-2 0 0,0 0 0,-14 55-1,11-64-73,-2-1 0,0 0 0,-1 0 0,-1-1 0,0 0 0,-19 25 0,8-17-262,-1 0 1,-1-2 0,-32 28 0,-83 53-6261,72-62-870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1.744"/>
    </inkml:context>
    <inkml:brush xml:id="br0">
      <inkml:brushProperty name="width" value="0.025" units="cm"/>
      <inkml:brushProperty name="height" value="0.025" units="cm"/>
    </inkml:brush>
  </inkml:definitions>
  <inkml:trace contextRef="#ctx0" brushRef="#br0">114 65 6465,'0'0'8029,"-5"-10"-7284,-15-31 49,13 28 582,4 19-429,3-6-954,-26 118 1261,-19 224-1,38 29-1127,7-269-390,0-101 209,0-1 1,-1 1-1,1 0 1,0 0-1,0 0 0,0 0 1,0-1-1,0 1 1,0 0-1,0 0 1,1 0-1,-1-1 0,0 1 1,0 0-1,1 0 1,-1 0-1,0-1 1,1 1-1,-1 0 1,0-1-1,1 1 0,-1 0 1,1-1-1,0 1 1,-1 0-1,1-1 1,-1 1-1,1-1 0,0 1 1,0-1-1,-1 0 1,1 1-1,0-1 1,0 0-1,-1 1 1,1-1-1,0 0 0,0 0 1,0 0-1,-1 1 1,1-1-1,1 0 1,2-1-193,-1 0 1,1 0 0,-1 0 0,0 0 0,0-1 0,0 1 0,0-1-1,0 0 1,3-2 0,31-31-4003,-1-6-1347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2.029"/>
    </inkml:context>
    <inkml:brush xml:id="br0">
      <inkml:brushProperty name="width" value="0.025" units="cm"/>
      <inkml:brushProperty name="height" value="0.025" units="cm"/>
    </inkml:brush>
  </inkml:definitions>
  <inkml:trace contextRef="#ctx0" brushRef="#br0">367 0 12483,'0'0'6688,"-25"7"-6442,-80 28-166,97-32-64,0 1 0,1 1 0,-1 0 0,1 0 0,0 0 0,0 1 0,1 0 0,0 0 0,0 0 0,-9 12 0,-1 3 85,-5 1 99,2 2 1,1 0 0,-19 34 0,30-46-145,2 0 1,-1 0-1,1 1 0,1-1 1,1 1-1,-1 0 0,2 0 1,0 1-1,-1 21 1,3-31-54,0 1 1,1-1-1,-1 0 1,1 1-1,0-1 1,0 0-1,0 0 1,0 0-1,1 0 1,-1 0-1,1 0 1,0 0-1,1 0 1,-1-1-1,5 6 1,-2-4-4,0-1 0,0 0 0,0 0 0,0-1 0,1 1 0,0-1 0,0-1 0,0 1 0,0-1 0,6 2 0,13 2-50,-1-2 0,1 0 1,0-2-1,0-1 1,0-1-1,49-6 1,-56 4-263,0-2 1,-1 0-1,1-1 0,-1-1 1,0 0-1,-1-2 0,17-8 1,-10 2-1631,-1-1 0,0-1 1,37-37-1,-20 9-3871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3.206"/>
    </inkml:context>
    <inkml:brush xml:id="br0">
      <inkml:brushProperty name="width" value="0.025" units="cm"/>
      <inkml:brushProperty name="height" value="0.025" units="cm"/>
    </inkml:brush>
  </inkml:definitions>
  <inkml:trace contextRef="#ctx0" brushRef="#br0">1 188 7330,'0'0'9736,"17"3"-9088,-6-1-531,-4-2-57,1 1 0,-1 1 0,-1-1 0,1 1 0,9 4 0,-13-5-28,0 1 0,0-1 1,0 1-1,-1 0 0,1 0 0,0 0 1,-1 1-1,0-1 0,1 1 1,-1-1-1,0 1 0,0 0 1,0-1-1,-1 1 0,1 0 0,-1 0 1,2 5-1,4 20 172,-1 1 0,-1 0 0,-1 0-1,-2 1 1,-2 47 0,0-61-163,0-11-29,0 0-1,0 1 1,0-1-1,-1 0 1,0 0 0,-2 8-1,2-12-7,1 1-1,-1-1 1,0 0-1,1 0 1,-1 0-1,0 0 1,0 0-1,0 0 1,0 0 0,0 0-1,0 0 1,0-1-1,0 1 1,0 0-1,0-1 1,0 1-1,0-1 1,-1 1-1,1-1 1,0 1 0,0-1-1,-1 0 1,1 0-1,0 1 1,-1-1-1,1 0 1,0 0-1,0 0 1,-1-1-1,-1 1 1,2-1-14,0 1 0,0 0 0,0-1 0,0 1 0,0-1 0,0 1 0,0-1 0,0 1 0,0-1 0,1 0 0,-1 0 0,0 1 0,1-1 0,-1 0 0,0 0 0,1 0 0,-1 0 0,1 1 0,-1-1 0,1 0 0,-1 0 0,1 0 0,0 0 0,0 0 0,-1 0 0,1-2 0,-3-32-350,3 31 313,-1-12-76,0 1 1,2-1 0,0 0-1,1 1 1,0-1 0,1 1-1,1 0 1,0 0 0,1 0-1,13-25 1,-5 16 13,1 0-1,1 1 1,1 1 0,1 0 0,21-19-1,-31 34 123,0 0 0,0 1 0,1 0 0,0 0 0,0 0 0,0 1 0,1 0 0,-1 1 0,1 0 0,1 0 0,-1 1 0,0 1 0,1-1-1,-1 1 1,1 1 0,0 0 0,14 0 0,-21 1 13,0 1 0,0-1 0,0 1 0,-1 0 0,1 0-1,0 0 1,0 0 0,-1 1 0,1-1 0,-1 1 0,0 0 0,1-1 0,-1 1-1,0 0 1,0 0 0,0 1 0,0-1 0,0 0 0,-1 1 0,1-1 0,-1 1-1,1-1 1,-1 1 0,0 0 0,0-1 0,0 1 0,1 5 0,1 7 128,0 1 1,-1-1-1,0 29 1,-2-43-147,1 68 580,-12 107 0,8-149-792,0 39 0,3-66 169,0 0 0,0 1-1,0-1 1,0 0-1,0 1 1,0-1 0,0 0-1,1 1 1,-1-1 0,0 0-1,0 0 1,0 1 0,1-1-1,-1 0 1,0 1 0,0-1-1,0 0 1,1 0-1,-1 0 1,0 1 0,1-1-1,-1 0 1,0 0 0,1 0-1,-1 0 1,0 1 0,0-1-1,1 0 1,-1 0 0,0 0-1,1 0 1,-1 0-1,0 0 1,1 0 0,-1 0-1,1 0 1,-1 0 0,1 0-1,14-3-673,-15 3 642,10-4-498,0 0 0,0-1 1,-1 0-1,0-1 0,0 0 0,-1 0 0,1-1 0,-1 0 0,-1 0 1,8-10-1,2 0-430,108-118-3929,-72 59 6063,-43 57 1499,0-1 1,9-24-1,-18 43-1051,-1 5-797,0 296 1785,0-299-2575,0-1 0,0 1 0,0 0 0,0-1-1,0 1 1,0-1 0,0 1 0,0 0 0,1-1 0,-1 1 0,0-1 0,0 1 0,1 0 0,-1-1 0,0 1 0,1-1 0,-1 1-1,1-1 1,-1 1 0,1-1 0,-1 0 0,1 1 0,-1-1 0,1 1 0,-1-1 0,1 0 0,-1 0 0,1 1 0,-1-1 0,1 0-1,0 0 1,-1 1 0,1-1 0,0 0 0,-1 0 0,1 0 0,-1 0 0,1 0 0,0 0 0,-1 0 0,1 0 0,0-1-1,-1 1 1,1 0 0,0 0 0,2-1-9,0 0 1,0 0-1,-1 0 0,1 0 0,0 0 1,-1-1-1,1 1 0,-1-1 0,1 1 1,1-3-1,4-4-71,-1 0 0,0-1 0,0 0 0,-1 0 0,-1 0 0,1-1 0,-2 0 0,1 0 0,3-13 0,-3 7-29,-1 0 0,-1 1 0,-1-1 0,0-1 0,-1-28 0,-1 38 105,-1 1 0,0-1 0,0 1-1,0 0 1,-1-1 0,0 1 0,-1 0 0,1 0 0,-1 0-1,0 1 1,-1-1 0,1 1 0,-1 0 0,0 0 0,-1 0-1,1 0 1,-1 0 0,0 1 0,0 0 0,0 0 0,-12-6-1,8 5 21,0 1-1,-1 0 0,1 0 1,-1 1-1,0 0 0,-1 1 1,1 0-1,0 1 0,0 0 1,-1 0-1,1 1 0,-1 1 1,-13 1-1,18-1-1,0 1 1,0-1-1,0 1 0,0 0 0,0 1 1,1 0-1,-1-1 0,1 2 1,-1-1-1,1 1 0,0 0 1,0 0-1,1 0 0,-1 0 1,1 1-1,0 0 0,0 0 1,1 0-1,-1 0 0,1 1 0,0-1 1,1 1-1,-1 0 0,1 0 1,0 0-1,1 0 0,-1 0 1,1 0-1,0 8 0,1-12-13,0 0-1,1 0 0,-1-1 1,1 1-1,-1 0 0,1 0 1,0 0-1,-1 0 0,1-1 1,0 1-1,0 0 0,0-1 1,1 1-1,-1-1 0,0 1 1,1-1-1,-1 0 0,0 1 1,1-1-1,0 0 0,-1 0 1,1 0-1,0 0 0,-1 0 1,1-1-1,0 1 0,0 0 1,0-1-1,-1 0 0,1 1 1,4-1-1,8 2-2,1 0 1,-1-1-1,21-2 1,-17 1-22,11-2-225,-1 0 0,0-2-1,0-1 1,0-2 0,-1 0 0,27-12 0,153-75-3008,-200 91 3199,4-2 167,-1-1 0,0 0-1,0 0 1,12-10 0,-22 16-34,0 0 1,0 0-1,0 0 1,0 0-1,0 0 0,1 0 1,-1 0-1,0 0 1,0 0-1,0 0 1,0 0-1,0 0 1,0 1-1,0-1 1,1 0-1,-1 0 0,0 0 1,0 0-1,0 0 1,0 0-1,0 0 1,0 0-1,0 0 1,0 0-1,0 1 1,0-1-1,1 0 0,-1 0 1,0 0-1,0 0 1,0 0-1,0 0 1,0 1-1,0-1 1,0 0-1,0 0 1,0 0-1,0 0 0,0 0 1,0 0-1,0 1 1,0-1-1,0 0 1,0 0-1,0 0 1,0 0-1,0 0 1,-1 0-1,1 0 1,0 1-1,0-1 0,0 0 1,0 0-1,-1 17 918,-4 16-532,0-16-186,1 1 1,1-1 0,1 1 0,-1 23 0,3-40-277,1-1-1,-1 0 1,0 1 0,0-1 0,0 0 0,0 0-1,0 1 1,0-1 0,1 0 0,-1 1 0,0-1-1,0 0 1,0 0 0,1 0 0,-1 1 0,0-1-1,0 0 1,0 0 0,1 0 0,-1 1 0,0-1-1,1 0 1,-1 0 0,0 0 0,0 0 0,1 0-1,-1 0 1,0 0 0,1 0 0,-1 0-1,0 0 1,1 0 0,-1 0 0,15 0-32,-10 0 26,6-1-96,0 0 1,0-1 0,0-1-1,12-3 1,-8 1-135,0 1 0,17-2 0,-28 6 218,0 0 0,0-1 0,1 1 0,-1 1 0,0-1 0,0 1-1,1-1 1,-1 1 0,0 0 0,0 1 0,0-1 0,4 3 0,6 3 214,1 0 0,0-1 0,1 0 0,-1-1-1,33 5 1,-16-7-113,0 0 0,35-3 0,-62 0-83,0 0 0,0 0 1,0-1-1,0 0 0,0 1 0,0-2 0,0 1 0,0-1 0,0 1 0,0-1 1,-1 0-1,1-1 0,-1 1 0,1-1 0,-1 0 0,0 0 0,0-1 0,0 1 1,-1-1-1,1 0 0,-1 0 0,0 0 0,0 0 0,0 0 0,-1-1 0,1 1 1,-1-1-1,0 0 0,-1 0 0,1 0 0,1-7 0,-1 4 36,-1-1 0,0 0 0,0 0 0,-1 0 0,0 1 0,0-1 0,-1 0 0,0 0 0,-1 1 0,-4-14 0,4 17 6,0 0-1,0 1 1,-1-1 0,1 0 0,-1 1-1,0-1 1,-1 1 0,1 0-1,-1 0 1,0 0 0,0 1-1,0-1 1,0 1 0,0 0 0,-1 0-1,0 0 1,1 1 0,-9-3-1,10 3-36,-1 1-1,1 0 1,-1 0-1,1 0 1,-1 0-1,0 1 1,1 0-1,-1-1 1,0 1-1,0 0 1,1 1-1,-1-1 1,0 1-1,1-1 1,-6 3-1,6-2-55,1 1-1,-1-1 1,1 1 0,0 0-1,-1 0 1,1-1 0,0 2-1,0-1 1,0 0 0,0 0-1,1 0 1,-1 1 0,0-1-1,1 1 1,0 0 0,0-1-1,0 1 1,0 0 0,-1 4 0,1-4-243,0 0 1,0 0 0,0 0 0,1 0-1,-1 1 1,1-1 0,0 0 0,0 0-1,0 0 1,0 1 0,0-1 0,1 0-1,-1 0 1,1 0 0,0 1 0,0-1-1,0 0 1,1 0 0,-1-1 0,1 1-1,-1 0 1,1 0 0,0-1 0,0 1-1,0-1 1,5 4 0,21 9-4292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3.493"/>
    </inkml:context>
    <inkml:brush xml:id="br0">
      <inkml:brushProperty name="width" value="0.025" units="cm"/>
      <inkml:brushProperty name="height" value="0.025" units="cm"/>
    </inkml:brush>
  </inkml:definitions>
  <inkml:trace contextRef="#ctx0" brushRef="#br0">229 139 10962,'0'0'5432,"1"-21"-4273,1-7-785,3-60 662,-5 87-918,-3 6-99,-43 65 538,3 2-1,-38 92 1,68-134-475,2 2-1,1-1 1,1 1 0,2 1 0,1 0 0,2 0 0,1 0 0,3 54 0,0-80-88,1 0-1,0 0 1,1 0-1,-1 0 1,1 0-1,0-1 1,1 1-1,0-1 1,0 1-1,0-1 1,1 0-1,0 0 1,0 0-1,1-1 1,-1 1-1,7 4 1,1 0-241,1 0 0,0-2 1,0 1-1,1-2 0,0 1 0,19 5 1,77 36-5384,-66-29 784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4.080"/>
    </inkml:context>
    <inkml:brush xml:id="br0">
      <inkml:brushProperty name="width" value="0.025" units="cm"/>
      <inkml:brushProperty name="height" value="0.025" units="cm"/>
    </inkml:brush>
  </inkml:definitions>
  <inkml:trace contextRef="#ctx0" brushRef="#br0">169 6 7418,'0'0'8460,"1"-3"-7761,1 0-63,-1 5-144,-2 12 150,-4 33-81,2-23-189,1-4-173,0 2 0,2-1-1,0 0 1,1 0 0,7 36-1,-7-51-190,1 0-1,0-1 1,0 1-1,0 0 1,1-1-1,-1 1 1,1-1-1,1 0 1,-1 0-1,1 0 0,0-1 1,0 1-1,0-1 1,0 0-1,1 0 1,0 0-1,0-1 1,0 1-1,0-1 1,1-1-1,-1 1 1,1-1-1,-1 0 1,11 3-1,-5-3-34,0 0 1,0-1-1,0 0 0,0 0 1,0-2-1,0 1 0,-1-1 0,1-1 1,0 0-1,0 0 0,-1-1 1,1-1-1,-1 1 0,0-2 0,0 1 1,0-2-1,-1 1 0,0-1 1,14-11-1,-15 9-37,1 0 1,-1-1-1,0 1 0,0-2 1,-1 1-1,-1-1 1,0 0-1,0-1 0,-1 1 1,0-1-1,0 0 1,-2 0-1,1-1 0,-1 1 1,-1-1-1,0 0 1,0-23-1,-2-41 71,-2 152-389,3 90 464,-3 191 171,2-352-250,0 0 1,0 0-1,-1-1 1,1 1-1,-1 0 0,0-1 1,0 1-1,-1 0 0,1-1 1,-1 0-1,0 1 1,0-1-1,-1 0 0,1 0 1,-1 0-1,0 0 1,0-1-1,0 1 0,0-1 1,-1 0-1,1 0 0,-1 0 1,0 0-1,0 0 1,0-1-1,0 0 0,-5 2 1,-23 7 127,0-1-1,-1-2 1,1-1 0,-61 4 0,53-6-4,-204 27 452,229-31-592,15-1 8,0 0 1,0 0-1,0 0 1,-1 0-1,1 0 1,0 0 0,0 0-1,0 0 1,0 0-1,0-1 1,0 1-1,0 0 1,0 0 0,0 0-1,0 0 1,0 0-1,0 0 1,0 0-1,0 0 1,-1 0 0,1 0-1,0 0 1,0 0-1,0 0 1,0 0-1,0-1 1,0 1-1,0 0 1,0 0 0,0 0-1,0 0 1,0 0-1,0 0 1,0 0-1,0 0 1,0 0 0,0 0-1,0 0 1,0-1-1,0 1 1,0 0-1,0 0 1,0 0-1,0 0 1,0 0 0,0 0-1,1 0 1,-1 0-1,0 0 1,0 0-1,0 0 1,0 0 0,0 0-1,0-1 1,0 1-1,0 0 1,0 0-1,0 0 1,0 0 0,0 0-1,0 0 1,1 0-1,20-13-901,-9 7 503,42-27-2237,7-5-2287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4.319"/>
    </inkml:context>
    <inkml:brush xml:id="br0">
      <inkml:brushProperty name="width" value="0.025" units="cm"/>
      <inkml:brushProperty name="height" value="0.025" units="cm"/>
    </inkml:brush>
  </inkml:definitions>
  <inkml:trace contextRef="#ctx0" brushRef="#br0">33 1 10986,'0'0'8930,"0"150"-8378,0-101-216,-5 2-168,-6-5-160,3-3-8,2-6-392,4-10-1944,2-15-5042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4.779"/>
    </inkml:context>
    <inkml:brush xml:id="br0">
      <inkml:brushProperty name="width" value="0.025" units="cm"/>
      <inkml:brushProperty name="height" value="0.025" units="cm"/>
    </inkml:brush>
  </inkml:definitions>
  <inkml:trace contextRef="#ctx0" brushRef="#br0">1 0 600,'0'0'0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5.672"/>
    </inkml:context>
    <inkml:brush xml:id="br0">
      <inkml:brushProperty name="width" value="0.025" units="cm"/>
      <inkml:brushProperty name="height" value="0.025" units="cm"/>
    </inkml:brush>
  </inkml:definitions>
  <inkml:trace contextRef="#ctx0" brushRef="#br0">1 219 3673,'0'0'2540,"0"-13"-2526,2-42-2,-2 49 265,0 1 1,0-1 0,1 0 0,0 0-1,0 1 1,1-1 0,3-10-1,-1 8 940,-4 7-1012,0 1 0,0-1 0,0 1 0,0-1 0,1 1 0,-1-1 1,0 1-1,0-1 0,1 1 0,-1-1 0,0 1 0,1-1 0,-1 1 0,0-1 1,1 1-1,-1 0 0,1-1 0,-1 1 0,0 0 0,1-1 0,-1 1 0,1 0 0,-1 0 1,1-1-1,-1 1 0,1 0 0,0 0 0,-1 0 0,1 0 0,-1 0 0,1 0 1,-1 0-1,1 0 0,-1 0 0,1 0 0,-1 0 0,1 0 0,0 0 0,0 0 1,0 1-71,0 0 0,0-1 1,0 1-1,0 0 1,0 0-1,0-1 1,0 1-1,0 0 1,0 0-1,0 0 1,0 0-1,0 1 1,-1-1-1,2 2 1,3 10 89,0 1 0,-1-1 0,-1 1 0,0-1 0,1 26 0,-3 74 111,-2-64-253,2 7-21,1-25-45,-2 0 0,-1 0 0,-8 46 0,9-76-22,0 0 0,0-1 0,0 1 0,0 0 1,-1 0-1,1-1 0,0 1 0,0 0 0,0-1 0,-1 1 1,1 0-1,0 0 0,-1-1 0,1 1 0,0-1 0,-1 1 1,1 0-1,-1-1 0,1 1 0,-1-1 0,1 1 0,-2 0 1,-3-14 11,-2-28-35,6-183-159,4 187 147,2 0 0,1 0 0,2 1 0,17-49 0,-24 81 31,0 1 1,1-1-1,-1 1 1,1-1-1,0 1 1,0 0-1,0 0 1,0 0-1,1 0 1,-1 0-1,1 0 0,0 1 1,-1-1-1,1 1 1,4-3-1,-5 4 5,1 1-1,-1-1 1,0 0-1,0 1 1,1 0-1,-1-1 1,0 1-1,1 0 0,-1 0 1,0 0-1,1 1 1,-1-1-1,0 1 1,1-1-1,-1 1 1,0 0-1,0-1 1,1 1-1,-1 0 0,0 1 1,0-1-1,0 0 1,0 0-1,-1 1 1,4 2-1,5 6 21,1 0 0,-2 1-1,1 0 1,-2 0 0,1 1-1,-1 1 1,-1-1 0,-1 1-1,1 0 1,4 18 0,0 3 26,-2 0 0,-1 0 0,4 39 1,-9 13-23,-2-99-186,1-1 0,0 1 1,0-1-1,1 1 0,1 0 1,9-22-1,42-76-606,-42 87 676,6-13-26,-9 15 123,1 1 0,1 0 1,1 1-1,0 1 0,18-19 1,-27 34 55,0 1 1,0 0-1,1-1 0,0 1 1,-1 1-1,1-1 1,0 1-1,11-4 0,-14 6-28,-1-1-1,1 0 0,0 1 0,0 0 0,0-1 0,-1 1 0,1 0 0,0 0 0,0 0 1,0 0-1,0 0 0,0 1 0,-1-1 0,1 0 0,0 1 0,0 0 0,0-1 1,-1 1-1,1 0 0,0 0 0,-1 0 0,1 0 0,-1 0 0,1 0 0,-1 0 0,1 1 1,-1-1-1,0 0 0,0 1 0,2 2 0,1 3 35,-1 1-1,-1-1 1,1 0 0,-1 1-1,0 0 1,1 13 0,0 52 192,-2-60-230,-2 112 114,3 63-149,-2-185-79,0 0 0,1 1 0,-1-1-1,1 0 1,-1 0 0,1 0 0,0 0-1,0 1 1,1-1 0,-1 0 0,1-1-1,-1 1 1,1 0 0,3 3 0,-4-5-197,1 0 1,-1 0 0,1 0 0,0 0-1,-1 0 1,1 0 0,0 0-1,0-1 1,0 1 0,0-1-1,0 1 1,0-1 0,0 0-1,0 0 1,-1 1 0,1-1 0,0-1-1,0 1 1,0 0 0,0 0-1,0-1 1,0 1 0,0-1-1,3-1 1,21-12-4969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6.071"/>
    </inkml:context>
    <inkml:brush xml:id="br0">
      <inkml:brushProperty name="width" value="0.025" units="cm"/>
      <inkml:brushProperty name="height" value="0.025" units="cm"/>
    </inkml:brush>
  </inkml:definitions>
  <inkml:trace contextRef="#ctx0" brushRef="#br0">176 165 8794,'0'0'9695,"2"-6"-8947,2-11-264,-4 17-476,0 0-1,0 0 0,0 0 1,0 0-1,0 0 1,0 0-1,0 0 1,0 1-1,0-1 1,-1 0-1,1 0 0,0 0 1,0 0-1,0 0 1,0 0-1,0 0 1,0 0-1,0 0 0,0 0 1,0 0-1,0 0 1,0 0-1,0 1 1,0-1-1,0 0 1,0 0-1,0 0 0,-1 0 1,1 0-1,0 0 1,0 0-1,0 0 1,0 0-1,0 0 0,0 0 1,0 0-1,0 0 1,0 0-1,0 0 1,-1 0-1,1 0 1,0 0-1,0 0 0,0 0 1,0 0-1,0 0 1,0 0-1,0 0 1,0 0-1,0 0 1,0 0-1,0-1 0,-1 1 1,1 0-1,0 0 1,0 0-1,0 0 1,0 0-1,0 0 0,0 0 1,0 0-1,0 0 1,0 0-1,0 0 1,0 0-1,0-1 1,-22 34 738,14-20-654,-1 2-30,1 0 0,1 1 1,1 0-1,0 0 0,1 1 0,0-1 1,2 1-1,0 0 0,0 0 1,2 1-1,0-1 0,3 27 0,-2-42-62,0-1-1,1 0 1,-1 1 0,0-1-1,1 0 1,-1 0-1,1 1 1,-1-1-1,1 0 1,0 0-1,-1 0 1,1 0-1,0 0 1,0 0 0,0 0-1,0 0 1,0 0-1,0 0 1,2 1-1,0 0-5,-1-1 0,1 0-1,0 0 1,0 0-1,0 0 1,0 0 0,0-1-1,4 1 1,4 0-40,0-1 0,-1-1-1,1 0 1,11-2 0,-13 0-50,1 0 0,-1 0 0,1-1 0,-1 0 1,0-1-1,-1 0 0,1 0 0,-1-1 0,0 0 0,0 0 0,10-12 1,-8 8 5,-1-1 1,0 0 0,-1 0 0,0-1-1,-1 0 1,0 0 0,9-23 0,-12 23 115,0 0 1,-1-1-1,-1 1 1,0 0-1,-1-1 1,0 0 0,0 1-1,-2-1 1,1 0-1,-2 1 1,-4-20 0,5 26 9,-1 1 0,0-1 0,0 1 0,-1-1 0,1 1 0,-1 0 0,0 0 0,-1 0 0,1 1 0,-1-1 0,0 1 0,0 0 0,0 0 0,-1 0 0,1 0 0,-1 1 0,0 0 0,0 0 0,0 0 0,0 0 0,-1 1-1,1 0 1,-1 0 0,0 1 0,1-1 0,-11 0 0,6 1-7,1 0 1,-1 0-1,0 1 0,0 0 0,0 1 0,1 0 0,-1 0 0,0 1 0,1 0 0,-1 1 0,1 0 0,0 1 0,0 0 0,0 0 0,-10 8 0,6-4-3,1 2 1,1 0-1,-1 0 1,2 1 0,0 0-1,-13 19 1,19-25-65,1 0 1,0 0-1,0 0 0,0 0 1,1 1-1,0-1 1,0 1-1,0 0 0,1-1 1,0 1-1,0 0 1,0 0-1,1 0 1,0 0-1,0 0 0,0 0 1,1 0-1,0 0 1,3 9-1,-4-14-16,1 1 0,0-1-1,-1 0 1,1 1 0,0-1-1,0 0 1,0 0 0,0 0 0,0 0-1,0 0 1,0 0 0,0 0 0,0 0-1,0 0 1,1 0 0,-1 0 0,0-1-1,1 1 1,-1-1 0,0 1-1,1-1 1,2 1 0,10 1-729,0 0 0,-1-1 0,25-1 0,22-7-4154,-41 2 538,27-10-1,-44 15 4102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6.324"/>
    </inkml:context>
    <inkml:brush xml:id="br0">
      <inkml:brushProperty name="width" value="0.025" units="cm"/>
      <inkml:brushProperty name="height" value="0.025" units="cm"/>
    </inkml:brush>
  </inkml:definitions>
  <inkml:trace contextRef="#ctx0" brushRef="#br0">27 0 8954,'0'0'9315,"12"9"-8811,-7-7-457,-1 1 0,0 0 0,0 0 0,0 0 0,0 0 0,-1 1 0,1 0 0,-1-1 0,0 1 0,0 0 0,0 1 0,-1-1 0,1 0 0,-1 1 1,0-1-1,0 1 0,-1 0 0,0 0 0,1 0 0,-1 0 0,-1 0 0,1 0 0,-1 7 0,-18 214 1320,1-27-1329,16-187-178,1-1-180,0 0 1,-1 0 0,-4 17-1,5-26-71,-1 1-1,0 0 0,0 0 0,0-1 0,-1 1 0,1-1 0,0 1 1,-1-1-1,0 0 0,1 1 0,-1-1 0,0 0 0,0 0 0,-1 0 0,1-1 1,0 1-1,0 0 0,-5 1 0,-16 4-5515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7.076"/>
    </inkml:context>
    <inkml:brush xml:id="br0">
      <inkml:brushProperty name="width" value="0.025" units="cm"/>
      <inkml:brushProperty name="height" value="0.025" units="cm"/>
    </inkml:brush>
  </inkml:definitions>
  <inkml:trace contextRef="#ctx0" brushRef="#br0">1 396 6433,'0'0'8738,"29"-9"-8019,201-49 279,-141 39-469,-2-3 1,157-64-1,-231 81-502,-1-1 0,-1 0 0,1-1 0,-1 0 0,0-1 0,12-12 0,-20 18-26,-1-1 0,0 1 0,0-1 0,0 1 0,0-1 0,0 0 0,0 0 0,-1 0 0,1 0-1,-1 0 1,0 0 0,0 0 0,0-1 0,0 1 0,-1 0 0,1-1 0,-1 1 0,0 0 0,0-1-1,0 1 1,0-1 0,-1 1 0,1 0 0,-1-1 0,0 1 0,0 0 0,0 0 0,0 0 0,-1 0-1,-1-4 1,-2 0 26,0 0-1,0 0 1,0 0-1,-10-8 0,15 15-28,-1 0 0,1-1-1,0 1 1,0 0 0,0 0 0,0 0-1,-1 0 1,1 0 0,0 0-1,0 0 1,0 0 0,0 0 0,-1 0-1,1 0 1,0 0 0,0 0-1,0 0 1,0 0 0,0 0 0,-1 0-1,1 0 1,0 0 0,0 0-1,0 1 1,0-1 0,-1 0 0,1 0-1,0 0 1,0 0 0,0 0-1,0 0 1,0 0 0,0 1 0,0-1-1,-1 0 1,1 0 0,0 0-1,0 0 1,0 0 0,0 0 0,0 1-1,0-1 1,0 0 0,0 0-1,0 0 1,0 0 0,0 1 0,0-1-1,-13 28 170,2 0-1,1 0 0,1 1 0,-7 43 0,9-24 62,2 1 0,1 50 0,4-98-227,0 5-1,0-1 0,0 1 1,1 0-1,0 0 0,1 6 0,-1-10-5,-1-1 0,1 1 0,0-1 0,-1 0 0,1 1-1,0-1 1,0 0 0,0 1 0,0-1 0,0 0 0,0 0 0,0 0-1,0 0 1,1 0 0,-1 0 0,0 0 0,1-1 0,-1 1 0,0 0-1,1-1 1,-1 1 0,1-1 0,-1 1 0,2-1 0,4 2-40,0-2 0,-1 1 0,1-1 1,-1 0-1,1 0 0,0 0 1,-1-1-1,1 0 0,-1-1 0,1 0 1,-1 0-1,0 0 0,0 0 1,0-1-1,0 0 0,0 0 1,8-7-1,4-4 45,-2-1-1,0-1 1,26-32 0,-41 47 51,0-1 1,0 0-1,1 1 0,-1 0 0,1-1 1,-1 1-1,1 0 0,-1 0 0,1 0 1,0 0-1,0 0 0,-1 0 0,1 0 1,0 1-1,0-1 0,0 1 0,0-1 1,0 1-1,0 0 0,0-1 0,0 1 1,0 0-1,0 1 0,-1-1 0,4 0 1,2 3 32,-1-1 0,0 1-1,1 0 1,-1 0 0,11 8 0,-12-7-68,-1-1 1,1 0-1,0 0 0,1 0 0,-1-1 0,0 0 0,1 0 1,-1 0-1,8 1 0,-7-2-44,0 0 0,0-1 0,-1 0 0,1 0 0,0 0 0,0-1 0,0 0 0,0 0 1,0 0-1,-1-1 0,1 0 0,0 0 0,-1 0 0,0-1 0,1 0 0,4-3 0,-5 1 6,1 1-1,-1-1 1,0-1 0,-1 1-1,1-1 1,-1 0 0,0 0-1,-1 0 1,1 0-1,-1-1 1,3-8 0,-3 3 25,0 0 1,0-1 0,-1 0-1,-1 1 1,0-21-1,0 19-5,-1 10 9,1 0-1,-1 0 1,0 0-1,0 0 1,-1 0-1,0-4 0,1 8 0,0-1-1,-1 0 1,1 1-1,0-1 1,-1 0-1,1 1 0,-1-1 1,1 0-1,-1 1 1,1-1-1,-1 1 1,1-1-1,-1 1 1,1-1-1,-1 1 0,0-1 1,1 1-1,-1 0 1,0-1-1,1 1 1,-1 0-1,0-1 0,0 1 1,1 0-1,-1 0 1,0 0-1,0 0 1,1 0-1,-1 0 1,0 0-1,0 0 0,1 0 1,-1 0-1,0 0 1,-1 1-1,-1 0 1,-1 0 1,1 1-1,-1 0 0,1 0 1,0 0-1,-1 0 0,1 0 1,0 0-1,1 1 0,-1 0 1,0-1-1,1 1 0,-1 0 1,1 0-1,0 1 0,-2 4 1,-6 9 72,-13 31 1,17-33-27,1 0 0,-4 21 0,7-30-43,1 0-1,0 1 1,1-1-1,0 1 1,0-1-1,0 0 1,1 1 0,1 8-1,-1-13-11,-1-1 1,1 0-1,0 1 0,-1-1 0,1 0 1,0 0-1,0 0 0,0 0 0,0 0 1,0 0-1,0 0 0,0 0 0,0 0 1,0 0-1,1 0 0,-1-1 0,0 1 0,0 0 1,1-1-1,-1 1 0,1-1 0,-1 0 1,0 1-1,2-1 0,39 2-66,-31-2 42,9 0-94,-4 1-201,0-1 1,1-1-1,-1 0 0,0-1 0,0-1 1,25-8-1,9-10-2265,0-6-3332,-19 4 211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7.344"/>
    </inkml:context>
    <inkml:brush xml:id="br0">
      <inkml:brushProperty name="width" value="0.025" units="cm"/>
      <inkml:brushProperty name="height" value="0.025" units="cm"/>
    </inkml:brush>
  </inkml:definitions>
  <inkml:trace contextRef="#ctx0" brushRef="#br0">1 59 7242,'0'0'9450,"21"9"-8338,65 32-32,-81-38-995,0 1 1,0 0-1,-1 0 1,1 0-1,-1 0 1,0 0-1,0 1 0,-1 0 1,1 0-1,-1 0 1,0 0-1,0 1 1,-1-1-1,0 1 0,0-1 1,0 1-1,0 0 1,0 8-1,1-1 34,0-2-13,-1 0 1,0 0 0,-1 0 0,0 18-1,-1-28 32,1-18 952,-2 11-980,2-3-104,0 1 0,1 0 0,-1 0-1,2-1 1,-1 1 0,1 1 0,0-1 0,1 0 0,0 1 0,0 0 0,8-10 0,2-2-106,1 1 0,32-31-1,-39 41-243,1 0-1,1 0 0,-1 1 0,1 1 0,0-1 0,1 2 0,-1-1 1,1 1-1,0 1 0,1 0 0,21-4 0,19 2-4000,-8 5-2029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7.663"/>
    </inkml:context>
    <inkml:brush xml:id="br0">
      <inkml:brushProperty name="width" value="0.025" units="cm"/>
      <inkml:brushProperty name="height" value="0.025" units="cm"/>
    </inkml:brush>
  </inkml:definitions>
  <inkml:trace contextRef="#ctx0" brushRef="#br0">238 132 8106,'0'0'5917,"5"-20"-5269,15-62 679,-18 70-945,1-1 250,-7 9 623,-1 4-1181,1 0 0,-1 0 0,1 0 0,-1 0 0,0 1 0,1 0 0,0 0 1,-1 0-1,1 0 0,-1 1 0,1-1 0,0 1 0,-7 5 0,4-2-12,0 0 0,0 0 0,1 1 0,0 0 0,0 1 0,-9 12-1,0 5 46,1 1 1,1 0-1,-14 41 0,12-27-45,1 1 0,3 0 1,1 1-1,2 0 1,2 1-1,1-1 0,3 1 1,3 65-1,0-103-127,-1 0-1,0 0 1,1 0 0,0-1 0,0 1-1,0 0 1,1 0 0,-1-1-1,1 1 1,0-1 0,0 0-1,0 1 1,0-1 0,0 0-1,1 0 1,4 4 0,-2-4-154,-1 0 1,0-1-1,1 1 1,-1-1-1,1-1 1,0 1-1,0 0 0,0-1 1,0 0-1,0 0 1,7 0-1,40 0-4120,-3-1-1371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8.200"/>
    </inkml:context>
    <inkml:brush xml:id="br0">
      <inkml:brushProperty name="width" value="0.025" units="cm"/>
      <inkml:brushProperty name="height" value="0.025" units="cm"/>
    </inkml:brush>
  </inkml:definitions>
  <inkml:trace contextRef="#ctx0" brushRef="#br0">18 61 1384,'0'0'10300,"1"-2"-9007,3 1 961,-2 6-841,1 21-219,4 14-263,-5-34-856,0 0-1,0 0 1,1-1 0,0 1-1,0-1 1,0 0-1,0 1 1,1-2-1,0 1 1,0 0 0,1-1-1,-1 0 1,1 0-1,0 0 1,0 0-1,6 2 1,-3-2-74,1 0 1,0-1-1,0 0 0,0-1 0,1 0 1,-1 0-1,0-1 0,1 0 0,17-2 1,-18 1-102,-1-1 0,1-1 0,-1 0 0,0 0 0,0-1 0,0 1 0,0-2 0,0 1 1,-1-1-1,1 0 0,-1-1 0,0 0 0,-1 0 0,1-1 0,-1 1 0,0-1 0,10-13 1,-9 10 156,0 0 0,-1-1 0,-1 0 0,1 0 0,-1 0 1,-1 0-1,0-1 0,-1 0 0,0 0 0,0 0 1,-1 0-1,-1 0 0,1-12 0,-2 51-10,-1 18 204,3 0 1,12 84 0,-11-115-207,2 4-25,0 1 0,-2 0 0,-1 0 0,0 0 0,-1 0 0,-1 0 0,-3 22 0,2-38-15,-1 0 0,1 0 0,-1-1 0,0 1 0,0 0 0,-1-1 0,1 1 0,-1-1 0,1 1 0,-1-1 0,0 0 0,0 0 0,0-1 0,-1 1 0,1-1 0,-1 1 0,0-1 0,1 0 0,-1 0 0,0-1 0,0 1 1,-8 1-1,-5 2 82,-1-1 0,0-1 0,-37 2 0,-3-2 166,-74-6-1,125 2-238,-1 0 0,1-1-1,0 1 1,-9-4-1,15 4-47,-1 1 0,0-1-1,1 1 1,-1-1 0,1 0-1,-1 0 1,1 1 0,-1-1-1,1 0 1,0-1 0,0 1-1,-1 0 1,1 0 0,0 0-1,0-1 1,0 1 0,0-1 0,0 1-1,1-1 1,-1 1 0,0-1-1,1 1 1,-1-1 0,1 0-1,-1 1 1,1-4 0,0 1-397,1 0 0,0 0 0,1 0 0,-1 1 0,0-1 0,1 0 0,0 0 0,0 1 0,0-1 0,1 1 1,-1 0-1,1-1 0,-1 1 0,1 0 0,0 1 0,6-5 0,28-25-7604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8.491"/>
    </inkml:context>
    <inkml:brush xml:id="br0">
      <inkml:brushProperty name="width" value="0.025" units="cm"/>
      <inkml:brushProperty name="height" value="0.025" units="cm"/>
    </inkml:brush>
  </inkml:definitions>
  <inkml:trace contextRef="#ctx0" brushRef="#br0">0 24 5329,'0'0'4819,"24"-4"-2602,77-12-192,-94 15-1707,-1-1 0,1 2 1,0-1-1,0 1 0,0 0 1,0 1-1,0 0 0,0 0 0,0 0 1,0 1-1,-1 0 0,1 0 1,-1 1-1,1-1 0,-1 1 1,11 8-1,-9-4-89,-1 0 0,0 1-1,0 0 1,0 0 0,-1 1 0,-1 0 0,1 0 0,6 16 0,-4-6-101,-1 0 0,0 1 0,-1 0 0,-2 0 0,0 1 0,2 26 0,-4-15-68,-1 0 1,-2 1-1,-7 43 0,2-48-67,-2 1 0,0-1-1,-2 0 1,-2-1 0,0 0-1,-1-1 1,-2-1 0,-1 0-1,-20 26 1,35-51-12,-5 8-241,-1 0 0,-14 14 1,19-20 5,-1-1 0,1 1 0,0-1 0,0 0 0,-1 1 0,1-1 0,-1 0 0,1 0 0,-1 0 0,1-1 0,-1 1 0,0-1 0,1 1 0,-1-1 0,-4 0 0,6 0-70,0 0 1,0 0 0,0 0 0,0 0 0,-1-1-1,1 1 1,0 0 0,0-1 0,0 1 0,0 0 0,0-1-1,0 1 1,1-1 0,-2 0 0,-10-18-6915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8:58.811"/>
    </inkml:context>
    <inkml:brush xml:id="br0">
      <inkml:brushProperty name="width" value="0.025" units="cm"/>
      <inkml:brushProperty name="height" value="0.025" units="cm"/>
    </inkml:brush>
  </inkml:definitions>
  <inkml:trace contextRef="#ctx0" brushRef="#br0">252 1 5097,'0'0'15466,"17"10"-14686,-9-6-675,4 3 16,0 0 0,-1 1 0,1 0 0,-1 1 0,-1 0-1,0 0 1,0 1 0,-1 1 0,12 16 0,-4 1 24,0 2 1,-2 0-1,-2 0 1,0 1-1,-2 1 1,-1 0-1,-2 1 1,-1 0-1,3 49 1,-7-40-101,-3 1 0,-5 42 0,2-63-32,-1 0 0,0 0 0,-2-1-1,-1 1 1,-13 29 0,4-18-44,-2-2 0,-1 0 0,-1-2 0,-2 0 0,0-1 0,-2-1 0,-1-1 0,-2-1 0,-39 28 0,37-32-1380,-1-2 0,-60 28-1,29-24-4693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0.098"/>
    </inkml:context>
    <inkml:brush xml:id="br0">
      <inkml:brushProperty name="width" value="0.025" units="cm"/>
      <inkml:brushProperty name="height" value="0.025" units="cm"/>
    </inkml:brush>
  </inkml:definitions>
  <inkml:trace contextRef="#ctx0" brushRef="#br0">252 145 10162,'0'0'7371,"-14"28"-6052,3-6-1070,-6 12 32,1 1 1,1 0-1,-15 60 0,-6 86 162,-20 71-70,56-250-364,-14 32 3,14-33-3,-1 1 1,0-1-1,1 0 0,-1 0 0,0 0 1,0 0-1,0 0 0,0 1 0,0-2 0,0 1 1,0 0-1,0 0 0,0 0 0,-1 0 0,1-1 1,0 1-1,0 0 0,-1-1 0,1 1 1,0-1-1,-1 0 0,-1 1 0,2-1-3,0 0-1,1-1 0,-1 1 1,0 0-1,1-1 1,-1 1-1,1 0 0,-1-1 1,0 1-1,1 0 1,-1-1-1,1 1 0,-1-1 1,1 1-1,-1-1 1,1 0-1,-1 1 0,1-1 1,0 1-1,-1-1 1,1 0-1,0 1 0,0-1 1,-1 0-1,1 1 1,0-1-1,0 0 0,0 1 1,0-1-1,0-1 1,-2-28 2,2 22-13,-2-8-9,2 1-1,0-1 1,1 1-1,1 0 1,0-1 0,1 1-1,1 0 1,6-17 0,35-77 16,4 2 0,5 2 0,70-102 0,-106 181-38,23-26 0,-33 44 25,-1 0 1,2 0 0,-1 1-1,1 0 1,0 0 0,14-7 0,-21 13 8,0 0 1,0 0 0,0 0 0,0 0 0,0 1 0,0-1-1,0 1 1,0-1 0,0 1 0,0 0 0,0-1 0,0 1-1,0 0 1,0 1 0,1-1 0,-1 0 0,4 2 0,-4-2-2,-1 1 0,1 0 1,-1 1-1,1-1 1,-1 0-1,1 0 0,-1 1 1,0-1-1,1 1 0,-1-1 1,0 1-1,0-1 1,0 1-1,0 0 0,0-1 1,0 3-1,3 8-6,-1 0 0,-1 0 0,0 0 0,-1 0 0,0 13 0,0-12 16,6 117 118,30 303 328,-33-412-501,1 10-236,1 48 0,-12-88-1966,-12-7-1879,-4-3-2560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0.291"/>
    </inkml:context>
    <inkml:brush xml:id="br0">
      <inkml:brushProperty name="width" value="0.025" units="cm"/>
      <inkml:brushProperty name="height" value="0.025" units="cm"/>
    </inkml:brush>
  </inkml:definitions>
  <inkml:trace contextRef="#ctx0" brushRef="#br0">1 183 9458,'0'0'6705,"175"-73"-5416,-105 53 47,3 1-608,-8 7-568,-1 0-160,-7 2-400,8-5-1224,-14 6-2193,-11-3-2008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0.692"/>
    </inkml:context>
    <inkml:brush xml:id="br0">
      <inkml:brushProperty name="width" value="0.025" units="cm"/>
      <inkml:brushProperty name="height" value="0.025" units="cm"/>
    </inkml:brush>
  </inkml:definitions>
  <inkml:trace contextRef="#ctx0" brushRef="#br0">1 56 8482,'0'0'9858,"4"-9"-9119,14-29 138,-13 29 47,-5 16 26,0 73-302,1-79-646,0-1 0,1 1 0,-1-1 0,1 1-1,-1-1 1,1 0 0,-1 1 0,0-1 0,1 0 0,0 0 0,-1 0 0,1 0-1,2-1 1,0 1 1,-1 0-4,-1 0 0,0-1 0,1 1 0,-1 0-1,0-1 1,0 1 0,1-1 0,-1 0 0,0 0-1,0 0 1,0 0 0,0 0 0,0 0 0,0-1-1,0 1 1,-1-1 0,1 1 0,0-1 0,-1 0-1,1 1 1,-1-1 0,2-3 0,-1 1-9,0 0 0,0 0 1,0-1-1,0 1 1,-1-1-1,0 1 1,0-1-1,0 1 0,-1-1 1,0-6-1,1 11 8,-1 0 0,0 0 1,0-1-1,0 1 0,0 0 0,0 0 0,0 0 1,0 0-1,0 0 0,0 0 0,0 0 0,0 0 1,0 0-1,0 0 0,0-1 0,0 1 0,0 0 0,0 0 1,0 0-1,-1 0 0,1 0 0,0 0 0,0 0 1,0 0-1,0 0 0,0 0 0,0 0 0,0 0 1,0 0-1,0-1 0,0 1 0,0 0 0,0 0 0,0 0 1,0 0-1,0 0 0,-1 0 0,1 0 0,0 0 1,0 0-1,0 0 0,0 0 0,0 0 0,0 0 0,0 0 1,0 0-1,0 0 0,0 0 0,0 0 0,-1 0 1,1 0-1,0 0 0,0 0 0,0 0 0,0 0 1,0 0-1,0 0 0,0 0 0,0 0 0,0 0 0,0 0 1,0 1-1,0-1 0,-1 0 0,1 0 0,0 0 1,-5 8-155,-2 11-490,2 0-1,0 1 1,1 0 0,1-1 0,-1 27 0,6 104-8445,3-103 3195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1.057"/>
    </inkml:context>
    <inkml:brush xml:id="br0">
      <inkml:brushProperty name="width" value="0.025" units="cm"/>
      <inkml:brushProperty name="height" value="0.025" units="cm"/>
    </inkml:brush>
  </inkml:definitions>
  <inkml:trace contextRef="#ctx0" brushRef="#br0">1 125 3833,'0'3'18959,"3"9"-19114,2-11 143,-1 0 0,0 0 0,1 0 0,-1 0 1,1-1-1,-1 0 0,1 0 0,-1 0 0,1 0 0,6-2 1,4 1-34,-11 1 33,0 0 1,-1-1-1,1 0 0,0 1 0,-1-1 0,1 0 1,0-1-1,-1 1 0,1-1 0,-1 1 1,0-1-1,1 0 0,-1-1 0,0 1 0,0 0 1,-1-1-1,1 1 0,0-1 0,-1 0 1,1 0-1,-1 0 0,0 0 0,0-1 0,-1 1 1,1-1-1,0 1 0,-1-1 0,0 1 0,1-7 1,-1 7 37,-1-1 1,0 1-1,0 0 1,0 0 0,0-1-1,-1 1 1,1 0-1,-1-1 1,0 1-1,0 0 1,0 0 0,0 0-1,-3-6 1,2 8-9,0-1 1,1 0-1,-1 1 1,0 0-1,0-1 1,0 1-1,0 0 1,0 0-1,0 0 1,0 0-1,-1 0 1,1 0-1,0 1 1,0-1-1,-1 1 0,1 0 1,0-1-1,-1 1 1,1 0-1,-3 1 1,-3-1-21,5-1-6,1 1 0,-1-1 0,1 1 0,-1 0 0,1 0 1,-1 1-1,1-1 0,-1 0 0,1 1 0,-1-1 0,1 1 0,-1 0 1,1 0-1,0 0 0,0 0 0,-1 0 0,1 1 0,0-1 0,0 1 1,0-1-1,0 1 0,1 0 0,-1-1 0,-2 4 0,-20 45-3541,15-33-1673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1.917"/>
    </inkml:context>
    <inkml:brush xml:id="br0">
      <inkml:brushProperty name="width" value="0.025" units="cm"/>
      <inkml:brushProperty name="height" value="0.025" units="cm"/>
    </inkml:brush>
  </inkml:definitions>
  <inkml:trace contextRef="#ctx0" brushRef="#br0">54 17 9498,'0'0'8538,"27"8"-8209,87 33-89,-103-37-203,-1 1-1,0 1 1,0 0-1,0 1 0,0 0 1,-1 0-1,-1 1 1,1 0-1,-1 0 1,0 1-1,-1 0 0,0 1 1,-1 0-1,0 0 1,8 17-1,-9-17-9,-1 1-1,1-1 1,-2 1 0,0 0-1,0 1 1,-1-1-1,0 0 1,-1 1 0,0-1-1,-2 21 1,0-24-10,0 0 1,0 0-1,-1 0 0,0 0 1,-1 0-1,1-1 1,-2 1-1,1-1 0,-1 0 1,0 0-1,-1 0 0,1 0 1,-1-1-1,-1 0 1,-11 11-1,2-6 8,-1 0-1,-1-1 1,1-1 0,-2 0 0,1-1-1,-1-1 1,0-1 0,-1-1 0,1 0 0,-1-1-1,0-1 1,0-1 0,-21-1 0,39 0-28,0-1 0,-1 0 0,1 0 1,0 0-1,0 0 0,0 0 0,0 0 1,0 0-1,0 0 0,0-1 0,0 1 1,-1 0-1,1-1 0,0 1 0,0 0 0,0-1 1,0 1-1,1-1 0,-1 0 0,0 1 1,0-1-1,0 0 0,0 0 0,0 1 1,1-1-1,-1 0 0,0 0 0,1 0 1,-1 0-1,1 0 0,-1 0 0,1 0 1,-1 0-1,1 0 0,0 0 0,0 0 1,-1 0-1,1 0 0,0 0 0,0-1 0,0 1 1,0 0-1,0 0 0,0 0 0,0 0 1,1 0-1,-1 0 0,0 0 0,1 0 1,-1 0-1,1-2 0,2-3-65,0-1-1,0 1 0,0-1 1,1 1-1,0 0 1,0 1-1,7-8 0,21-19-216,66-51-1,48-20-42,-63 46 243,32-20 96,50-37 546,-163 112-515,6-4 602,-10 8 323,-19 18-263,-8 14-589,2 1 0,-29 50 0,46-70-101,2 1 1,0 1-1,1-1 0,1 1 1,0 1-1,1-1 1,1 1-1,-3 27 1,6-40-19,1 0-1,0 0 1,0-1 0,0 1 0,1 0 0,0 0 0,0 0 0,0 0 0,0 0 0,2 4 0,-1-7-5,-1 0 0,1 0 1,-1 0-1,1 0 0,0 0 0,0 0 1,0-1-1,0 1 0,0-1 1,0 1-1,0-1 0,0 0 0,1 0 1,-1 0-1,0 0 0,1 0 1,-1 0-1,1-1 0,-1 1 0,5-1 1,11 2-188,-1-1 0,1 0 1,0-2-1,-1 0 1,1 0-1,-1-2 0,1 0 1,-1-2-1,0 0 0,17-7 1,4-5-2532,1-2 1,67-46-1,-34 16-5773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2.137"/>
    </inkml:context>
    <inkml:brush xml:id="br0">
      <inkml:brushProperty name="width" value="0.025" units="cm"/>
      <inkml:brushProperty name="height" value="0.025" units="cm"/>
    </inkml:brush>
  </inkml:definitions>
  <inkml:trace contextRef="#ctx0" brushRef="#br0">246 0 9882,'0'0'9810,"-38"192"-9178,22-80-168,-11 36-23,-8 29-97,0-15-200,5-35-136,11-47-8,0-17-128,6-5-1497,-1-14-4032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3.458"/>
    </inkml:context>
    <inkml:brush xml:id="br0">
      <inkml:brushProperty name="width" value="0.025" units="cm"/>
      <inkml:brushProperty name="height" value="0.025" units="cm"/>
    </inkml:brush>
  </inkml:definitions>
  <inkml:trace contextRef="#ctx0" brushRef="#br0">134 296 6121,'0'0'11531,"0"-4"-10422,-3-16-203,3 20-896,0 0 0,0 0 0,0 1 0,0-1 0,0 0 0,-1 0 0,1 0 0,0 0 1,0 0-1,0 0 0,0 0 0,0 0 0,0 0 0,0 1 0,0-1 0,0 0 0,-1 0 0,1 0 0,0 0 0,0 0 1,0 0-1,0 0 0,0 0 0,0 0 0,0 0 0,-1 0 0,1 0 0,0 0 0,0 0 0,0 0 0,0 0 0,0 0 0,0 0 1,-1 0-1,1 0 0,0 0 0,0 0 0,0 0 0,0 0 0,0 0 0,0-1 0,0 1 0,-1 0 0,1 0 0,0 0 0,0 0 1,0 0-1,0 0 0,0 0 0,0 0 0,0 0 0,0-1 0,0 1 0,0 0 0,0 0 0,0 0 0,0 0 0,0 0 0,0 0 1,-1-1-1,-7 18 176,1 0-1,0 0 1,1 1 0,-4 23 0,-11 76 329,20-110-483,-12 93 177,1 145 1,11-243-260,-1-5 20,2 0 18,-13-96-80,-8-92 142,18 142-111,7-94 1,-1 123 11,0 1-1,1 0 1,2 0-1,0 0 1,0 1-1,2-1 1,0 2-1,1-1 1,1 1-1,23-30 1,-24 36-14,1 0 0,-1 0 0,2 1 0,0 1-1,0 0 1,0 0 0,1 1 0,0 0 0,1 1 0,0 1 0,0 0 0,0 1 0,1 0 0,0 1-1,22-4 1,-22 6 47,1 1-1,-1 0 0,1 1 1,21 2-1,-33-1 12,1-1 1,-1 1-1,1-1 0,-1 1 1,0 0-1,1 0 1,-1 1-1,0-1 0,0 1 1,0 0-1,0 0 1,0-1-1,0 2 0,0-1 1,-1 0-1,1 1 1,-1-1-1,0 1 0,0 0 1,0 0-1,0 0 0,0 0 1,0 0-1,1 4 1,0 5 13,0 1 0,-1-1 0,0 1 0,-1-1 1,0 1-1,-1 0 0,-1 0 0,-3 18 0,1-12 74,-1 0 0,-1 0-1,-1-1 1,-16 35 0,-10 5 219,-2-2 0,-44 54 1,78-110-326,0 1 1,-1-1-1,1 1 1,0-1 0,-1 0-1,1 1 1,0-1-1,-1 1 1,1-1 0,0 1-1,0-1 1,0 1 0,-1-1-1,1 1 1,0 0-1,0-1 1,0 1 0,0-1-1,0 1 1,0-1-1,0 1 1,0-1 0,0 1-1,0-1 1,1 1-1,-1-1 1,0 2 0,1-2 3,-1 1 0,1-1 1,0 1-1,0-1 1,-1 1-1,1-1 0,0 1 1,0-1-1,0 0 1,-1 1-1,1-1 0,0 0 1,0 0-1,0 1 0,1-1 1,46-1-112,-32 0 52,-11 1 73,1 1-1,-1-1 0,1 1 1,-1-1-1,0 2 0,1-1 1,-1 0-1,0 1 0,9 4 0,-11-4-2,-1 0-1,0-1 0,1 1 1,-1 0-1,0 0 0,0 0 0,0 0 1,0 1-1,0-1 0,-1 0 1,1 1-1,-1 0 0,0-1 0,1 1 1,-1 0-1,0-1 0,0 1 0,-1 0 1,1 0-1,0 4 0,0 1 33,-1 0 1,1 0-1,-2 0 0,1 0 0,-1 0 0,0 0 1,0 0-1,-1 0 0,0 0 0,-1-1 0,0 1 0,0-1 1,0 0-1,-1 1 0,0-1 0,-1-1 0,1 1 1,-1-1-1,-1 0 0,1 0 0,-1 0 0,-12 8 0,5-2 63,-1-2-1,-1 0 0,-22 12 0,29-18-53,-1 0 1,1-1-1,-1 0 1,1 0-1,-1-1 1,0 0-1,0-1 0,-14 1 1,23-2-33,-1 0-1,1 0 1,-1-1 0,1 1-1,-1 0 1,1 0 0,-1 0 0,1 0-1,-1-1 1,1 1 0,-1 0-1,1-1 1,-1 1 0,1 0-1,0-1 1,-1 1 0,1 0 0,-1-1-1,1 1 1,0-1 0,0 1-1,-1 0 1,1-1 0,0 1-1,0-1 1,-1 1 0,1-1 0,0 1-1,0-2 1,-1-23-126,1 18 60,1 0 0,1 0-1,0 0 1,0 0-1,3-8 1,4 1 1,0 0 1,1 1-1,0 1 0,1-1 1,0 2-1,1-1 0,20-14 1,9-3-21,51-29-1,-56 38 99,2 1 0,1 2 0,0 1 0,54-13 0,-79 26 39,-1 0 0,0 2 1,23-1-1,-35 2-42,1 0-1,-1 0 1,1 1-1,-1-1 1,0 0-1,1 1 1,-1-1-1,1 1 1,-1-1-1,0 1 1,1 0-1,-1 0 1,0 0-1,0 0 1,1 0 0,-1 0-1,0 0 1,0 0-1,0 0 1,0 0-1,-1 0 1,1 1-1,0-1 1,0 0-1,-1 1 1,1-1-1,-1 1 1,1-1-1,-1 0 1,1 1 0,-1-1-1,0 3 1,2 7 69,-1 0 0,-1 0 0,-1 17 0,0-9-48,1-17-35,0-1-1,1 1 0,-1-1 1,-1 1-1,1 0 1,0-1-1,0 1 0,-1-1 1,1 1-1,0-1 0,-1 1 1,0-1-1,1 1 1,-1-1-1,0 0 0,0 1 1,0-1-1,0 0 0,0 0 1,0 1-1,0-1 1,0 0-1,0 0 0,0 0 1,-1 0-1,-1 1 1,1-2-192,1 0 1,-1 1-1,0-1 1,0 0-1,0 0 1,1 0-1,-1 0 1,0-1-1,0 1 1,0 0-1,1-1 1,-1 1 0,0-1-1,1 0 1,-1 0-1,0 1 1,1-1-1,-1 0 1,1 0-1,-1 0 1,1-1-1,-3-1 1,-14-14-5429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3.600"/>
    </inkml:context>
    <inkml:brush xml:id="br0">
      <inkml:brushProperty name="width" value="0.025" units="cm"/>
      <inkml:brushProperty name="height" value="0.025" units="cm"/>
    </inkml:brush>
  </inkml:definitions>
  <inkml:trace contextRef="#ctx0" brushRef="#br0">1 49 9418,'0'0'10210,"137"-48"-10394,-121 48-1152,-5 0-4849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3.840"/>
    </inkml:context>
    <inkml:brush xml:id="br0">
      <inkml:brushProperty name="width" value="0.025" units="cm"/>
      <inkml:brushProperty name="height" value="0.025" units="cm"/>
    </inkml:brush>
  </inkml:definitions>
  <inkml:trace contextRef="#ctx0" brushRef="#br0">1 0 11498,'0'0'7450,"21"177"-6898,-21-106 120,0 4-72,-8-2-344,3-3-191,0-14-57,5-8-8,0-14-657,0-14-1263,0-15-2433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4.095"/>
    </inkml:context>
    <inkml:brush xml:id="br0">
      <inkml:brushProperty name="width" value="0.025" units="cm"/>
      <inkml:brushProperty name="height" value="0.025" units="cm"/>
    </inkml:brush>
  </inkml:definitions>
  <inkml:trace contextRef="#ctx0" brushRef="#br0">44 1 10722,'0'0'9010,"29"126"-8474,-29-61 80,-8 8-103,-5 5-169,-1-1-160,6-4-136,3-12-48,-6-1-440,6-21-2441,-4-10-4665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4.285"/>
    </inkml:context>
    <inkml:brush xml:id="br0">
      <inkml:brushProperty name="width" value="0.025" units="cm"/>
      <inkml:brushProperty name="height" value="0.025" units="cm"/>
    </inkml:brush>
  </inkml:definitions>
  <inkml:trace contextRef="#ctx0" brushRef="#br0">189 1 15187,'0'0'3297,"-56"126"-3049,26-82-184,0-3-64,-5-7-504,14-15-1801,4-11-3552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4.875"/>
    </inkml:context>
    <inkml:brush xml:id="br0">
      <inkml:brushProperty name="width" value="0.025" units="cm"/>
      <inkml:brushProperty name="height" value="0.025" units="cm"/>
    </inkml:brush>
  </inkml:definitions>
  <inkml:trace contextRef="#ctx0" brushRef="#br0">12 64 6361,'0'0'12519,"5"5"-11899,-3-3-552,1 1 0,-1 0 0,0 0 0,0 0 0,0 0 0,0 0 0,-1 0 0,1 0 0,-1 1 0,0-1 0,0 1 0,0-1 0,0 6 0,2 57 538,0-5-373,-1-51-216,0 0 0,0 0 0,1-1 0,0 1 1,1-1-1,0 1 0,8 12 0,-10-17-17,1-1 1,0 0-1,1 0 1,-1-1 0,0 1-1,1-1 1,0 1-1,0-1 1,0 0-1,0-1 1,0 1 0,1-1-1,-1 0 1,1 0-1,0 0 1,-1-1-1,6 2 1,0-1-31,-1-1 0,1-1 0,-1 1-1,0-1 1,1-1 0,-1 0 0,1 0 0,-1-1 0,0 0 0,0 0-1,0-1 1,0 0 0,0-1 0,-1 0 0,1-1 0,-1 1 0,0-1-1,0-1 1,12-11 0,-7 4-68,0-1 0,-1 0 1,-1-1-1,0 0 0,-1-1 0,0 0 0,-2 0 0,0-1 0,7-20 0,10-49 88,-8 24 331,-11 51-149,1 11-174,-6 1-6,0 0-1,0 0 1,0 1 0,0-1-1,0 0 1,0 1 0,0-1-1,0 1 1,-1-1-1,1 1 1,-1-1 0,1 4-1,4 22 43,-1-1-1,-2 1 0,-1 1 1,-3 34-1,1-3 48,0-37-71,-1-1-1,-1 0 0,0-1 0,-2 1 1,0 0-1,-1-1 0,-1 0 1,-1-1-1,-1 1 0,-1-2 0,0 1 1,-2-1-1,0-1 0,-1 0 0,0-1 1,-1 0-1,-1-1 0,-23 18 0,28-27 6,0 0-1,0 0 0,-1-1 0,0 0 0,0-1 0,0 0 0,0-1 0,-1 0 1,-13 1-1,-11 0 12,-59-3 1,55-1-39,37 0-11,-1 0 0,0 0 0,0-1 0,0 1 0,0-1-1,0 0 1,0 0 0,-5-1 0,9 1-12,-1 1-1,0-1 1,0 0-1,1 1 1,-1-1-1,0 0 1,1 1-1,-1-1 1,0 0-1,1 0 1,-1 0-1,1 1 1,0-1-1,-1 0 1,1 0-1,0 0 1,-1 0-1,1 0 1,0 0-1,0 0 1,0 0-1,0 0 1,0 0-1,0 0 1,0 0-1,0 0 1,0 1-1,0-1 1,1 0-1,-1 0 1,0 0-1,1 0 1,-1 0-1,0 0 1,2-1-1,-1-1-302,1-1 0,0 1-1,0 0 1,1 0-1,-1 0 1,0 0 0,4-2-1,27-27-5541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05.146"/>
    </inkml:context>
    <inkml:brush xml:id="br0">
      <inkml:brushProperty name="width" value="0.025" units="cm"/>
      <inkml:brushProperty name="height" value="0.025" units="cm"/>
    </inkml:brush>
  </inkml:definitions>
  <inkml:trace contextRef="#ctx0" brushRef="#br0">187 0 5921,'0'0'12180,"6"1"-10952,-5-1-1164,1 1-1,-1-1 0,0 0 0,1 1 0,-1-1 1,0 1-1,1 0 0,-1-1 0,0 1 0,0 0 0,0 0 1,1-1-1,-1 1 0,0 0 0,0 0 0,0 0 1,0 1-1,-1-1 0,1 0 0,0 0 0,0 0 0,-1 1 1,1-1-1,-1 0 0,1 0 0,-1 1 0,1-1 0,-1 1 1,0 1-1,1 7 186,0 0 1,0 0 0,-3 17-1,1-7-50,-2 20 42,-2 0-1,-2 0 1,-21 70-1,-54 116-172,42-122-74,25-62-430,-15 61 0,27-84-1336,0 2-1,-1 35 1,4-33-4347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0.361"/>
    </inkml:context>
    <inkml:brush xml:id="br0">
      <inkml:brushProperty name="width" value="0.1" units="cm"/>
      <inkml:brushProperty name="height" value="0.1" units="cm"/>
      <inkml:brushProperty name="color" value="#E71224"/>
    </inkml:brush>
  </inkml:definitions>
  <inkml:trace contextRef="#ctx0" brushRef="#br0">1 221 19898,'2459'-221'0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2.118"/>
    </inkml:context>
    <inkml:brush xml:id="br0">
      <inkml:brushProperty name="width" value="0.1" units="cm"/>
      <inkml:brushProperty name="height" value="0.1" units="cm"/>
      <inkml:brushProperty name="color" value="#E71224"/>
    </inkml:brush>
  </inkml:definitions>
  <inkml:trace contextRef="#ctx0" brushRef="#br0">390 239 6449,'0'0'9957,"-9"-11"-8465,4 6-1410,-1 1 0,0-1 0,0 1-1,-1 0 1,1 1 0,-1-1 0,0 1-1,0 1 1,0-1 0,-9-1 0,-3 1 28,0 1 0,-35 0 0,48 3-101,0-1 0,1 1 0,-1 0 0,0 0 0,1 0 0,-1 1 0,1 0 0,-1 0 0,1 0 0,0 1 0,-7 4 0,4-1 1,0 0 1,1 1-1,-1-1 1,1 1-1,1 1 1,-8 9-1,3-1 1,1 1 1,1 0-1,0 0 0,1 1 0,1 1 0,-6 22 0,10-30-5,0 1 0,1-1 0,1 0 0,0 1 1,1-1-1,0 1 0,2 14 0,-2-24-7,1 0 0,0 0 0,0 0 0,-1 0 0,2 0 0,-1 0 0,0 0 0,0 0 0,0-1 1,1 1-1,-1 0 0,1-1 0,0 0 0,-1 1 0,1-1 0,0 0 0,0 1 0,-1-1 0,1 0 0,0-1 0,0 1 0,0 0 0,1 0 0,-1-1 0,0 1 0,4-1 0,5 2 18,-1-1-1,1-1 1,21-1-1,-12-2 12,0 0 1,0-2-1,-1-1 0,1 0 0,-1-1 0,-1-2 0,1 1 1,-1-2-1,-1-1 0,0 0 0,0-1 0,-1 0 1,-1-2-1,19-20 0,-30 29-30,0-1-1,0 1 1,0-1 0,-1 0 0,0 0 0,-1-1-1,1 1 1,-1-1 0,0 1 0,-1-1-1,1 1 1,-1-1 0,-1 0 0,1 0 0,-1 1-1,-1-1 1,0-9 0,1 15 9,-1 0 1,1 0-1,-1 0 0,1 0 1,-1 0-1,1 1 0,-1-1 1,0 0-1,1 0 0,-1 0 1,0 1-1,0-1 0,0 0 1,1 1-1,-1-1 0,0 0 1,0 1-1,0 0 0,0-1 1,0 1-1,0-1 0,0 1 1,0 0-1,0 0 0,0-1 1,0 1-1,0 0 0,0 0 1,0 0-1,-2 1 0,-36 1 42,32 0-41,-1 0-1,1 0 1,-1 1-1,1 0 1,0 1-1,0 0 1,1 0-1,-1 0 1,1 1 0,0 0-1,-6 6 1,7-7-7,0 1 0,0 0 0,0 0 1,1 1-1,0 0 0,0-1 0,1 1 0,-1 0 1,1 1-1,1-1 0,-1 0 0,-2 14 1,4-19-7,1 0 0,0 1 1,0-1-1,0 0 1,0 0-1,0 1 0,0-1 1,0 0-1,0 0 1,0 1-1,1-1 0,-1 0 1,1 0-1,-1 0 0,1 1 1,-1-1-1,1 0 1,-1 0-1,1 0 0,0 0 1,0 0-1,-1 0 1,1 0-1,0 0 0,0 0 1,0-1-1,0 1 0,0 0 1,0-1-1,1 1 1,-1 0-1,0-1 0,0 1 1,0-1-1,2 1 1,5 0-7,-1 0 0,0-1 0,1 1 1,-1-1-1,10-2 0,-3 1 24,3 0-4,0-2-1,-1 0 0,1-1 0,-1-1 0,0 0 1,0-1-1,-1-1 0,20-11 0,-7 1-123,-1 0-1,0-2 0,34-32 0,-53 43 59,0 0 1,-1 0-1,0 0 0,0-1 1,11-19-1,-15 22 56,-1 0-1,1 0 1,-1-1-1,0 1 1,-1 0-1,1-1 1,-1 1-1,0-1 1,-1 1-1,0-1 1,0-7-1,-1 12 3,1-1 0,0 0 0,-1 1 0,0-1 0,0 0 0,0 1 0,0-1 0,0 1 0,0-1 0,0 1 0,-1 0 0,1-1 0,-1 1 0,0 0 0,0 0 0,-2-2 0,0 1 18,-1 0 0,1 0 1,0 1-1,-1-1 0,1 1 0,-1 0 1,0 0-1,-6-1 0,-7 0 47,0 0 0,0 1 0,-33 0 0,47 2-62,1 0 1,-1 0-1,0 1 1,0-1-1,1 1 1,-1 0-1,0 0 1,1 0 0,-1 1-1,1-1 1,-1 1-1,1 0 1,0-1-1,-1 2 1,1-1-1,0 0 1,1 1-1,-1-1 1,0 1-1,-3 5 1,3-4-1,1 0 0,0 0 0,0 0 1,0 1-1,1-1 0,-1 1 0,1-1 0,0 1 1,1 0-1,-1-1 0,1 1 0,0 0 1,0-1-1,0 1 0,0 0 0,2 5 1,-1-9-8,-1 0 0,0 0 1,1 0-1,-1 0 1,1 0-1,-1 0 0,1 0 1,-1 0-1,1 0 1,0 0-1,-1-1 0,1 1 1,0 0-1,0 0 1,0-1-1,-1 1 1,1-1-1,0 1 0,0-1 1,0 1-1,0-1 1,0 1-1,0-1 0,0 0 1,0 0-1,2 1 1,30 1-16,-26-2 42,2-1 13,0 1 1,1-2 0,-1 1-1,0-1 1,-1 0 0,1-1-1,0 0 1,-1-1 0,16-8-1,-19 9-27,0 0 0,0 0 1,0-1-1,-1 1 0,0-1 0,1-1 0,-1 1 0,-1 0 0,1-1 0,-1 0 0,1 0 0,-1 0 0,-1 0 0,1 0 1,-1-1-1,3-9 0,-4 13 0,-1 0 1,1 0 0,-1-1 0,1 1 0,-1 0-1,0 0 1,0-1 0,0 1 0,0 0-1,0-1 1,-1 1 0,1 0 0,-1 0-1,1-1 1,-1 1 0,0 0 0,0 0 0,0 0-1,0 0 1,0 0 0,-1 0 0,1 0-1,-3-3 1,1 3 14,0 0-1,-1 0 1,1 0-1,-1 0 0,0 1 1,1 0-1,-1-1 1,0 1-1,0 0 1,0 1-1,0-1 0,-6 1 1,1-1-4,0 1 0,1 0-1,-1 0 1,1 1 0,-1 0 0,1 1 0,-1 0 0,1 0-1,0 0 1,0 1 0,0 1 0,0 0 0,1 0 0,-1 0 0,1 1-1,0 0 1,0 0 0,1 0 0,-1 1 0,1 0 0,-9 13 0,11-14-81,0-1 0,0 1 0,1 1 0,0-1 0,0 0 0,0 1 0,1 0 0,0-1 0,0 1 0,0 0 0,1 0 0,0 0 0,0 0 1,0 1-1,1 10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3.905"/>
    </inkml:context>
    <inkml:brush xml:id="br0">
      <inkml:brushProperty name="width" value="0.1" units="cm"/>
      <inkml:brushProperty name="height" value="0.1" units="cm"/>
      <inkml:brushProperty name="color" value="#E71224"/>
    </inkml:brush>
  </inkml:definitions>
  <inkml:trace contextRef="#ctx0" brushRef="#br0">0 124 2457,'0'0'6792,"0"-7"-6092,0-23 908,0-13 7968,0 50-9338,1 7-203,1-1 0,0 1-1,1 0 1,0-1 0,1 0-1,0 0 1,1 0 0,1 0-1,0-1 1,0 0 0,2 0-1,-1-1 1,1 0 0,19 20-1,-23-27-36,0-1 0,0 0-1,0 0 1,0 0 0,1 0-1,-1-1 1,1 0 0,-1 0-1,1 0 1,0 0 0,8 1-1,-1-1-3,-1-1-1,1 0 0,21-1 1,-27-1-7,-1 0 0,0 0 0,1-1 0,-1 0 1,0 1-1,0-2 0,0 1 0,-1 0 0,1-1 0,0 0 1,-1 0-1,0-1 0,0 1 0,0-1 0,0 0 1,0 0-1,-1 0 0,0 0 0,4-7 0,0 0-22,-1 0 1,0-1-1,-1 1 0,0-1 0,0 0 0,-2 0 1,4-18-1,-2-80-49,-5 97-1,40 142 294,-20-71-125,15 73 0,-26-79-79,-3 0 0,-2 0-1,-1 1 1,-7 59 0,4-108 0,0 1 1,-1 0 0,0 0-1,0 0 1,0 0-1,0-1 1,-1 1-1,0 0 1,0-1 0,0 1-1,-1-1 1,1 0-1,-1 0 1,0 0-1,0 0 1,0-1-1,-1 1 1,0-1 0,1 1-1,-1-1 1,0-1-1,0 1 1,-1 0-1,1-1 1,0 0-1,-1 0 1,1 0 0,-1-1-1,0 1 1,0-1-1,0 0 1,1-1-1,-1 1 1,0-1-1,-6 0 1,-1 0 12,-4 1 7,1-1 1,-1-1-1,1 0 0,-1-1 0,1 0 1,0-1-1,0-1 0,-16-6 0,24 6-19,0 1 0,0-1 0,0 0 0,0 0 0,-6-5 0,12 7-15,-1 1 0,1-1-1,-1 0 1,1 1 0,0-1-1,-1 0 1,1 0 0,0 0-1,0 1 1,0-1 0,0-1-1,1 1 1,-1 0 0,0 0-1,1 0 1,0 0 0,-1 0-1,1 0 1,0-1 0,0 1-1,0 0 1,0 0 0,1-3-1,0 3-12,0 0 1,0 0-1,0 0 0,0 1 0,0-1 0,0 0 0,0 1 0,1-1 0,-1 0 1,1 1-1,-1 0 0,1-1 0,0 1 0,-1 0 0,1 0 0,0 0 0,0 0 0,0 0 1,3-1-1,45-13-737,-45 14 620,87-16-3559,-51 10-993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4.170"/>
    </inkml:context>
    <inkml:brush xml:id="br0">
      <inkml:brushProperty name="width" value="0.1" units="cm"/>
      <inkml:brushProperty name="height" value="0.1" units="cm"/>
      <inkml:brushProperty name="color" value="#E71224"/>
    </inkml:brush>
  </inkml:definitions>
  <inkml:trace contextRef="#ctx0" brushRef="#br0">4891 46 10138,'0'0'5805,"-26"-7"-5002,-84-22-291,98 26-471,0 0 0,-1 2 0,1 0 0,0 0-1,-18 1 1,4 1-3,-35 0 100,-1 2 1,-104 18-1,-26 21-86,1 8 0,3 8 0,-335 155 0,-25 100 35,36 47 70,330-218-17,5 8-1,8 7 1,6 8 0,8 7-1,7 6 1,-162 257-1,187-232 40,9 4 0,9 5 0,-98 287-1,20 38-154,88-234-18,72-212 8,-16 122 1,33-76 97,6-132-115,1-5 58,-1 0 0,1 0 0,-1-1 0,1 1 0,0 0-1,-1 0 1,1-1 0,-1 1 0,1 0 0,-1-1 0,1 1 0,-1-1 0,1 1-1,-1-1 1,1 1 0,-1-1 0,0 1 0,1-1 0,-1 1 0,0-1-1,1 0 1,13-30-34,24-38-1,-4 10-4718,-26 43-622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5.031"/>
    </inkml:context>
    <inkml:brush xml:id="br0">
      <inkml:brushProperty name="width" value="0.1" units="cm"/>
      <inkml:brushProperty name="height" value="0.1" units="cm"/>
      <inkml:brushProperty name="color" value="#E71224"/>
    </inkml:brush>
  </inkml:definitions>
  <inkml:trace contextRef="#ctx0" brushRef="#br0">6 60 3689,'0'0'7667,"-1"-10"-6604,0-3-560,-2-8 18,3 5 5541,0 673-3564,0-648-2493,-1-7-62,1 1 1,0 0 0,0-1-1,0 1 1,1 0 0,-1-1-1,1 1 1,0 2 0,0-4-41,-1 0 0,1-1 1,-1 1-1,1 0 1,0-1-1,-1 1 0,1-1 1,-1 1-1,1-1 1,0 1-1,0-1 1,-1 0-1,1 1 0,0-1 1,0 0-1,-1 1 1,1-1-1,0 0 0,0 0 1,0 0-1,-1 0 1,1 0-1,0 0 0,0 0 1,0 0-1,0 0 1,-1 0-1,1 0 1,0-1-1,0 1 0,0 0 1,0-1-1,5-1-1000,0 0-1,0 0 0,0-1 0,0 0 1,-1 0-1,1-1 0,7-5 0,13-15-7137</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5.398"/>
    </inkml:context>
    <inkml:brush xml:id="br0">
      <inkml:brushProperty name="width" value="0.1" units="cm"/>
      <inkml:brushProperty name="height" value="0.1" units="cm"/>
      <inkml:brushProperty name="color" value="#E71224"/>
    </inkml:brush>
  </inkml:definitions>
  <inkml:trace contextRef="#ctx0" brushRef="#br0">262 26 6993,'0'0'8764,"0"-4"-8119,0 3-582,0 0-1,0 0 0,0 1 1,0-1-1,0 0 1,0 0-1,-1 0 0,1 1 1,0-1-1,0 0 1,-1 0-1,1 1 1,0-1-1,-1 0 0,1 1 1,-1-1-1,1 0 1,-1 1-1,1-1 0,-1 0 1,1 1-1,-1-1 1,0 1-1,1-1 0,-1 1 1,0 0-1,0-1 1,-2 0 45,1 1 0,-1-1 0,1 1 0,-1 0 0,1 0 0,0 0 0,-1 0 0,1 0 1,-1 0-1,1 1 0,-4 1 0,-5 1-7,1 1 1,0 0 0,0 1-1,0 0 1,0 1 0,1 0-1,-13 11 1,9-7 3,1 2 1,0-1-1,1 2 1,-14 18-1,18-20-57,0 1 0,1 0 0,0 0 0,1 0 0,0 1 0,1 0 0,0 0-1,1 0 1,1 0 0,0 0 0,1 0 0,0 1 0,2 14 0,-1-25-48,0-1 0,1 1 0,-1 0 0,1-1 0,0 1 0,-1-1 1,1 1-1,0-1 0,1 1 0,-1-1 0,0 0 0,1 0 0,-1 1 0,1-1 0,0 0 0,3 2 0,-1 0 12,1 0-1,0-1 1,0 0-1,0 0 1,0-1-1,1 1 0,6 1 1,8 2 46,0-2 0,1 0 0,24 1 0,-6-1-136,84 5-1600,-106-9-247,0 0 0,0-1 1,0-1-1,32-8 1,-12-4-5511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6.024"/>
    </inkml:context>
    <inkml:brush xml:id="br0">
      <inkml:brushProperty name="width" value="0.1" units="cm"/>
      <inkml:brushProperty name="height" value="0.1" units="cm"/>
      <inkml:brushProperty name="color" value="#E71224"/>
    </inkml:brush>
  </inkml:definitions>
  <inkml:trace contextRef="#ctx0" brushRef="#br0">1 129 5761,'0'0'8787,"3"-2"-8216,-2 1-515,-1 0-1,1 1 1,0-1-1,0 1 0,0-1 1,-1 1-1,1 0 1,0-1-1,0 1 1,0 0-1,0-1 1,0 1-1,0 0 1,-1 0-1,1 0 0,0 0 1,0 0-1,0 0 1,2 0-1,-2 1 14,0 0 0,0 0 0,0 0-1,0 0 1,0 0 0,0 1 0,0-1-1,0 0 1,0 0 0,0 1 0,-1-1-1,1 0 1,-1 1 0,1 1 0,11 27 361,-2-1 0,-1 2 0,-1-1 0,-2 1 0,-1 0 0,2 56 0,-7-87-369,-2 0-50,1 0-1,-1 0 1,1 0 0,0 0-1,-1 0 1,1 0 0,0-1-1,-1 1 1,1-1 0,0 1-1,-3-2 1,1 0-19,1 0-1,-1-1 1,1 1 0,-1-1-1,1 1 1,0-1 0,0 0-1,0 0 1,0 0 0,1 0-1,-1 0 1,1-1 0,0 1-1,0 0 1,0-1 0,0 1-1,0-6 1,-1-8-104,1 0 0,1-21 1,0 25 60,-1 1 16,1 0 0,1 1 0,0-1 0,0 1 0,1 0 0,0-1 0,1 1 0,1 0 0,0 0 0,0 1 0,1-1 0,0 1 0,1 0 0,0 0 0,15-17 0,-15 20 29,0 1 1,1 0 0,-1 1-1,1 0 1,1 0 0,-1 0-1,1 1 1,-1 0 0,1 0-1,0 1 1,12-4 0,-7 4 12,-1 1 1,1 0 0,0 1-1,0 0 1,-1 1 0,1 0-1,16 3 1,-25-2 15,0 0 1,-1 0-1,1 1 0,0-1 0,-1 1 1,1 0-1,-1 0 0,0 1 1,1-1-1,-1 0 0,0 1 0,0 0 1,-1 0-1,1 0 0,-1 0 0,1 0 1,-1 1-1,0-1 0,0 0 1,-1 1-1,3 6 0,3 9 242,-1 0 1,8 38-1,-14-56-254,12 74 312,1 78 0,-6-129-775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6.452"/>
    </inkml:context>
    <inkml:brush xml:id="br0">
      <inkml:brushProperty name="width" value="0.1" units="cm"/>
      <inkml:brushProperty name="height" value="0.1" units="cm"/>
      <inkml:brushProperty name="color" value="#E71224"/>
    </inkml:brush>
  </inkml:definitions>
  <inkml:trace contextRef="#ctx0" brushRef="#br0">28 47 7602,'0'0'8627,"0"5"-8336,0 138 2668,0-139-2942,1 0 0,-1 0 0,0 0 1,1 0-1,0 0 0,0 0 0,0 0 0,1 0 0,-1 0 1,1-1-1,0 1 0,0 0 0,0-1 0,0 1 0,1-1 1,0 0-1,-1 0 0,1 0 0,0 0 0,0-1 1,1 1-1,-1-1 0,0 0 0,1 1 0,0-2 0,-1 1 1,1 0-1,0-1 0,0 0 0,0 0 0,0 0 0,8 1 1,0-1-43,0 0 1,0-1 0,0 0 0,0-1 0,0 0 0,0-1-1,0 0 1,17-6 0,-25 6-11,1 0-1,-1 1 1,0-2 0,0 1-1,0 0 1,0-1 0,0 0 0,0 0-1,-1 0 1,1 0 0,-1-1-1,0 1 1,0-1 0,0 0-1,0 0 1,-1 0 0,0 0 0,0 0-1,0-1 1,0 1 0,0-1-1,-1 1 1,0-1 0,1-8-1,-2 6-18,0 0-1,0 1 1,-1-1-1,0 0 1,0 0-1,0 1 1,-1-1-1,0 1 1,0-1-1,-1 1 0,0 0 1,0 0-1,0 0 1,-1 0-1,0 0 1,0 1-1,0 0 1,-8-8-1,5 7 9,1 1 1,-1-1-1,0 1 0,0 0 0,0 1 0,0 0 1,-1 0-1,0 0 0,0 1 0,0 0 0,0 1 1,0 0-1,-1 0 0,-13-1 0,20 3 46,-10 0 23,0-1 0,0 2-1,0-1 1,-22 5-1,31-4-20,0 0-1,0 0 0,1 0 0,-1 0 0,0 1 1,1-1-1,-1 1 0,1-1 0,-1 1 0,1 0 1,0 0-1,0 0 0,0 0 0,0 0 0,0 1 1,0-1-1,0 1 0,1-1 0,-1 1 0,1 0 0,0-1 1,0 1-1,0 0 0,0 0 0,0 3 0,0-4-74,1 1 0,-1-1 0,1 1 0,0-1 0,0 1 0,0 0 0,0-1-1,0 4 1,1-5-4,-1 0-1,1 0 1,-1 0-1,1 0 1,-1 0-1,1 0 1,0 0-1,-1 0 1,1 0-1,0 0 1,-1-1-1,1 1 1,0 0-1,0-1 0,0 1 1,0-1-1,0 1 1,0-1-1,0 1 1,0-1-1,0 1 1,0-1-1,0 0 1,0 0-1,0 1 1,2-1-1,21 2-1915,30-2 0,-26 0 209,26 0-2580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6.915"/>
    </inkml:context>
    <inkml:brush xml:id="br0">
      <inkml:brushProperty name="width" value="0.1" units="cm"/>
      <inkml:brushProperty name="height" value="0.1" units="cm"/>
      <inkml:brushProperty name="color" value="#E71224"/>
    </inkml:brush>
  </inkml:definitions>
  <inkml:trace contextRef="#ctx0" brushRef="#br0">1 20 7482,'0'0'11333,"4"4"-10633,6 12-300,-1 1 0,0-1 0,7 20 0,-16-36-400,2 3 6,0 0 0,0 0 0,0 0 0,1 0 1,-1 0-1,1-1 0,-1 1 0,1-1 0,0 1 0,0-1 0,0 0 0,0 0 0,1-1 0,-1 1 0,0-1 0,1 1 0,-1-1 0,1 0 1,0-1-1,-1 1 0,1 0 0,5-1 0,1 1-132,1-1 1,-1 0-1,1-1 0,-1 0 1,0-1-1,0 0 0,11-3 1,29-19-1043,-20 8 818,-29 16 371,0 0 1,-1 0-1,1 0 1,0 0-1,0 0 1,0 0-1,-1 0 1,1 0-1,0 0 1,0 0-1,-1 0 1,1 0-1,0 0 1,0 1-1,-1-1 1,1 0-1,0 1 0,0-1 1,-1 0-1,1 1 1,-1-1-1,1 1 1,0-1-1,-1 1 1,1-1-1,-1 1 1,1 0-1,-1-1 1,1 1-1,-1-1 1,0 1-1,1 0 1,-1 0-1,0-1 0,1 1 1,-1 0-1,0 1 1,10 12 368,-4-9-332,-1 0 0,2 0 1,-1-1-1,0 1 1,1-1-1,0-1 0,0 0 1,0 0-1,0 0 0,14 3 1,-5-3-10,0-1 0,0-1 0,0 0 1,19-2-1,-33 1-43,0 0-1,0 0 1,0 0 0,0 0 0,-1 0 0,1-1 0,0 1-1,0-1 1,0 1 0,0-1 0,-1 0 0,1 0 0,0 0-1,-1 0 1,1 0 0,-1 0 0,1 0 0,-1-1 0,1 1-1,-1 0 1,0-1 0,0 1 0,0-1 0,1 1 0,-2-1-1,3-3 1,-1-1-11,-1 0-1,0-1 0,0 1 0,0 0 1,-1-1-1,0-9 0,0 16 3,0-5 15,-1 1-1,0 0 1,0 0-1,0 0 0,0 0 1,-1 0-1,0 1 0,1-1 1,-1 0-1,0 1 0,-1-1 1,1 1-1,-1 0 1,0 0-1,1 0 0,-1 0 1,0 0-1,-1 0 0,1 1 1,0 0-1,-1 0 0,-4-3 1,1 2-8,0-1 1,0 1 0,0 0-1,0 1 1,-1 0-1,1 0 1,-1 0-1,0 1 1,1 0-1,-1 1 1,-9 0 0,16 0-72,1 0 0,-1 0 1,0 0-1,1 0 0,-1 1 1,1-1-1,-1 0 0,1 0 1,-1 1-1,1-1 0,-1 0 1,1 1-1,-1-1 0,1 1 1,-1-1-1,1 1 0,0-1 1,-1 1-1,1-1 0,0 1 1,-1-1-1,1 1 0,0-1 1,0 1-1,-1-1 0,1 1 1,0 0-1,0-1 1,0 1-1,0 0 0,2 20-4715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7.234"/>
    </inkml:context>
    <inkml:brush xml:id="br0">
      <inkml:brushProperty name="width" value="0.1" units="cm"/>
      <inkml:brushProperty name="height" value="0.1" units="cm"/>
      <inkml:brushProperty name="color" value="#E71224"/>
    </inkml:brush>
  </inkml:definitions>
  <inkml:trace contextRef="#ctx0" brushRef="#br0">260 11 7330,'0'0'11046,"-4"-3"-10478,3 2-552,0 0 0,1 1 0,-1-1 0,0 0 0,0 1-1,0-1 1,0 1 0,0-1 0,0 1 0,-1 0 0,1-1 0,0 1 0,0 0 0,0 0 0,0 0 0,0-1-1,0 1 1,-1 1 0,1-1 0,0 0 0,0 0 0,0 0 0,0 0 0,0 1 0,0-1 0,0 1-1,-2 0 1,-1 2 62,0 0 0,0 0 0,0 1-1,0-1 1,1 1 0,-5 7 0,-18 26 323,1 1 1,3 0 0,1 2 0,2 1 0,1 0-1,-21 78 1,32-90-353,1 0-1,1 1 0,2-1 1,1 1-1,1-1 1,6 52-1,-4-74-60,0 1 0,1-1 0,0 0 0,0 0 1,1 0-1,0 0 0,0 0 0,1-1 0,0 1 0,0-1 0,0 0 0,1 0 0,6 6 1,-3-5-76,0 0 0,0-1 0,1 0 0,0 0 0,0-1 0,0 0 0,1-1 0,13 4 0,7 0-658,1-1 1,-1-2 0,1-1 0,61 0 0,25-4-4762,-17 0-3250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8.434"/>
    </inkml:context>
    <inkml:brush xml:id="br0">
      <inkml:brushProperty name="width" value="0.1" units="cm"/>
      <inkml:brushProperty name="height" value="0.1" units="cm"/>
      <inkml:brushProperty name="color" value="#E71224"/>
    </inkml:brush>
  </inkml:definitions>
  <inkml:trace contextRef="#ctx0" brushRef="#br0">1 154 7634,'0'0'11182,"0"28"-10252,2 93-292,-2-50-202,0-34-212,8 74-1,-7-110-255,8 41 172,-8-41-317,-1 0 0,1 1 0,-1-1 0,1 0 0,-1 0 0,1 1 0,0-1 0,-1 0-1,1 0 1,0 0 0,0 0 0,0 0 0,0 0 0,0 0 0,0 0 0,0-1 0,0 1 0,1 0 0,-1 0 0,0-1 0,0 1 0,1-1-1,-1 1 1,0-1 0,1 0 0,1 1 0,-2-4-529,1 0 0,0 0 0,-1-1 0,0 1 0,0 0 0,0 0 0,0-1 0,0 1 0,0-7 0,0 3-179,2-13-82,1-39 1,-6-25 2571,0 19 810,3 42-1811,0 0 0,1-1 0,2 1 0,0 0 0,2 0 0,0 1 0,1-1 0,2 2 0,13-28 0,-20 45-562,1 0 0,-1 1 1,0-1-1,1 0 0,0 1 1,0 0-1,0 0 0,0-1 1,0 2-1,1-1 0,-1 0 1,1 1-1,0 0 0,0 0 1,0 0-1,0 0 0,4-1 1,3 1-42,0 0 1,-1 0 0,1 1-1,0 1 1,18 1 0,-25-1 16,-1 1 1,1-1 0,-1 1-1,0 0 1,1 0-1,-1 1 1,0-1-1,0 0 1,0 1 0,0 0-1,0 0 1,0 0-1,0 0 1,-1 0 0,1 0-1,-1 1 1,0-1-1,1 1 1,-1 0 0,0 0-1,-1 0 1,1 0-1,0 0 1,-1 0 0,0 0-1,1 0 1,-1 5-1,2 2 186,0 1 1,-1-1-1,-1 1 0,1 0 0,-2 0 0,0 0 0,-2 16 1,1-20-95,0 1 1,-1-1 0,-1 0 0,1 0 0,-1 0-1,0-1 1,0 1 0,-9 11 0,-5 5 134,-20 21 1,5-7-26,22-25-154,-21 29 163,29-38-227,0 0 0,0 0-1,0 1 1,0-1 0,1 1-1,0-1 1,0 1-1,0-1 1,0 1 0,0 5-1,1-8-16,0-1-1,1 1 1,-1 0-1,0-1 1,1 1-1,-1-1 1,1 1-1,-1-1 1,1 1-1,-1-1 1,1 1 0,0-1-1,-1 1 1,1-1-1,0 0 1,-1 1-1,1-1 1,0 0-1,-1 1 1,1-1-1,0 0 1,0 0-1,-1 0 1,1 0-1,0 0 1,1 0-1,24 2-106,-23-2 104,8 1-52,61 5-725,-66-5 717,0 0 0,0 1-1,0 0 1,0 0 0,0 0 0,0 0-1,-1 1 1,0 0 0,9 6 0,-11-7 62,-1 0 1,0 1 0,-1-1 0,1 0-1,0 1 1,-1-1 0,1 1 0,-1-1 0,0 1-1,0-1 1,0 1 0,0 0 0,0 0 0,-1-1-1,1 1 1,-1 0 0,0 0 0,0 0 0,0 0-1,0 0 1,0 0 0,-1-1 0,0 6 0,-1-3 13,1 0 0,-1 1 0,0-1 0,0 0 1,0-1-1,-1 1 0,0 0 0,0-1 0,0 1 0,0-1 1,-7 6-1,-2 0 46,0 0 0,0-2 0,-1 1 0,0-2 0,0 0 0,-1 0 0,1-1 0,-27 7 0,15-7 12,-1-1 1,0-2 0,0 0 0,-30-1 0,54-2-55,1 0-1,-1 0 1,1 0 0,-1 0 0,1 0-1,-1 0 1,1-1 0,-1 1 0,1 0-1,-1-1 1,1 1 0,-1-1 0,1 1-1,0-1 1,-1 0 0,1 0 0,0 0-1,0 1 1,-1-1 0,1 0 0,0 0-1,0-1 1,0 1 0,-1-2 0,0-1-33,1 1 1,1-1-1,-1 1 1,0-1-1,1 0 1,0 1-1,-1-1 1,1 0-1,1-4 1,0 5-9,-1 0 0,1-1 0,0 1 0,-1 0 0,2 0 0,-1 0 0,0 0 0,0 0 0,1 0 0,0 1 0,0-1 0,-1 0 0,1 1 0,4-4 0,4-3-40,0 0 0,15-9 0,-11 7 27,22-13-26,1 1 1,2 2-1,0 1 1,1 2-1,0 2 1,45-12-1,-45 19 176,1 1-1,0 2 1,0 2 0,62 2-1,-100 1-65,-1 1-1,0 0 0,0 0 0,0 0 1,0 0-1,0 0 0,1 0 0,-1 1 1,0-1-1,0 1 0,0 0 0,0-1 1,0 1-1,0 0 0,0 0 0,0 0 0,0 1 1,-1-1-1,1 0 0,0 1 0,-1-1 1,1 1-1,-1-1 0,0 1 0,1 0 1,-1 0-1,0-1 0,0 1 0,0 0 1,0 0-1,0 0 0,-1 0 0,1 0 1,0 0-1,-1 1 0,0-1 0,1 0 1,-1 0-1,0 0 0,0 0 0,-1 3 1,2 7 74,-3 35 343,2-45-496,0-1-1,0 0 1,0 1 0,0-1 0,-1 0 0,1 1-1,0-1 1,-1 0 0,1 0 0,-1 1-1,0-1 1,1 0 0,-1 0 0,0 0 0,0 0-1,0 0 1,0 0 0,0 0 0,0 0 0,0 0-1,0 0 1,0 0 0,0-1 0,0 1-1,0 0 1,-1-1 0,-1 1 0,-31 0-4414,16-1-739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8.607"/>
    </inkml:context>
    <inkml:brush xml:id="br0">
      <inkml:brushProperty name="width" value="0.1" units="cm"/>
      <inkml:brushProperty name="height" value="0.1" units="cm"/>
      <inkml:brushProperty name="color" value="#E71224"/>
    </inkml:brush>
  </inkml:definitions>
  <inkml:trace contextRef="#ctx0" brushRef="#br0">1 63 3489,'0'0'16699,"121"-51"-16699,-94 44-712,-11 2-1752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8.878"/>
    </inkml:context>
    <inkml:brush xml:id="br0">
      <inkml:brushProperty name="width" value="0.1" units="cm"/>
      <inkml:brushProperty name="height" value="0.1" units="cm"/>
      <inkml:brushProperty name="color" value="#E71224"/>
    </inkml:brush>
  </inkml:definitions>
  <inkml:trace contextRef="#ctx0" brushRef="#br0">1 0 10962,'0'0'8319,"9"27"-7278,32 88-352,-37-101-562,0-1-1,-1 1 1,-1 0-1,0 1 1,-1-1 0,0 0-1,-2 24 1,-1 3 16,1 23-403,-10 74-1,10-122 32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9.132"/>
    </inkml:context>
    <inkml:brush xml:id="br0">
      <inkml:brushProperty name="width" value="0.1" units="cm"/>
      <inkml:brushProperty name="height" value="0.1" units="cm"/>
      <inkml:brushProperty name="color" value="#E71224"/>
    </inkml:brush>
  </inkml:definitions>
  <inkml:trace contextRef="#ctx0" brushRef="#br0">0 0 8226,'0'0'10021,"6"10"-8908,1 4-846,0-1 0,-2 1 0,1 0 0,-2 1 0,0-1 0,0 1 1,1 18-1,-1 51 60,-3-49-417,1-1 0,9 49 0,-8-75-296,-1 1 1,1-1-1,1 0 1,0 0-1,0-1 1,0 1-1,1-1 1,0 0-1,1 0 1,0-1-1,0 1 1,8 6-1,13 6-5194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49.353"/>
    </inkml:context>
    <inkml:brush xml:id="br0">
      <inkml:brushProperty name="width" value="0.1" units="cm"/>
      <inkml:brushProperty name="height" value="0.1" units="cm"/>
      <inkml:brushProperty name="color" value="#E71224"/>
    </inkml:brush>
  </inkml:definitions>
  <inkml:trace contextRef="#ctx0" brushRef="#br0">165 1 9826,'0'0'9026,"16"136"-8778,-27-100-248,-13-2-120,-30 0-1192,5-10-1897,6-4-4112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1.186"/>
    </inkml:context>
    <inkml:brush xml:id="br0">
      <inkml:brushProperty name="width" value="0.1" units="cm"/>
      <inkml:brushProperty name="height" value="0.1" units="cm"/>
      <inkml:brushProperty name="color" value="#E71224"/>
    </inkml:brush>
  </inkml:definitions>
  <inkml:trace contextRef="#ctx0" brushRef="#br0">3 191 8066,'0'0'8587,"0"27"-8076,0 91-269,0 80 429,-3-309-480,5-103-155,0 200-46,0 1-1,1 0 1,1 0 0,0 0 0,1 1 0,1-1-1,-1 1 1,2 0 0,0 1 0,0 0-1,1 0 1,1 0 0,-1 1 0,13-11 0,-19 19 10,0 1 1,0-1 0,1 0-1,-1 0 1,1 1 0,0 0 0,-1-1-1,1 1 1,0 0 0,0 0-1,-1 0 1,1 1 0,0-1 0,0 1-1,0 0 1,0-1 0,0 1-1,0 1 1,0-1 0,0 0 0,0 1-1,0-1 1,0 1 0,-1 0-1,1 0 1,0 0 0,0 0 0,-1 1-1,1-1 1,-1 1 0,1-1-1,-1 1 1,0 0 0,1 0 0,-1 0-1,0 0 1,0 1 0,-1-1-1,1 0 1,3 6 0,11 31 359,-1 2 0,19 78 0,-5-10-161,-23-88-201,-4-15-4,-1 1-1,1-1 1,0 0 0,0 0-1,1 0 1,-1 0 0,1 0 0,1 0-1,-1-1 1,1 1 0,8 8-1,-11-14-4,0 1 0,0 0 0,0-1 0,0 1 0,0-1 0,0 1 0,0-1 0,0 1 0,0-1 0,0 0 0,0 0 0,0 1 0,1-1 0,-1 0 0,0 0 0,0 0 0,0 0 0,1 0 0,-1-1 0,0 1 0,0 0 0,0 0 0,0-1 0,0 1 0,0-1 0,0 1 0,0-1 0,0 1 0,0-1 0,0 0 0,0 1 0,0-1 0,0 0 0,0 0 0,0 0 0,1-1 0,2-4 19,1-1-1,-1 1 0,0 0 1,4-11-1,-5 10-23,38-74-109,3 1 0,80-109 0,-123 188 120,0-1 1,0 1-1,0 0 0,1-1 0,-1 1 1,0 0-1,1 0 0,-1 0 0,1 0 1,2-2-1,-4 3 1,1 0 0,-1 0 0,0 0 1,1 0-1,-1 0 0,1 0 0,-1 0 0,0 0 0,1 0 1,-1 0-1,1 0 0,-1 0 0,0 0 0,1 1 0,-1-1 1,0 0-1,1 0 0,-1 0 0,0 0 0,1 1 0,-1-1 1,0 0-1,1 0 0,-1 1 0,0-1 0,0 0 0,1 0 1,-1 1-1,0 0 0,2 2-18,-1 1 1,1-1-1,-1 1 0,0-1 1,-1 1-1,1 0 1,0 7-1,2 63 90,-3-52-22,0 0-1,2 1 0,1-1 0,0 0 1,13 41-1,-15-61-269,0 1 0,-1-1 1,2 0-1,-1 0 0,0 0 0,0 0 1,1 0-1,-1 0 0,1 0 0,0 0 1,-1 0-1,1-1 0,0 1 0,0-1 1,0 1-1,0-1 0,0 0 0,0 0 0,1 0 1,-1 0-1,0 0 0,1 0 0,-1-1 1,0 1-1,1-1 0,-1 0 0,4 1 1,10-1-5203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1.600"/>
    </inkml:context>
    <inkml:brush xml:id="br0">
      <inkml:brushProperty name="width" value="0.1" units="cm"/>
      <inkml:brushProperty name="height" value="0.1" units="cm"/>
      <inkml:brushProperty name="color" value="#E71224"/>
    </inkml:brush>
  </inkml:definitions>
  <inkml:trace contextRef="#ctx0" brushRef="#br0">36 18 7466,'0'0'8565,"-2"12"-7615,-8 45 29,1-17-189,-5 82 0,13-117-782,1 0 0,0 0 0,1 0 0,-1-1 0,1 1 0,0 0 0,0 0 0,4 8 0,-4-11-12,0 0 1,0-1-1,1 1 0,-1-1 0,1 1 1,0-1-1,-1 0 0,1 1 0,0-1 1,0 0-1,0 0 0,-1 0 0,1-1 0,0 1 1,0 0-1,1-1 0,-1 1 0,0-1 1,0 0-1,0 1 0,0-1 0,2 0 1,10 1 12,-1-1 1,0-1 0,0 1 0,1-2 0,-1 0 0,0 0-1,-1-2 1,25-8 0,-30 9-34,0-1 0,0 1 0,0-1 0,-1 0-1,0-1 1,0 0 0,0 0 0,0 0 0,-1-1 0,0 1 0,0-1 0,-1 0 0,1-1-1,-1 1 1,-1-1 0,6-13 0,-6 15 24,-2-1 1,1 0-1,0 1 0,-1-1 1,0 0-1,-1 0 0,1 0 1,-1 0-1,0 1 0,-1-1 1,1 0-1,-1 0 0,0 0 1,-1 0-1,1 1 0,-1-1 1,0 1-1,-1-1 0,1 1 0,-1 0 1,0 0-1,0 0 0,-1 0 1,1 0-1,-8-6 0,5 6 48,0 0 0,0 0 0,-1 0 0,0 1 0,0 0 0,0 1 0,-1-1 0,1 1 0,-1 0 0,1 1 0,-1 0 0,0 0 0,0 1 0,0 0 0,0 1 0,0-1 0,-1 1 0,-7 2 0,14-2-47,0 0-1,0 0 0,0 1 1,0-1-1,1 1 1,-1 0-1,0 0 0,0-1 1,0 1-1,1 0 1,-1 1-1,0-1 0,1 0 1,-1 0-1,1 1 1,0-1-1,-1 1 0,1-1 1,0 1-1,0-1 0,0 1 1,0 0-1,0 0 1,-1 2-1,0 1-146,1 1-1,-1 0 0,1 0 1,0 0-1,1 0 1,-1 10-1,2-15 50,-1 0 1,0 0-1,0 0 0,1 0 0,-1 0 1,0 0-1,1 0 0,-1 0 0,1 0 1,-1 0-1,1 0 0,0 0 0,-1 0 1,1 0-1,0-1 0,0 1 1,-1 0-1,1-1 0,0 1 0,0 0 1,0-1-1,0 1 0,0-1 0,0 1 1,0-1-1,0 0 0,0 1 0,0-1 1,0 0-1,2 1 0,39 2-4701,-33-2 2861,27-1-6565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1.902"/>
    </inkml:context>
    <inkml:brush xml:id="br0">
      <inkml:brushProperty name="width" value="0.1" units="cm"/>
      <inkml:brushProperty name="height" value="0.1" units="cm"/>
      <inkml:brushProperty name="color" value="#E71224"/>
    </inkml:brush>
  </inkml:definitions>
  <inkml:trace contextRef="#ctx0" brushRef="#br0">84 1 7586,'0'0'10419,"6"11"-9659,0 0-538,0 0-1,-1 1 0,-1-1 0,0 1 0,0 0 1,-1 0-1,2 19 0,22 315 1145,-26-335-1667,-1 17-2366,-1-27 2528,1 0 0,0 0 1,-1 0-1,1 0 0,-1 0 0,1 0 1,-1 0-1,0 0 0,1 0 0,-1 0 1,0 0-1,0 0 0,0-1 1,0 1-1,0 0 0,0 0 0,0-1 1,0 1-1,0-1 0,0 1 0,0-1 1,0 1-1,-1-1 0,-87 21-8811,43-13 4337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2.619"/>
    </inkml:context>
    <inkml:brush xml:id="br0">
      <inkml:brushProperty name="width" value="0.1" units="cm"/>
      <inkml:brushProperty name="height" value="0.1" units="cm"/>
      <inkml:brushProperty name="color" value="#E71224"/>
    </inkml:brush>
  </inkml:definitions>
  <inkml:trace contextRef="#ctx0" brushRef="#br0">0 418 3441,'0'0'6462,"25"-18"-4695,0-2-1247,-6 5-147,1 0 0,1 0-1,0 2 1,1 1 0,1 1-1,26-10 1,231-70 1658,2 0-553,-270 87-1461,0-1-1,-1 1 1,1-2 0,11-8 0,-20 12-16,0 1 1,-1-1 0,0-1 0,0 1 0,1 0-1,-1 0 1,0-1 0,-1 1 0,1-1 0,0 0-1,-1 0 1,0 1 0,1-1 0,-1 0 0,0 0-1,0 0 1,-1 0 0,1 0 0,-1 0 0,1-7-1,-1 9 39,-1 3-14,-5 21 188,-2-1-1,-11 24 1,-3 10 95,10-23-173,2 0 0,1 0-1,2 1 1,1 0-1,-2 49 1,8-82-136,0-1 0,0 1 0,0-1 0,0 1 0,0-1 0,1 1 0,-1-1 0,0 1 0,0-1 0,1 0 1,-1 1-1,0-1 0,0 1 0,1-1 0,-1 1 0,0-1 0,1 0 0,-1 1 0,1-1 0,-1 0 0,0 0 0,1 1 0,-1-1 0,1 0 0,-1 0 0,2 1 0,18 3 0,21-7 0,-41 3 0,8-1-9,-1-1 0,0 1 0,0-2-1,0 1 1,0-1 0,-1 0 0,1 0 0,-1-1-1,9-6 1,1-2-6,-1-1 0,17-18 0,-31 30 41,1 0 0,-1 0-1,1 0 1,-1 0 0,1 0 0,-1 0 0,1 0-1,0 1 1,0-1 0,-1 0 0,1 1 0,0 0-1,0-1 1,0 1 0,0 0 0,-1 0 0,1 0-1,0 0 1,3 1 0,38 10 371,-19-3-259,-6-5-98,0 0-1,0-1 1,1-1 0,-1-1 0,36-3 0,-51 2-43,0 0-1,1 0 1,-1 0 0,0 0 0,0-1 0,0 1 0,0-1 0,0 0 0,0 0 0,-1 0 0,1 0 0,0 0 0,-1-1 0,0 1 0,1-1 0,-1 1 0,0-1 0,-1 0 0,1 0 0,0 0 0,-1 0 0,1 0 0,-1 0 0,0-1 0,1-2-1,1-9-42,-1 1-1,0-1 0,-1 1 0,-2-22 0,1 21 57,0 10 0,-1 1 1,0 0 0,0-1 0,0 1-1,-4-8 1,5 11-3,-1 0 0,1 0 0,-1 0 0,0 0 0,1 0 0,-1 0 1,0 1-1,0-1 0,1 0 0,-1 0 0,0 0 0,0 1 0,-1-2 0,1 2 2,1 0 1,-1 0-1,1 0 0,-1 0 0,1 0 1,-1 0-1,0 0 0,1 0 0,-1 0 1,1 0-1,-1 0 0,1 0 0,-1 0 1,1 1-1,-1-1 0,1 0 0,-1 0 1,1 1-1,-1-1 0,1 0 0,-1 1 1,1-1-1,-1 0 0,1 1 0,-1-1 1,1 0-1,0 1 0,-1 0 0,-3 5 2,0-1 0,1 1 0,-1-1 1,1 1-1,1 0 0,-1 0 0,1 1 0,0-1 0,-1 8 0,0 2-11,1 0 0,0 29 0,2-43-15,0-1 0,0 1 1,0-1-1,0 1 0,1 0 0,-1-1 0,1 1 0,-1-1 0,1 0 0,0 1 0,-1-1 0,1 1 0,0-1 0,0 0 1,0 0-1,0 1 0,0-1 0,0 0 0,0 0 0,2 1 0,1 0-30,-1 0 0,1 0-1,0 0 1,0 0 0,0-1 0,0 1-1,6 0 1,34 4-2624,-7-5-4566,-36-1 6805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2.873"/>
    </inkml:context>
    <inkml:brush xml:id="br0">
      <inkml:brushProperty name="width" value="0.1" units="cm"/>
      <inkml:brushProperty name="height" value="0.1" units="cm"/>
      <inkml:brushProperty name="color" value="#E71224"/>
    </inkml:brush>
  </inkml:definitions>
  <inkml:trace contextRef="#ctx0" brushRef="#br0">1 145 6225,'0'0'11112,"15"13"-10627,47 45-168,-60-56-282,0 0 0,0 0 1,0 0-1,0 0 1,-1 1-1,1-1 0,-1 0 1,1 1-1,-1 0 1,0-1-1,0 1 0,0 0 1,0-1-1,-1 1 1,1 0-1,-1 0 0,0 0 1,0 0-1,0-1 1,0 1-1,0 0 0,-1 3 1,0 8 198,1-13-117,86-103 1166,-18 20-1384,-63 76-13,62-61-184,-58 59-672,0 1 1,0 0-1,14-7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3.207"/>
    </inkml:context>
    <inkml:brush xml:id="br0">
      <inkml:brushProperty name="width" value="0.1" units="cm"/>
      <inkml:brushProperty name="height" value="0.1" units="cm"/>
      <inkml:brushProperty name="color" value="#E71224"/>
    </inkml:brush>
  </inkml:definitions>
  <inkml:trace contextRef="#ctx0" brushRef="#br0">89 37 6185,'0'0'10831,"1"-8"-10189,2-8-518,0 3 189,-12 35 63,-10 30 93,3 0 1,1 2 0,3 0-1,3 0 1,-4 58 0,12-89-487,0 6 75,0 0 0,2 0 0,6 40 0,-6-62-122,1 0-1,0 1 1,0-1 0,0 0 0,1 0 0,0 0 0,1 0-1,-1 0 1,1-1 0,1 0 0,-1 0 0,1 0-1,0 0 1,0-1 0,1 1 0,-1-2 0,1 1 0,8 5-1,0-4-866,0 0-1,0 0 0,0-1 1,20 3-1,0-1-4260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4.118"/>
    </inkml:context>
    <inkml:brush xml:id="br0">
      <inkml:brushProperty name="width" value="0.1" units="cm"/>
      <inkml:brushProperty name="height" value="0.1" units="cm"/>
      <inkml:brushProperty name="color" value="#E71224"/>
    </inkml:brush>
  </inkml:definitions>
  <inkml:trace contextRef="#ctx0" brushRef="#br0">1 196 10546,'0'0'8390,"5"16"-8057,1 0-240,3 13 285,11 53 0,-15-57-141,0 8-116,1-1 0,2 0-1,19 48 1,-25-77-876,-1-4 232,-3-13-10,-4-22 227,-3-14 275,2-1 0,2 1-1,2-74 1,3 115 30,1 0 0,0 1-1,0-1 1,1 0 0,0 1 0,1-1 0,0 1 0,0 0 0,1 0-1,0 0 1,0 0 0,1 1 0,0-1 0,0 1 0,0 0-1,1 1 1,1 0 0,8-8 0,-6 7 15,0 0 1,1 1-1,-1 0 0,2 1 1,-1 0-1,0 0 0,1 1 1,0 0-1,0 1 0,0 1 1,0-1-1,1 2 0,19-1 1,-15 1 28,-10 1-31,1 0 1,0 0 0,0 0-1,0 1 1,0 0-1,7 2 1,-12-2-11,0 0-1,-1-1 1,1 1 0,0 0 0,-1 0-1,1 0 1,-1 1 0,1-1 0,-1 0-1,0 0 1,1 1 0,-1-1 0,0 1-1,0-1 1,0 1 0,0-1 0,0 1-1,-1 0 1,1 0 0,0-1 0,-1 1-1,1 0 1,-1 0 0,1 0-1,-1 0 1,0-1 0,0 4 0,1 7 80,0 0 0,-1-1 1,0 1-1,-1-1 0,-1 1 0,0-1 1,0 1-1,-1-1 0,-8 21 1,-31 34 326,30-48-258,0 0 0,-11 26 0,22-43-158,1 0 0,-1 0 0,1 0 0,0 0 0,-1 0 0,1 0 0,0 0 0,0 0 0,0 0-1,0 0 1,0 0 0,0 0 0,0 0 0,0 0 0,0 0 0,1 0 0,-1 0 0,0 0 0,1 0-1,-1 0 1,0 0 0,2 1 0,17 16 63,-16-16-54,0 1 0,-1-1 0,1 0 0,0 1 0,-1-1 0,0 1 0,4 5-1,-4-4 2,-1 1-1,1 0 1,-1 0-1,0 0 1,0 0-1,0 1 1,-1-1-1,1 0 1,-1 0-1,-1 0 0,1 1 1,-2 7-1,1-13 8,0 1 0,0 0-1,0 0 1,0 0-1,0-1 1,0 1-1,0 0 1,0-1-1,0 1 1,0-1 0,0 1-1,0-1 1,-1 1-1,1-1 1,0 0-1,0 0 1,0 0-1,-1 0 1,1 0 0,-2 0-1,1 0-9,0 1 0,0-1 0,0-1 0,0 1 0,0 0 0,0 0 0,0-1 0,0 1 0,0-1 0,0 0 0,0 1-1,-2-2 1,2-1-18,0 1 0,1 0 0,-1-1 0,1 1 0,-1-1-1,1 1 1,0-1 0,0 0 0,0 0 0,0 1 0,1-1 0,-1 0-1,1 0 1,0 0 0,0 0 0,0 0 0,0-3 0,0 2-18,0 1 0,1 0 0,-1 0 0,1-1 0,0 1 0,0 0 0,0 0 0,0-1 0,0 1 0,1 0 0,-1 1 0,1-1 0,0 0 0,3-4 0,3 1 25,1 0 0,-1 0 0,1 1 0,0 0 0,0 1 0,0 0 0,1 0 0,0 1 1,-1 0-1,1 1 0,17-2 0,12 0 198,66 3-1,-58 2 89,-46-1-255,0 1 0,0-1-1,0 0 1,0 1 0,-1-1 0,1 1 0,0-1-1,0 1 1,0-1 0,-1 1 0,1-1 0,0 1-1,0 0 1,-1 0 0,1-1 0,-1 1 0,1 0-1,-1 0 1,1 0 0,-1-1 0,1 1 0,-1 0-1,0 0 1,1 0 0,-1 0 0,0 0-1,0 0 1,0 0 0,0 0 0,0 0 0,0 0-1,0 1 1,0 44 685,-1-30-527,2-7-501,-1 6 1352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4.295"/>
    </inkml:context>
    <inkml:brush xml:id="br0">
      <inkml:brushProperty name="width" value="0.1" units="cm"/>
      <inkml:brushProperty name="height" value="0.1" units="cm"/>
      <inkml:brushProperty name="color" value="#E71224"/>
    </inkml:brush>
  </inkml:definitions>
  <inkml:trace contextRef="#ctx0" brushRef="#br0">1 47 9946,'0'0'11971,"86"-46"-11971,-75 46-160,-3 0-561,-3 17-1215,-5-5-2929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4.565"/>
    </inkml:context>
    <inkml:brush xml:id="br0">
      <inkml:brushProperty name="width" value="0.1" units="cm"/>
      <inkml:brushProperty name="height" value="0.1" units="cm"/>
      <inkml:brushProperty name="color" value="#E71224"/>
    </inkml:brush>
  </inkml:definitions>
  <inkml:trace contextRef="#ctx0" brushRef="#br0">0 1 9618,'0'0'10489,"5"23"-9829,14 79-145,-9-40-5,-7-37-392,1-1 0,1 1 1,1-1-1,1 0 0,15 32 0,30 45-232,-27-60-3000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4.883"/>
    </inkml:context>
    <inkml:brush xml:id="br0">
      <inkml:brushProperty name="width" value="0.1" units="cm"/>
      <inkml:brushProperty name="height" value="0.1" units="cm"/>
      <inkml:brushProperty name="color" value="#E71224"/>
    </inkml:brush>
  </inkml:definitions>
  <inkml:trace contextRef="#ctx0" brushRef="#br0">0 63 6209,'0'0'11259,"11"-11"-10482,36-31-93,-47 41-643,1 0 0,-1 1 0,1-1-1,0 0 1,-1 1 0,1-1 0,0 1 0,0-1-1,-1 0 1,1 1 0,0 0 0,0-1-1,0 1 1,0-1 0,0 1 0,-1 0 0,1 0-1,0 0 1,0-1 0,0 1 0,0 0-1,0 0 1,0 0 0,0 0 0,0 0 0,0 1-1,0-1 1,0 0 0,0 0 0,-1 1-1,1-1 1,0 0 0,0 1 0,1 0 0,0 1-19,-1 0 0,0-1-1,0 1 1,0 0 0,0 0 0,0 0 0,0 0 0,-1 0 0,2 3 0,-1-1 92,12 44 398,-2 0 1,6 56-1,14 62-416,-24-146-488,1 7-548</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5.201"/>
    </inkml:context>
    <inkml:brush xml:id="br0">
      <inkml:brushProperty name="width" value="0.1" units="cm"/>
      <inkml:brushProperty name="height" value="0.1" units="cm"/>
      <inkml:brushProperty name="color" value="#E71224"/>
    </inkml:brush>
  </inkml:definitions>
  <inkml:trace contextRef="#ctx0" brushRef="#br0">192 1 6753,'0'0'11376,"20"5"-10500,8 1-462,31 13 1,-53-16-318,0 0 1,0 0 0,0 1 0,-1 0 0,1 0-1,-1 1 1,0-1 0,0 1 0,-1 0 0,1 0-1,-1 1 1,0-1 0,0 1 0,-1 0 0,5 12 0,-4-12-18,7 17 131,-2 0 0,0 1 0,-1 0 0,-1 0 0,5 37 0,-7-23-91,-2 0 1,-3 75-1,-2-95-133,0 1 0,0-1-1,-2 0 1,0-1 0,-1 1-1,-1-1 1,-1 0 0,0 0-1,-1-1 1,-1 0 0,-1 0-1,0-1 1,-1 0 0,0-1-1,-1 0 1,-15 12 0,-16 11-1302,-1-3 1,-84 49-1,32-31-4330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5.353"/>
    </inkml:context>
    <inkml:brush xml:id="br0">
      <inkml:brushProperty name="width" value="0.1" units="cm"/>
      <inkml:brushProperty name="height" value="0.1" units="cm"/>
      <inkml:brushProperty name="color" value="#E71224"/>
    </inkml:brush>
  </inkml:definitions>
  <inkml:trace contextRef="#ctx0" brushRef="#br0">0 226 4761,'0'0'8859,"2"-12"-7855,8-35 71,-10 45-813,1 0 0,-1 0 0,1 0 0,0 1 0,-1-1 0,1 0 0,0 0 0,0 1 0,0-1 0,0 0 0,1 1-1,1-3 1,0 2-186,-1 1-1,0 0 0,0-1 1,0 1-1,1 0 0,-1 1 0,0-1 1,1 0-1,-1 1 0,5-2 1,4 0 322,7-1-221,0 0 0,0 1 0,1 1 0,34 2 1,-47-1-173,-1 1 0,0-1 0,1 1 0,-1 1 0,0-1 1,1 1-1,-1 0 0,0 0 0,0 1 0,-1-1 1,1 1-1,0 0 0,-1 0 0,0 1 0,0-1 0,0 1 1,0 0-1,0 0 0,-1 1 0,0-1 0,0 1 1,0-1-1,0 1 0,2 7 0,2 3 3,-2 0 1,0 1-1,-1-1 0,-1 1 1,0 0-1,-1 0 0,0 21 1,-2-23 11,1 15 46,-4 47-1,2-67-59,-1-1 0,0 1-1,0-1 1,-1 1 0,1-1 0,-2 0 0,1 0-1,-1 0 1,-9 12 0,-1-3 13,-1-1-1,-1-1 1,0 0 0,-1-2-1,0 1 1,-1-2 0,0 0-1,-1-2 1,-1 0 0,-33 12-1,53-21-20,-1-1-1,0 0 0,1 1 1,-1-1-1,0 0 0,0 0 1,0 1-1,1-1 0,-1 0 1,0 0-1,0 0 0,0 0 1,0 0-1,1 0 0,-1 0 1,0-1-1,0 1 0,0 0 0,1 0 1,-1 0-1,0-1 0,0 1 1,1-1-1,-1 1 0,0 0 1,1-1-1,-1 1 0,0-1 1,1 1-1,-1-1 0,1 0 1,-1 1-1,1-1 0,-1 0 1,1 1-1,-1-1 0,1 0 1,-1 0-1,1 1 0,0-1 1,0 0-1,-1 0 0,1 1 1,0-1-1,0 0 0,0 0 1,0-1-1,-1-7-59,0 0-1,1 0 1,2-16 0,-1 7-9,0 8 39,0 1 0,0-1 0,1 0 0,0 1 0,0 0 1,1-1-1,1 1 0,0 0 0,0 0 0,0 1 0,8-11 0,8-9-42,44-47 1,-35 42 11,13-12 99,-3-3 0,-2-1 0,56-99 0,-88 138-24,0 1 1,1-1-1,12-14 0,-16 22 2,0-1 0,0 1 0,0 0 0,1 0 0,-1 0 0,0 0 0,1 0 0,0 1 0,-1-1 0,1 1 0,0 0 0,0-1 0,0 1 0,0 1 0,0-1 0,0 0 0,5 0 1199,-8 3-1160,-2 28 130,-2 0-1,-1 0 1,-2 0-1,0-1 0,-18 42 1,0 8-75,15-47-97,1 0 0,2 1 0,1 0 0,-3 48 0,9-79-16,0 1-1,0-1 1,0 0 0,0 1-1,0-1 1,1 0 0,-1 1-1,1-1 1,-1 0 0,1 0-1,0 0 1,0 0 0,0 0-1,0 0 1,0 0-1,1 0 1,-1 0 0,1 0-1,-1 0 1,1-1 0,-1 1-1,1-1 1,0 1 0,0-1-1,0 1 1,0-1 0,0 0-1,3 1 1,3 0-21,1 0 0,-1 0 0,1-1 0,-1 0 0,1-1 0,11-1 0,-7 1 14,29 0-446,0-3 0,80-15 0,12-19-5053,-69 13-2156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6.738"/>
    </inkml:context>
    <inkml:brush xml:id="br0">
      <inkml:brushProperty name="width" value="0.1" units="cm"/>
      <inkml:brushProperty name="height" value="0.1" units="cm"/>
      <inkml:brushProperty name="color" value="#E71224"/>
    </inkml:brush>
  </inkml:definitions>
  <inkml:trace contextRef="#ctx0" brushRef="#br0">14 158 8634,'0'0'7508,"0"3"-7420,0 312 3063,0-304-3152,-1 0 0,1-1 0,-2 1 0,-3 18 0,-1-102-74,7-159 87,-1 221-24,1 0 0,0 0 0,1 0 0,1 0 0,0 0-1,0 0 1,9-19 0,-10 27 12,0-1 1,0 1-1,0-1 0,0 1 0,1 0 1,-1-1-1,1 1 0,0 0 1,0 1-1,0-1 0,0 1 0,1-1 1,-1 1-1,1 0 0,-1 0 0,1 0 1,0 1-1,-1-1 0,1 1 0,0 0 1,0 0-1,0 0 0,0 1 1,6-1-1,-2 1 1,-1 0 0,1 1 0,0-1 0,10 4-1,-15-4 3,-1 1 0,1 1-1,0-1 1,0 0 0,-1 1-1,1-1 1,-1 1-1,0 0 1,1 0 0,-1-1-1,0 2 1,0-1 0,0 0-1,3 5 1,0 1 68,0 1 0,0 0 0,-1 1 0,0-1 0,-1 1 0,4 16 0,5 63 269,0-1-289,-12-87-57,0-1 0,0 0 0,0 1 0,0-1 0,0 1-1,0-1 1,0 1 0,0-1 0,0 0 0,0 1 0,1-1 0,-1 1 0,0-1 0,0 0 0,0 1 0,0-1-1,1 1 1,-1-1 0,0 0 0,0 1 0,1-1 0,-1 0 0,0 0 0,1 1 0,-1-1 0,0 0 0,1 1 0,-1-1-1,0 0 1,1 0 0,-1 0 0,0 0 0,1 1 0,-1-1 0,1 0 0,-1 0 0,1 0 0,-1 0 0,0 0-1,1 0 1,-1 0 0,1 0 0,-1 0 0,0 0 0,1 0 0,-1 0 0,1 0 0,-1-1 0,1 1 0,-1 0 0,0 0-1,1-1 1,1 0-6,0 0 1,-1-1-1,1 1 0,-1-1 0,0 1 0,1-1 0,-1 0 0,2-3 1,42-85-40,23-45-26,-55 112 65,2 1-1,0 0 0,28-30 0,-42 50 10,1 0 0,0 1-1,0-1 1,0 0 0,0 1 0,0 0 0,0-1-1,0 1 1,1 0 0,-1 0 0,0 0 0,1 0 0,-1 0-1,0 1 1,1-1 0,-1 1 0,5-1 0,-5 2 5,-1-1 0,1 0 0,0 1 0,0-1 0,0 1 0,-1-1 0,1 1-1,0 0 1,0 0 0,-1 0 0,1 0 0,-1 0 0,1 0 0,-1 0 0,1 1 0,-1-1 0,0 0 0,0 1 0,1-1 0,-1 1 0,0-1 0,1 3 0,5 12 114,1-1-1,-2 1 1,0 1 0,-1-1 0,4 28 0,5 88-275,-12-111-33,-2-19 1,0-1 0,0 1 0,0-1 0,0 1 0,0 0 0,0-1 0,1 1 0,-1-1 1,1 1-1,-1-1 0,1 0 0,0 1 0,-1-1 0,1 1 0,0-1 0,0 0 0,0 0 0,0 1 0,2 1 0,11 1-5763,-12-4 5210,0 0 0,3 0 0,8 0-4922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7.151"/>
    </inkml:context>
    <inkml:brush xml:id="br0">
      <inkml:brushProperty name="width" value="0.1" units="cm"/>
      <inkml:brushProperty name="height" value="0.1" units="cm"/>
      <inkml:brushProperty name="color" value="#E71224"/>
    </inkml:brush>
  </inkml:definitions>
  <inkml:trace contextRef="#ctx0" brushRef="#br0">27 103 4825,'0'0'11644,"0"4"-10684,-1 50 940,-1-22-1466,2 0-1,5 39 1,-5-69-434,1 1 0,0-1 1,0 0-1,0 1 0,0-1 0,1 0 1,-1 0-1,0 0 0,1 0 1,0 0-1,-1 0 0,1 0 0,0-1 1,0 1-1,0 0 0,0-1 0,0 0 1,0 1-1,1-1 0,-1 0 1,0 0-1,1 0 0,-1-1 0,1 1 1,-1-1-1,1 1 0,-1-1 0,4 0 1,9 2 28,0-1 1,0-1 0,20-2-1,-32 1-15,7 0-41,0-1 1,0 0-1,0 0 1,-1-1-1,1-1 1,-1 0 0,0 0-1,0-1 1,0 0-1,16-12 1,-20 13 9,0 0 1,0 0-1,0-1 0,-1 0 1,1 0-1,-1 0 1,-1 0-1,1-1 1,-1 0-1,1 0 0,-2 1 1,1-2-1,-1 1 1,0 0-1,0 0 0,0-1 1,0-11-1,-1 9-3,-1-1 0,0 1-1,-1-1 1,0 1 0,-4-17-1,3 21 21,0 0-1,0 1 0,0-1 0,-1 0 0,1 1 1,-1 0-1,0 0 0,-1 0 0,1 0 1,-1 0-1,1 1 0,-7-5 0,2 2 40,0 1 0,0-1-1,-1 2 1,0-1 0,0 1-1,-1 0 1,1 1 0,-1 0-1,0 1 1,0 0 0,0 0-1,0 1 1,0 0 0,0 1-1,-19 2 1,22-1-64,0 1-1,0 0 1,0 0 0,0 1-1,1 0 1,-1 0 0,1 1-1,0 0 1,0 0 0,0 0-1,0 1 1,1-1 0,0 2-1,0-1 1,0 0 0,0 1-1,1 0 1,0 0 0,0 0-1,1 1 1,0-1 0,0 1-1,-3 10 1,6-17-52,-1 1 1,1 0-1,0-1 1,0 1-1,0 0 1,0-1-1,0 1 1,0 0-1,0-1 1,0 1-1,0 0 1,0-1-1,0 1 1,1 0-1,-1-1 1,0 1-1,0-1 1,1 1-1,-1 0 1,0-1-1,1 1 1,-1-1-1,0 1 1,1-1-1,-1 1 1,1-1-1,-1 1 1,1-1-1,-1 0 1,1 1-1,-1-1 1,1 0-1,0 1 1,-1-1-1,1 0 1,-1 0-1,1 1 1,1-1-1,28 2-3736,-22-2 2718,24 0-4022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7.454"/>
    </inkml:context>
    <inkml:brush xml:id="br0">
      <inkml:brushProperty name="width" value="0.1" units="cm"/>
      <inkml:brushProperty name="height" value="0.1" units="cm"/>
      <inkml:brushProperty name="color" value="#E71224"/>
    </inkml:brush>
  </inkml:definitions>
  <inkml:trace contextRef="#ctx0" brushRef="#br0">0 58 8058,'0'0'8811,"17"-11"-8414,52-29 73,-68 40-449,0-1 1,0 0-1,0 0 1,1 1 0,-1-1-1,0 1 1,1-1-1,-1 1 1,0-1-1,1 1 1,-1 0-1,1 0 1,-1 0 0,1-1-1,-1 2 1,0-1-1,1 0 1,1 0-1,-2 1-4,0-1 0,-1 1-1,1-1 1,-1 1 0,1 0-1,-1-1 1,1 1 0,-1 0-1,0-1 1,1 1 0,-1 0-1,0-1 1,0 1 0,1 0-1,-1 0 1,0-1 0,0 1-1,0 1 1,2 3 102,3 17 211,0 1 0,-2-1 0,0 1-1,-1 43 1,-2-50-289,3 258-95,-3-157-2834,0-115 2678,1 0 0,-1-1 0,0 1 0,0 0 0,0 0 0,-1 0 0,1-1 0,0 1 0,-1 0 1,1-1-1,-1 1 0,1 0 0,-1-1 0,0 1 0,0 0 0,0-1 0,0 1 0,0-1 0,-2 3 0,0-3-354,1 0 1,-1 0-1,0 0 1,1 0-1,-1-1 0,0 1 1,0-1-1,1 1 1,-1-1-1,0 0 0,-4-1 1,-12 1-4420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8.604"/>
    </inkml:context>
    <inkml:brush xml:id="br0">
      <inkml:brushProperty name="width" value="0.1" units="cm"/>
      <inkml:brushProperty name="height" value="0.1" units="cm"/>
      <inkml:brushProperty name="color" value="#E71224"/>
    </inkml:brush>
  </inkml:definitions>
  <inkml:trace contextRef="#ctx0" brushRef="#br0">81 463 3993,'0'0'8826,"-15"-13"-7783,-41-39-59,47 41-612,14 9-53,-5 2-311,37-4 539,-1-1 0,1-2 0,49-17 0,108-47-438,-129 46-27,-64 24-82,133-53-6,-106 41-16,-1-1 1,41-28-1,-64 39 21,0 0 0,0 0 0,0 0 0,-1-1 0,1 0 0,-1 0 0,0 0 0,5-8 0,-7 9 19,0 1 1,0-1-1,0 0 1,0 0-1,0 1 1,-1-1-1,0 0 0,1 0 1,-1 0-1,0 1 1,0-1-1,-1 0 0,1 0 1,0 0-1,-1 1 1,-1-5-1,1 4 9,-1 1 0,1 0 0,-1-1 0,0 1 0,0 0 1,1 0-1,-1 0 0,0 1 0,-1-1 0,1 0 0,0 1 0,0-1 0,-4 0 0,6 1-30,-1 0 0,0 1-1,0-1 1,0 1 0,0-1 0,0 1 0,0 0 0,0-1 0,-1 1-1,1 0 1,0 0 0,0 0 0,0-1 0,0 1 0,0 0 0,0 1-1,0-1 1,0 0 0,-1 0 0,1 0 0,0 1 0,0-1 0,0 0-1,0 1 1,0-1 0,0 1 0,0-1 0,0 1 0,0 0-1,1-1 1,-1 1 0,0 0 0,0 0 0,0-1 0,0 3 0,-4 6 12,1 0 0,1 1 0,0 0 0,0 0 0,1 0 1,-2 16-1,-1 66 221,5-79-198,-2 27 58,0-5 5,2-1-1,7 60 1,-5-87-116,0 1-1,0-1 1,0 0 0,1 0 0,0 0 0,0-1 0,8 12-1,-10-17-2,0 1 0,0-1 0,0 1 0,0-1-1,0 1 1,1-1 0,-1 1 0,0-1-1,1 0 1,-1 0 0,1 0 0,0 0 0,-1 0-1,1 0 1,0 0 0,-1-1 0,1 1-1,0-1 1,0 1 0,0-1 0,0 1 0,-1-1-1,1 0 1,0 0 0,0 0 0,0 0-1,0 0 1,0-1 0,0 1 0,-1-1 0,1 1-1,0-1 1,0 1 0,0-1 0,-1 0-1,3-1 1,2-3 33,0-1-1,-1 1 0,0-1 1,0 0-1,0 0 0,-1-1 0,0 1 1,5-12-1,6-9-1,-9 18 0,9-16-1,-14 24 5,-1 0 0,1 1 0,-1-1 0,1 0 0,-1 0 0,1 1 1,0-1-1,-1 0 0,1 1 0,0-1 0,0 1 0,0-1 0,-1 1 0,1-1 0,0 1 0,0 0 0,0-1 0,0 1 0,0 0 0,0 0 0,0 0 1,1-1-1,-1 2 7,0-1 1,0 1 0,0 0-1,0-1 1,0 1 0,0 0-1,-1 0 1,1-1 0,0 1 0,0 0-1,-1 0 1,1 0 0,0 0-1,-1 0 1,1 0 0,-1 0-1,1 1 1,8 23 335,-7-18-274,2 4 5,0-1 0,1 0-1,0-1 1,0 1 0,11 13-1,-14-20-70,1 1-1,0-1 0,0 0 0,1 0 0,-1 0 1,0 0-1,1-1 0,0 1 0,0-1 0,-1 0 0,1 0 1,0-1-1,1 1 0,-1-1 0,0 1 0,7 0 1,-4-2-4,-1 1 1,1-1-1,0 0 1,-1-1 0,1 0-1,0 0 1,-1 0 0,1-1-1,-1 0 1,1 0 0,-1-1-1,0 1 1,10-7 0,-9 4-8,-1 0 0,1-1 0,-1 1 1,-1-1-1,1 0 0,-1-1 0,0 1 1,0-1-1,-1 0 0,0 0 0,3-8 1,-2 3-16,-2 0 1,0 0-1,0 0 1,-1 0-1,-1-1 1,0 1 0,0 0-1,-3-19 1,2 3 60,0 28-44,0 0-1,0-1 1,-1 1-1,1 0 1,0-1-1,0 1 1,0 0-1,-1 0 1,1-1-1,0 1 1,0 0-1,-1 0 1,1 0-1,0-1 1,-1 1-1,1 0 1,0 0-1,0 0 1,-1 0-1,1 0 1,0 0-1,-1 0 1,1 0-1,0-1 1,-1 1-1,1 0 1,0 0-1,-1 0 1,1 1-1,-1-1 1,1 0-1,0 0 1,-1 0-1,1 0 1,0 0-1,0 0 1,-1 0-1,1 0 1,0 1-1,-1-1 1,1 0-1,0 0 1,0 0-1,-1 1 1,1-1-1,0 1 0,-16 8-31,10-1 23,1 0 0,-1 0 0,1 0-1,1 1 1,-7 17 0,9-20-5,0-1 1,1 1-1,0 0 0,0 0 1,0 0-1,1-1 0,-1 1 1,1 0-1,1 0 0,-1 0 1,3 7-1,-2-10-22,0-1 0,0 1-1,1 0 1,-1-1 0,1 1 0,0-1 0,0 1 0,0-1-1,0 0 1,0 0 0,0 0 0,1 0 0,-1 0-1,0-1 1,1 1 0,0-1 0,-1 1 0,1-1 0,0 0-1,0 0 1,0 0 0,3 0 0,1 1-284,-1-1-1,0 0 1,1 0 0,-1-1 0,0 0 0,1 0 0,-1 0-1,0-1 1,11-2 0,-13 1 87,0 0 1,0 0-1,0 0 0,0-1 0,0 1 1,0-1-1,-1 0 0,1 0 0,3-5 0,29-36-329,-19 23 529,-16 19 135,1 0 0,-1 0 1,1 0-1,0 0 0,0 0 0,0 0 1,0 1-1,1-1 0,-1 1 0,0 0 1,1-1-1,-1 1 0,0 0 0,1 0 0,0 0 1,-1 1-1,1-1 0,-1 1 0,1-1 1,0 1-1,-1 0 0,1 0 0,0 0 1,-1 0-1,1 1 0,0-1 0,-1 1 1,5 1-1,-4-1 0,-1 1-1,1-1 1,-1 1-1,0 0 1,0-1 0,1 1-1,-1 0 1,-1 0 0,1 0-1,0 1 1,0-1 0,-1 0-1,1 1 1,-1-1 0,0 1-1,0-1 1,0 1 0,0 0-1,0-1 1,0 5-1,1 5 371,0 1-1,-1-1 0,-1 17 661,0-32-832,0-5-296,0 0 1,1 0-1,0 0 0,0 0 0,0 0 0,1 0 0,1 1 0,-1-1 1,1 1-1,0-1 0,1 1 0,0 0 0,5-7 0,4-7-142,24-25 0,-30 38-73,0 1 0,0 0 0,1 0 1,0 0-1,0 1 0,11-5 0,3 2-1547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29.258"/>
    </inkml:context>
    <inkml:brush xml:id="br0">
      <inkml:brushProperty name="width" value="0.1" units="cm"/>
      <inkml:brushProperty name="height" value="0.1" units="cm"/>
      <inkml:brushProperty name="color" value="#E71224"/>
    </inkml:brush>
  </inkml:definitions>
  <inkml:trace contextRef="#ctx0" brushRef="#br0">151 72 864,'0'0'8293,"1"-12"-6545,1-47 4064,-3 67-5536,1 0-1,-2-1 1,1 1 0,-1-1-1,-5 14 1,-1 4 137,-34 113 983,-37 135-318,75-251-1080,0 0 0,2 1-1,0-1 1,3 46 0,-1-65-25,1 0 0,-1 0 0,1 0-1,0 0 1,0 0 0,0-1 0,0 1 0,1 0 0,-1 0-1,1-1 1,-1 1 0,1-1 0,0 1 0,0-1-1,0 0 1,0 0 0,1 0 0,-1 0 0,0 0 0,1 0-1,-1-1 1,1 1 0,0-1 0,0 0 0,-1 1 0,1-1-1,0-1 1,4 2 0,8 1-361,0 0 0,0-2 0,0 1 0,20-2 0,-32 0 286,12 0-704,-1-1-1,1-1 0,0 0 0,18-5 1,-21 3-1143,0 0 0,20-11 1,3-6-3461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32.936"/>
    </inkml:context>
    <inkml:brush xml:id="br0">
      <inkml:brushProperty name="width" value="0.1" units="cm"/>
      <inkml:brushProperty name="height" value="0.1" units="cm"/>
      <inkml:brushProperty name="color" value="#E71224"/>
    </inkml:brush>
  </inkml:definitions>
  <inkml:trace contextRef="#ctx0" brushRef="#br0">228 77 3225,'0'0'5752,"-3"-4"-5171,-9-10 294,-9-12 5950,21 26-6760,0 0-1,1-1 1,-1 1-1,0 0 1,0-1-1,0 1 1,0 0-1,0 0 1,1-1-1,-1 1 1,0 0-1,0 0 1,0-1-1,1 1 1,-1 0-1,0 0 1,0 0-1,1-1 1,-1 1-1,0 0 1,0 0-1,1 0 1,-1 0-1,0 0 1,1 0-1,-1 0 1,0-1-1,1 1 1,-1 0-1,0 0 1,1 0-1,-1 0 1,0 0-1,1 0 1,-1 0-1,0 1 0,1-1 1,22-4-358,-19 4 515,127-11-80,-11 1-220,-148 7-7365,-28 5 1869,52-2 5460,1 1 0,-1 0-1,1 0 1,-1 0 0,1 0-1,-1 0 1,1 1 0,0 0-1,-5 3 1,6-4 386,1 0 0,0 1-1,0-1 1,0 1 0,0 0 0,0-1 0,0 1-1,0 0 1,0-1 0,1 1 0,-1 0 0,1 0-1,-1 0 1,1-1 0,0 1 0,0 0 0,0 0-1,0 3 1,0 17 1756,-1-2-1169,1 0 1,2 0-1,5 33 0,1-14-698,-1 0-1,-2 1 0,-1 0 1,-4 79-1,-1-117-160,0 1 1,1-1-1,-1 1 1,0-1-1,-1 0 1,1 1-1,0-1 1,-1 0-1,1 0 0,-1 0 1,1 0-1,-1 0 1,0 0-1,0 0 1,0 0-1,0-1 1,0 1-1,-1-1 1,1 0-1,0 1 0,-1-1 1,-2 1-1,-9 3 3,0 0 0,-24 6 0,26-9 1,-25 5 10,0-2 0,0-1 0,-65-2 1,82-2-10,19 0-2,0 0-1,0 0 1,0 0-1,0 0 1,0 0-1,0 0 1,0 0-1,0-1 1,0 1-1,0 0 1,0-1 0,0 1-1,0 0 1,0-1-1,0 1 1,0-1-1,1 0 1,-1 1-1,0-1 1,0 1-1,0-2 1,0 1-25,1 0 1,-1-1 0,1 1-1,0 0 1,0 0-1,0-1 1,-1 1 0,1 0-1,0 0 1,0-1 0,1 1-1,-1 0 1,0-1-1,0 1 1,1 0 0,-1 0-1,1-2 1,0 0-77,1 0 0,-1 0 1,1 1-1,-1-1 0,1 0 0,0 1 0,0-1 1,0 1-1,0-1 0,1 1 0,3-3 0,35-21-865,-27 19 537,104-56-5226,-65 38 963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33.383"/>
    </inkml:context>
    <inkml:brush xml:id="br0">
      <inkml:brushProperty name="width" value="0.1" units="cm"/>
      <inkml:brushProperty name="height" value="0.1" units="cm"/>
      <inkml:brushProperty name="color" value="#E71224"/>
    </inkml:brush>
  </inkml:definitions>
  <inkml:trace contextRef="#ctx0" brushRef="#br0">0 83 5217,'0'0'8893,"1"-2"-8380,2-5 636,0 19-4,2 9-760,-3-16-357,0 0 0,1 0 0,0 0 0,0-1 0,0 1 0,1-1-1,-1 0 1,1 0 0,0 0 0,0 0 0,0-1 0,1 0 0,-1 0 0,1 0-1,0 0 1,0-1 0,10 4 0,-4-3 6,0 0-1,1-1 0,-1-1 1,1 0-1,-1-1 1,1 0-1,17-2 1,-27 2-29,0-1 1,0 1-1,0-1 0,0 1 1,0-1-1,0 0 0,0 0 1,0 0-1,0 0 0,0 0 1,0 0-1,0 0 0,-1-1 1,1 1-1,-1 0 0,1-1 1,1-2-1,-1 1-2,1-1-1,-1 1 1,0-1-1,-1 0 1,1 0 0,-1 0-1,1 0 1,0-6-1,0-3 8,-1 0 0,0 0 0,0 0 0,-4-25 0,3 36 12,-1 1-1,1-1 1,-1 1-1,1-1 1,-1 0 0,0 1-1,0-1 1,1 1-1,-1-1 1,0 1-1,0 0 1,-1-1-1,1 1 1,0 0 0,0 0-1,-1 0 1,1 0-1,0 0 1,-1 0-1,1 0 1,-1 0-1,0 0 1,1 1-1,-1-1 1,1 1 0,-1-1-1,-3 1 1,-5-2 21,-1 1 1,1 0 0,-16 1 0,16 0-69,5 0 6,0 0 1,0 1 0,0 0 0,0 0 0,0 0-1,0 0 1,0 1 0,-7 3 0,10-4-366,0 0 0,0 1 0,-1-1 1,1 1-1,0 0 0,0-1 0,0 1 1,1 0-1,-1 0 0,0 0 0,-1 3 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34.005"/>
    </inkml:context>
    <inkml:brush xml:id="br0">
      <inkml:brushProperty name="width" value="0.1" units="cm"/>
      <inkml:brushProperty name="height" value="0.1" units="cm"/>
      <inkml:brushProperty name="color" value="#E71224"/>
    </inkml:brush>
  </inkml:definitions>
  <inkml:trace contextRef="#ctx0" brushRef="#br0">1 1 5449,'0'0'8790,"2"1"-8242,0 0-478,-1-1-1,0 1 1,0 0 0,1 0-1,-1 1 1,0-1 0,0 0-1,0 0 1,0 0 0,0 1-1,0-1 1,-1 1 0,1-1-1,0 0 1,-1 1 0,1-1-1,-1 1 1,1 2 0,7 37 779,-6-26-508,5 48 291,-3 1 0,-4 65 0,-1-58-868,1-71 79,2 0-87,5-2 273,16-44 84,-13 26-116,1-1 1,0 1-1,2 1 1,19-24-1,-28 39-11,1-1 0,-1 2 0,1-1 0,1 0 0,-1 1-1,8-4 1,-10 6 25,-1 0-1,1 0 1,-1 0 0,1 0-1,0 0 1,-1 0 0,1 1-1,0 0 1,-1-1-1,1 1 1,0 0 0,0 0-1,-1 1 1,1-1-1,0 0 1,5 3 0,-6-1-4,0 0-1,-1 0 1,1 1 0,0-1 0,-1 1 0,1-1 0,-1 1 0,0 0 0,0-1 0,0 1 0,0 0-1,-1 0 1,1 0 0,0 4 0,-1-2 26,6 22 106,-5-14-122,2-1 1,0 1-1,0-1 1,1 0-1,7 14 1,-1-18-1312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34.785"/>
    </inkml:context>
    <inkml:brush xml:id="br0">
      <inkml:brushProperty name="width" value="0.1" units="cm"/>
      <inkml:brushProperty name="height" value="0.1" units="cm"/>
      <inkml:brushProperty name="color" value="#E71224"/>
    </inkml:brush>
  </inkml:definitions>
  <inkml:trace contextRef="#ctx0" brushRef="#br0">0 2 5625,'0'0'8182,"7"0"-7374,-3 0-668,-2 0-119,-1-1 0,0 1 1,0 0-1,0 0 0,0-1 0,0 1 1,0 0-1,0 0 0,0 0 1,1 0-1,-1 1 0,0-1 0,0 0 1,0 0-1,0 1 0,0-1 0,0 1 1,0-1-1,0 1 0,0-1 1,0 1-1,0-1 0,0 1 0,0 0 1,-1-1-1,1 1 0,0 0 1,0 0-1,-1 0 0,1 0 0,0 0 1,-1 0-1,1 0 0,-1 0 0,0 0 1,1 0-1,0 1 0,2 110 2265,-4-96-2211,0-1 0,-1 0 1,0 1-1,-1-1 0,-7 17 0,10-31-73,0 0 1,0-1 0,-1 1-1,1 0 1,0-1-1,-1 1 1,1-1-1,-1 1 1,1-1-1,0 1 1,-1-1 0,1 1-1,-1-1 1,0 1-1,1-1 1,-1 1-1,1-1 1,-1 0-1,0 1 1,0-1-3,1 0-1,0 0 1,-1 0 0,1 0-1,0 0 1,0 0-1,-1 0 1,1 0 0,0-1-1,-1 1 1,1 0 0,0 0-1,0 0 1,-1 0-1,1 0 1,0-1 0,0 1-1,-1 0 1,1 0 0,0 0-1,0-1 1,-1 1 0,1 0-1,0 0 1,0-1-1,0 1 1,0 0 0,0-1-1,-1 1 1,1 0 0,0 0-1,0-1 1,0 1-1,0 0 1,0-1 0,0 1-1,0 0 1,0-1 0,0 1-1,0-1 1,-2-95-362,2 63 349,0 29 6,0 1 0,1-1-1,-1 1 1,1-1 0,0 1 0,0-1-1,0 1 1,0 0 0,1 0-1,0-1 1,-1 1 0,1 0 0,0 0-1,0 0 1,1 1 0,-1-1 0,0 1-1,1-1 1,0 1 0,-1 0 0,1 0-1,0 0 1,0 0 0,7-3-1,-2 2 21,1-1 0,1 1-1,-1 0 1,0 1 0,1 0-1,0 1 1,-1 0 0,12 0-1,-18 1-8,-1 0 1,1 0-1,0 0 0,-1 1 1,1-1-1,0 1 0,-1-1 1,1 1-1,-1 0 0,1 0 1,-1 0-1,1 0 0,-1 1 1,4 2-1,-4-2 13,1 0 0,-1 1-1,0 0 1,-1-1 0,1 1 0,0 0-1,-1 0 1,0 0 0,1 0 0,-1 0-1,0 0 1,0 6 0,3 14 187,-2 0 0,-1 0 0,-3 37 0,1-9-2158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35.232"/>
    </inkml:context>
    <inkml:brush xml:id="br0">
      <inkml:brushProperty name="width" value="0.1" units="cm"/>
      <inkml:brushProperty name="height" value="0.1" units="cm"/>
      <inkml:brushProperty name="color" value="#E71224"/>
    </inkml:brush>
  </inkml:definitions>
  <inkml:trace contextRef="#ctx0" brushRef="#br0">9 6 6057,'0'0'8687,"9"-1"-7917,32-3-90,-39 4-642,0 0 1,0 0-1,0 0 0,0 1 0,1-1 0,-1 1 1,0-1-1,0 1 0,0 0 0,0 0 0,0 0 0,0 0 1,-1 0-1,1 0 0,0 1 0,0-1 0,-1 0 1,1 1-1,-1 0 0,1-1 0,-1 1 0,0 0 1,0-1-1,0 1 0,1 0 0,-2 0 0,1 0 1,0 0-1,0 3 0,6 8 223,13 21 72,-2 1 0,-1 0 0,-1 1 0,-3 1 0,-1 1 1,-1 0-1,-3 0 0,0 1 0,-3 0 0,-1 0 0,-4 79 0,-1-105-304,-1-1 1,-1 1-1,0-1 1,0 0 0,-1 1-1,-7 11 1,-38 67 103,40-77-124,6-10-109,1 0 0,-1-1-1,0 0 1,-1 1 0,1-1-1,0-1 1,-1 1-1,0 0 1,0-1 0,0 0-1,0 0 1,-5 2 0,-7 3-1586,-31 6 0,36-10 721,-26 6-4147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49:59.131"/>
    </inkml:context>
    <inkml:brush xml:id="br0">
      <inkml:brushProperty name="width" value="0.1" units="cm"/>
      <inkml:brushProperty name="height" value="0.1" units="cm"/>
      <inkml:brushProperty name="color" value="#E71224"/>
    </inkml:brush>
  </inkml:definitions>
  <inkml:trace contextRef="#ctx0" brushRef="#br0">1 323 7738,'0'0'3374,"30"-1"-2773,197-8 915,678-64 3363,-888 71-4822,412-53 938,3 30-223,-215 26-572,461-7 938,-288-24-412,-14 0 167,-315 27-710,302-18 310,-150 8-306,21-2 857,-176 3-653,-38 10-292,16-1 172,-1-2 0,36-10 0,-66 12-271,-11 2-770,-20 3-738,-124 18-7047,56-8-1750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0.478"/>
    </inkml:context>
    <inkml:brush xml:id="br0">
      <inkml:brushProperty name="width" value="0.1" units="cm"/>
      <inkml:brushProperty name="height" value="0.1" units="cm"/>
      <inkml:brushProperty name="color" value="#E71224"/>
    </inkml:brush>
  </inkml:definitions>
  <inkml:trace contextRef="#ctx0" brushRef="#br0">1 0 6705,'0'0'8432,"2"7"-8059,5 19 253,-1 1 0,-1-1 0,3 54 0,-8 93 520,-1-82-949,1 18-1982,-1-109 1750,1 0 0,0 0 0,0 0 0,0 1 0,0-1 0,0 0 0,0 0 0,0 0 0,1 0 0,-1 0 0,0 0 0,0 0 0,0 0 0,0 1 0,0-1 0,0 0 0,0 0 0,0 0 0,0 0 0,0 0 0,0 0 0,1 1-140,-1-1 140,0 0 0,0 0 0,0 0 0,0 0 0,0 0 0,0 0 0,0 0 0,0 0 0,1 0 0,-1 0 0,0 0 0,0 0 0,0 0 0,0 0 0,0 0 0,0 0 0,0 0 1,0 0-1,1 0 0,-1 0 0,0 0 0,0 0 0,0 0 0,0 0 0,0 0 0,0 0 0,0 0 0,1-1 0,4 2-889,-1-1 34,-1 0-1,1 0 1,0 0 0,-1 0 0,1-1-1,0 1 1,3-2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0.797"/>
    </inkml:context>
    <inkml:brush xml:id="br0">
      <inkml:brushProperty name="width" value="0.1" units="cm"/>
      <inkml:brushProperty name="height" value="0.1" units="cm"/>
      <inkml:brushProperty name="color" value="#E71224"/>
    </inkml:brush>
  </inkml:definitions>
  <inkml:trace contextRef="#ctx0" brushRef="#br0">193 38 2473,'0'0'13024,"0"-7"-12113,0 6-848,0-1 1,0 0 0,0 0 0,0 0 0,-1 0 0,1 1 0,-1-1 0,1 0 0,-1 0 0,1 0 0,-2-1 0,1 2-30,0 0 0,1 1 0,-1-1 0,0 0 0,0 1 0,0-1 1,0 1-1,0-1 0,0 1 0,0-1 0,0 1 0,0 0 0,0 0 0,0-1 0,0 1 1,0 0-1,0 0 0,0 0 0,0 0 0,-1 0 0,1 0 0,0 1 0,0-1 0,0 0 0,0 0 1,0 1-1,0-1 0,-2 2 0,-6 1 65,0 0 1,1 1-1,-1 1 1,1-1-1,0 1 1,0 1-1,0 0 1,1 0-1,0 0 1,0 1-1,0 0 1,1 0-1,0 1 1,1-1-1,-7 12 1,7-9-71,0 0 1,1 0-1,0 1 1,0-1-1,1 1 1,1 0-1,0 0 0,0 0 1,1 1-1,1-1 1,-1 0-1,4 20 1,-3-28-30,1-1-1,-1 1 1,1-1 0,0 0-1,0 1 1,0-1 0,0 0-1,0 0 1,1 1 0,-1-1-1,0 0 1,1 0 0,0 0-1,0-1 1,-1 1-1,5 2 1,-1 0-2,0-1 1,0-1-1,0 1 0,0-1 0,1 0 0,-1 0 1,7 1-1,7 0-42,0 0 1,1-1 0,24-1 0,7 0-546,-17 0-1247,-1-2 1,37-4 0,-21-8-3246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1.266"/>
    </inkml:context>
    <inkml:brush xml:id="br0">
      <inkml:brushProperty name="width" value="0.1" units="cm"/>
      <inkml:brushProperty name="height" value="0.1" units="cm"/>
      <inkml:brushProperty name="color" value="#E71224"/>
    </inkml:brush>
  </inkml:definitions>
  <inkml:trace contextRef="#ctx0" brushRef="#br0">0 85 7362,'0'0'10232,"13"21"-9378,36 70-262,-47-86-531,1-1 0,-1 1 1,0 0-1,0 0 0,0 1 0,-1-1 1,1 0-1,-1 0 0,-1 1 0,1-1 0,-1 0 1,0 11-1,-1 3 155,2-5-117,-1-11-99,0 0 0,1 0 0,-1 0 0,0 0 0,-1 0 0,1-1 0,0 1 0,-2 4 0,2-7-32,0 1 0,-1-1 0,1 0-1,-1 1 1,1-1 0,0 0 0,-1 0 0,1 0 0,-1 1-1,1-1 1,-1 0 0,1 0 0,0 0 0,-1 0 0,1 0 0,-1 0-1,1 0 1,-1 0 0,1 0 0,-1 0 0,1 0 0,-1 0-1,1 0 1,-1 0 0,1 0 0,-1 0 0,1 0 0,0-1 0,-1 1-1,1 0 1,-1 0 0,1-1 0,0 1 0,-1 0 0,1 0 0,-1-1-1,1 1 1,0 0 0,-1-1 0,1 1 0,0-1 0,0 1-1,-1 0 1,1-1 0,0 0 0,-2-10-95,0 0-1,1 0 1,0 0-1,1 0 1,0-1 0,1 1-1,0 0 1,1 0-1,0 0 1,1 1 0,0-1-1,1 0 1,0 1-1,7-13 1,-1 8 94,0 0 1,2 2-1,-1-1 1,2 1-1,0 1 1,19-14-1,-24 20 105,0 0-1,1 1 0,0 0 1,0 0-1,0 1 1,0 0-1,1 1 0,-1 0 1,1 1-1,0 0 0,0 0 1,14 0-1,-22 2-18,0 0 0,0 1 0,1-1 0,-1 1 0,0-1 1,0 1-1,1 0 0,-1 0 0,0 0 0,0 0 0,0 0 0,0 0 0,0 1 0,-1-1 0,1 0 0,0 1 0,0 0 0,-1-1 0,1 1 1,-1 0-1,0 0 0,0 0 0,3 4 0,0 3 140,-1 0 0,1 0 0,-1 0 0,1 10 0,-3-17-174,9 43 542,-3-10-163,14 40 0,-18-65-390,1-1-1,0 1 1,1-1 0,0 0 0,1 0-1,-1 0 1,2-1 0,10 12 0,-13-17-320,0 0 0,0-1 0,0 1-1,1-1 1,-1 0 0,0 0 0,1-1 0,-1 1 0,1-1 0,0 0 0,0 0 0,-1-1 0,1 1 0,0-1-1,0 0 1,-1 0 0,7-2 0,4 2-1961,10 0-3004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1.872"/>
    </inkml:context>
    <inkml:brush xml:id="br0">
      <inkml:brushProperty name="width" value="0.1" units="cm"/>
      <inkml:brushProperty name="height" value="0.1" units="cm"/>
      <inkml:brushProperty name="color" value="#E71224"/>
    </inkml:brush>
  </inkml:definitions>
  <inkml:trace contextRef="#ctx0" brushRef="#br0">1 134 7498,'0'0'10987,"2"-7"-10611,1-3-330,2-2 426,-1 37 608,-3 7-447,4 40 33,-4-65-652,0-1 0,0 1 0,1 0 0,0-1 0,1 1 0,-1-1 0,1 0-1,5 7 1,-7-11-27,1 0-1,-1-1 1,1 1-1,0-1 0,-1 1 1,1-1-1,0 1 1,0-1-1,0 0 0,0 0 1,0 0-1,0 0 1,0 0-1,1-1 0,-1 1 1,0-1-1,0 1 1,1-1-1,-1 0 1,0 0-1,1 0 0,2 0 1,-3 0-56,-1 0 1,1 0 0,0-1 0,0 1 0,0-1-1,-1 1 1,1-1 0,0 0 0,-1 1-1,1-1 1,0 0 0,-1 0 0,1 0-1,-1 0 1,1-1 0,-1 1 0,0 0-1,1 0 1,-1-1 0,0 1 0,0-1-1,0 1 1,0-1 0,0 0 0,-1 1-1,2-3 1,0-5-266,-1 0 1,0-1-1,0 1 0,-1 0 0,0-1 0,0 1 1,-1 0-1,-1 0 0,1 0 0,-4-10 0,1 7 309,0 1-1,0 0 1,-1 0-1,0 1 0,-1-1 1,-1 1-1,-9-12 0,16 22 51,0 0-1,0 0 0,0 1 0,0-1 1,0 0-1,0 0 0,0 1 0,0-1 0,0 0 1,0 0-1,0 0 0,0 1 0,0-1 1,-1 0-1,1 0 0,0 0 0,0 0 1,0 1-1,0-1 0,0 0 0,0 0 0,-1 0 1,1 0-1,0 1 0,0-1 0,0 0 1,0 0-1,-1 0 0,1 0 0,0 0 1,0 0-1,0 0 0,-1 0 0,1 0 0,0 0 1,0 0-1,0 0 0,-1 0 0,1 0 1,0 0-1,0 0 0,-1 0 0,1 0 1,0 0-1,0 0 0,0 0 0,-1 0 0,1 0 1,0 0-1,0 0 0,0 0 0,0 0 1,-1 0-1,1-1 0,0 1 0,0 0 0,0 0 1,0 0-1,-1 0 0,1-1 0,0 1 1,0 0-1,0 0 0,0-1 0,0 24 555,0-18-281,0-1-223,0 0 0,0 0 0,1 0 0,-1 0 0,1 0 0,0 0 0,0 0 0,1 0 0,-1-1 0,1 1 1,0 0-1,0-1 0,0 1 0,0-1 0,0 0 0,1 0 0,0 0 0,-1 0 0,1 0 0,0 0 0,0-1 1,1 1-1,-1-1 0,1 0 0,-1 0 0,1 0 0,-1-1 0,1 1 0,0-1 0,0 0 0,0 0 0,0 0 1,0-1-1,0 1 0,4-1 0,36 0 82,0-2 1,0-1-1,51-12 1,-45 7-348,90-4 1,-135 12 185,-1 0 1,0 1-1,0-1 1,0 1-1,0 0 1,0 1-1,0-1 1,0 1 0,0-1-1,0 1 1,-1 0-1,1 1 1,-1-1-1,0 1 1,1-1 0,-1 1-1,0 0 1,0 0-1,-1 0 1,4 5-1,11 11 131,-15-17-113,0 0 1,1 0-1,-1 1 0,1-2 0,-1 1 0,1 0 0,-1 0 0,1-1 1,0 0-1,0 1 0,0-1 0,0 0 0,0-1 0,0 1 0,0 0 1,0-1-1,0 0 0,0 1 0,0-1 0,0 0 0,0-1 0,0 1 1,0-1-1,1 1 0,-1-1 0,-1 0 0,1 0 0,0 0 0,0 0 1,0-1-1,0 1 0,-1-1 0,1 0 0,-1 0 0,1 0 0,2-2 1,-1 0-68,0 0 0,-1 0 0,1-1 0,-1 1 1,0-1-1,0 0 0,0 0 0,0 0 1,-1 0-1,0 0 0,0 0 0,-1-1 1,1 1-1,-1-1 0,0 1 0,-1-1 0,1 0 1,-1 1-1,-1-11 0,-2 5-854,0 1 0,0 0 1,-1 0-1,-1 0 0,-10-18 0,-9-15-6741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3.507"/>
    </inkml:context>
    <inkml:brush xml:id="br0">
      <inkml:brushProperty name="width" value="0.1" units="cm"/>
      <inkml:brushProperty name="height" value="0.1" units="cm"/>
      <inkml:brushProperty name="color" value="#E71224"/>
    </inkml:brush>
  </inkml:definitions>
  <inkml:trace contextRef="#ctx0" brushRef="#br0">5990 6 9058,'0'0'3274,"-24"-2"-2765,-78-1 330,86 3-699,0 1 0,0 1 0,1 0 1,-1 1-1,1 1 0,-1 0 0,1 1 0,0 1 0,-17 9 0,-7 2-67,-296 128-1,7 15 0,-377 247 0,181-43-62,366-251-11,-774 594 11,60 96 4,299-164-36,207-191 12,38 28-22,269-378 16,5 2 1,4 2-1,5 3 0,4 1 0,5 2 0,-34 173 1,-28 307 55,54-310-26,14 59-1,29 3 8,2-179-15,-3-86 4,0-38 95,2 0 0,1 0 0,2 0 0,13 67 0,81 349 756,-51-210-267,-26-159-409,5-1-1,2-2 1,5-1-1,3-1 1,3-2-1,3-1 1,53 71-1,-47-76-57,-20-27-76,2-1 1,40 43-1,-58-74-31,0-1 1,0 0 0,1-1-1,1-1 1,-1 0 0,2 0-1,-1-1 1,1-1 0,0 0-1,1-1 1,21 6-1,-9-7 112,1-1 0,-1-1 0,1-1 0,30-3 0,-25 1 417,-10-11-344,-15 4-293,-8 7 77,0-1 1,0 1 0,0 0-1,0 0 1,0 0-1,0 0 1,0 0 0,0 0-1,0-1 1,0 1-1,0 0 1,0 0 0,0 0-1,0 0 1,0 0 0,0 0-1,0-1 1,0 1-1,-1 0 1,1 0 0,0 0-1,0 0 1,0 0 0,0 0-1,0 0 1,0 0-1,0-1 1,0 1 0,0 0-1,-1 0 1,1 0-1,0 0 1,0 0 0,0 0-1,0 0 1,0 0 0,0 0-1,0 0 1,-1 0-1,1 0 1,0 0 0,0 0-1,0 0 1,0 0 0,0 0-1,-1 0 1,1 0-1,0 0 1,0 0 0,0 0-1,0 0 1,0 0-1,0 0 1,0 0 0,-1 0-1,1 0 1,-38 5-3368,19 0-1661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4.348"/>
    </inkml:context>
    <inkml:brush xml:id="br0">
      <inkml:brushProperty name="width" value="0.1" units="cm"/>
      <inkml:brushProperty name="height" value="0.1" units="cm"/>
      <inkml:brushProperty name="color" value="#E71224"/>
    </inkml:brush>
  </inkml:definitions>
  <inkml:trace contextRef="#ctx0" brushRef="#br0">241 0 8554,'0'0'9553,"-4"4"-9137,-6 9-214,1 0 0,0 1-1,1 0 1,-10 22 0,-25 70 887,30-73-864,-8 23 148,-46 126 471,58-151-755,1 1 0,1 0 0,-4 59 0,10-62-76,-1-7-8,1-1 0,4 28 1,-3-44-8,1 0 1,-1 0-1,2 0 0,-1-1 0,0 1 1,1 0-1,0-1 0,0 1 1,0-1-1,1 1 0,-1-1 1,1 0-1,0 0 0,1 0 0,3 3 1,1-1-36,0 0 1,1 0-1,0-1 1,0 0-1,1-1 0,-1 0 1,1-1-1,0 0 1,0 0-1,18 2 1,9-1-154,59-1 1,-88-3 155,46 1-569,41 0-1917,-83-2 243,1 0 0,20-5 0,-18 2-3718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5.640"/>
    </inkml:context>
    <inkml:brush xml:id="br0">
      <inkml:brushProperty name="width" value="0.1" units="cm"/>
      <inkml:brushProperty name="height" value="0.1" units="cm"/>
      <inkml:brushProperty name="color" value="#E71224"/>
    </inkml:brush>
  </inkml:definitions>
  <inkml:trace contextRef="#ctx0" brushRef="#br0">132 0 8970,'0'0'9473,"8"6"-8899,-8-6-570,5 3 99,0 0 1,-1 1-1,1-1 0,-1 1 1,0 0-1,0 0 1,-1 1-1,1-1 0,-1 1 1,0 0-1,5 9 1,3 15 110,-2 1 1,0 0-1,-2 0 1,-2 1-1,0 0 1,0 49-1,-5-78-222,0 0 0,0 0 0,0 0 0,0 0 1,0 0-1,0 0 0,-1 0 0,1 0 0,-1 0 0,1 0 0,-1 0 0,0 0 0,0 0 0,0 0 0,0 0 0,0-1 0,-2 3 0,-1-1-23,0-1-1,1 0 0,-1 0 1,0 0-1,0 0 1,0-1-1,-7 2 1,10-3 29,-13 4-396,0 0 0,0-2 0,-1 0 0,0 0 0,-14-1 0,21-2-473,-1 1-1,1-1 1,0 0-1,0-1 1,1 1-1,-11-5 0,-8-9-5196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5.849"/>
    </inkml:context>
    <inkml:brush xml:id="br0">
      <inkml:brushProperty name="width" value="0.1" units="cm"/>
      <inkml:brushProperty name="height" value="0.1" units="cm"/>
      <inkml:brushProperty name="color" value="#E71224"/>
    </inkml:brush>
  </inkml:definitions>
  <inkml:trace contextRef="#ctx0" brushRef="#br0">0 5 9962,'0'0'9482,"60"-5"-9634,-52 20-432,-6 26-1056,-2-7-2913,0 5-2817</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6.262"/>
    </inkml:context>
    <inkml:brush xml:id="br0">
      <inkml:brushProperty name="width" value="0.1" units="cm"/>
      <inkml:brushProperty name="height" value="0.1" units="cm"/>
      <inkml:brushProperty name="color" value="#E71224"/>
    </inkml:brush>
  </inkml:definitions>
  <inkml:trace contextRef="#ctx0" brushRef="#br0">47 71 10906,'0'0'6486,"0"0"-6474,0-1 0,0 1 1,0 0-1,0 0 0,1 0 1,-1 0-1,0 0 0,0 0 1,0 0-1,1 0 0,-1 0 1,0 0-1,0 0 0,0 0 1,1 0-1,-1 0 0,0 0 1,0 0-1,0 0 0,1 0 1,-1 0-1,0 0 0,0 0 0,0 0 1,1 0-1,-1 0 0,0 0 1,0 0-1,0 0 0,0 0 1,1 0-1,-1 1 0,0-1 1,0 0-1,0 0 0,0 0 1,1 0-1,-1 1 0,0-1 1,0 0-1,0 0 0,0 0 1,0 0-1,0 1 0,0-1 1,0 0-1,0 0 0,0 0 1,0 1-1,0-1 0,0 0 1,0 0-1,0 0 0,0 1 1,0-1-1,0 0 0,0 1 1,-1 6 243,0 0 1,0 0-1,-1 0 1,0 0-1,0 0 1,-1 0-1,0-1 1,-4 8-1,-7 18 375,10-21-538,1 1 1,0-1-1,0 1 1,1 0 0,1 0-1,0 15 1,1-26-96,0 1 0,0 0 0,1-1 0,-1 1 0,1 0 0,-1-1 0,1 1 0,0 0 0,0-1 0,-1 1 0,1-1 0,0 0 0,0 1 0,0-1 0,1 0 0,-1 0 0,0 1 0,0-1 0,1 0 0,-1 0 0,1 0 0,-1 0 0,1-1 0,-1 1 0,1 0 0,-1-1 0,1 1 0,0-1 0,-1 1 0,1-1 0,3 0 0,7 2-8,1-1-1,-1 0 1,18-2 0,-19 1 8,4-1-77,-1-1 0,1 0 1,-1-1-1,0 0 0,0-1 0,22-10 0,-27 10-60,0 0 0,0-1-1,0 0 1,-1-1 0,0 1-1,0-2 1,0 1 0,-1-1-1,0 0 1,9-12 0,-13 14 111,-1 0 0,0 0 1,0 0-1,0-1 1,-1 1-1,1 0 1,-1-1-1,-1 1 0,1-1 1,-1 1-1,0 0 1,0-1-1,0 1 1,-1-1-1,0 1 1,0-1-1,-1 1 0,1 0 1,-1 0-1,0 0 1,0 0-1,-1 0 1,0 0-1,1 0 0,-2 1 1,-4-7-1,2 5 52,1 1 0,-2-1 0,1 1 0,-1 0 0,0 0 0,0 1 0,0-1 0,0 2 0,-1-1 0,0 1 0,0 0 0,0 1 0,0 0 0,0 0 0,0 1 0,0 0 0,-1 0 0,-14 1 0,19 0-11,0 1-1,0-1 1,0 0-1,0 1 0,0 0 1,0 0-1,0 0 1,0 1-1,1-1 1,-1 1-1,0 0 0,1 0 1,0 0-1,-1 0 1,1 1-1,0-1 0,0 1 1,-3 3-1,3-2-290,0 1 0,0-1 0,0 1 0,0-1 0,1 1 1,0 0-1,0 0 0,0 0 0,1 0 0,0 1 0,0-1 0,0 0 0,0 6 0,1 12-5222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6.869"/>
    </inkml:context>
    <inkml:brush xml:id="br0">
      <inkml:brushProperty name="width" value="0.1" units="cm"/>
      <inkml:brushProperty name="height" value="0.1" units="cm"/>
      <inkml:brushProperty name="color" value="#E71224"/>
    </inkml:brush>
  </inkml:definitions>
  <inkml:trace contextRef="#ctx0" brushRef="#br0">0 1 6369,'0'0'10751,"4"16"-10062,-4-16-686,6 28 379,-2-1 1,0 1-1,0 30 0,-13 271 2016,9-328-2400,0-1 0,0 1 1,1 0-1,-1 0 0,0 0 0,0 0 0,0 0 0,0-1 0,1 1 0,-1 0 0,0 0 0,1 0 0,-1-1 0,1 1 0,-1 0 0,1 0 1,-1-1-1,1 1 0,0 0 0,-1-1 0,1 1 0,1 0 0,-2-1 4,1 0 0,-1 0 0,0 0-1,1 0 1,-1 1 0,1-1 0,-1 0 0,0-1 0,1 1 0,-1 0 0,1 0-1,-1 0 1,0 0 0,1 0 0,-1 0 0,1 0 0,-1 0 0,0-1 0,1 1-1,-1 0 1,0 0 0,1-1 0,-1 1 0,0 0 0,1 0 0,-1-1 0,0 1-1,0 0 1,1-1 0,-1 1 0,0 0 0,0-1 0,0 1 0,1-1 0,-1 1-1,0 0 1,0-1 0,0 1 0,0-1 0,0 1 0,0 0 0,0-1 0,0 1-1,0-1 1,4-10-54,0 1 0,1 0 0,0 0 0,0 1 0,1-1 0,1 1 0,9-10 0,3-6 36,-9 10 5,42-55 2,-46 63-4,1-1 0,0 1 0,1 1 0,0-1 0,0 1 0,12-7 1,-16 11 13,1 0 0,-1 1 0,0-1 0,0 1 0,1 0 0,-1 0 0,1 1 0,-1-1 1,7 1-1,-9 0 4,0 0 1,0 0-1,0 0 1,-1 1 0,1-1-1,0 0 1,0 1-1,-1-1 1,1 1 0,0 0-1,0-1 1,-1 1-1,1 0 1,-1 0-1,1 0 1,-1 0 0,1 1-1,-1-1 1,0 0-1,1 0 1,-1 1 0,0-1-1,0 1 1,1 2-1,6 18 166,-1 0-1,5 34 0,3 11-57,-15-67-378,0 1-1,1 0 0,-1 0 0,0 0 1,0-1-1,0 1 0,1 0 0,-1 0 0,0 0 1,0 0-1,0 0 0,0-1 0,0 1 1,-1 0-1,1 0 0,0 0 0,0 0 0,0 0 1,-1-1-1,1 1 0,-1 0 0,1 0 1,0-1-1,-1 1 0,1 0 0,-1 0 0,0-1 1,1 1-1,-1-1 0,1 1 0,-1 0 1,0-1-1,0 1 0,1-1 0,-1 0 0,0 1 1,0-1-1,1 0 0,-1 1 0,0-1 1,0 0-1,0 0 0,0 0 0,0 1 1,1-1-1,-1 0 0,0 0 0,0 0 0,0-1 1,0 1-1,-1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7.457"/>
    </inkml:context>
    <inkml:brush xml:id="br0">
      <inkml:brushProperty name="width" value="0.1" units="cm"/>
      <inkml:brushProperty name="height" value="0.1" units="cm"/>
      <inkml:brushProperty name="color" value="#E71224"/>
    </inkml:brush>
  </inkml:definitions>
  <inkml:trace contextRef="#ctx0" brushRef="#br0">1 104 5209,'0'0'10710,"6"-2"-9931,20-8 37,-26 10-790,1 0-1,-1 0 0,1 0 0,0 0 1,-1 0-1,1 0 0,-1 0 0,1 0 1,-1 0-1,1 0 0,-1 0 0,1 0 0,-1 1 1,1-1-1,-1 0 0,1 0 0,-1 1 1,1-1-1,-1 0 0,1 0 0,-1 1 1,1-1-1,-1 0 0,0 1 0,1-1 0,-1 1 1,0-1-1,1 1 0,-1-1 0,0 1 1,0-1-1,1 1 0,-1-1 0,0 1 1,0-1-1,0 1 0,0-1 0,1 1 1,-1-1-1,0 1 0,0-1 0,0 1 0,-1 0 1,2 2 104,5 34 576,-2 0 0,0 42 0,-3-60-800,2-38 31,1 0-1,1 1 1,1 0 0,1 0-1,0 0 1,1 1 0,1 0-1,0 0 1,2 1 0,0 0-1,0 1 1,2 0 0,16-15-1,-26 27 63,0 0 0,0 1 0,1-1 0,-1 1-1,1 0 1,-1 0 0,1 0 0,0 0 0,0 1 0,0-1 0,0 1-1,0 0 1,0 0 0,5 0 0,-8 2 7,1-1 0,-1 0 1,0 1-1,0 0 0,0-1 0,0 1 0,0 0 1,0 0-1,0-1 0,0 1 0,0 0 1,0 0-1,0 0 0,0 0 0,-1 0 0,1 0 1,0 0-1,-1 1 0,1-1 0,-1 0 0,1 0 1,-1 0-1,1 1 0,-1-1 0,0 0 1,0 0-1,0 1 0,0 2 0,3 42 305,-3-45-294,0 167-489,0-167 182,1 0-1,-1 0 1,0 0 0,0 0 0,1 0-1,-1 0 1,1 0 0,-1 0-1,1 0 1,-1 0 0,1 0 0,-1 0-1,1 0 1,0-1 0,0 1 0,-1 0-1,1 0 1,0-1 0,0 1 0,0 0-1,0-1 1,0 1 0,0-1-1,0 1 1,0-1 0,0 0 0,0 1-1,0-1 1,0 0 0,0 0 0,2 1-1,13-1-6058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07.694"/>
    </inkml:context>
    <inkml:brush xml:id="br0">
      <inkml:brushProperty name="width" value="0.1" units="cm"/>
      <inkml:brushProperty name="height" value="0.1" units="cm"/>
      <inkml:brushProperty name="color" value="#E71224"/>
    </inkml:brush>
  </inkml:definitions>
  <inkml:trace contextRef="#ctx0" brushRef="#br0">59 0 1136,'0'0'18076,"57"61"-17204,-57-27-168,-5-3-271,-14 8-233,0-5-200,0-2-144,-3-1-841,6-4-1791,0-10-3234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2.071"/>
    </inkml:context>
    <inkml:brush xml:id="br0">
      <inkml:brushProperty name="width" value="0.1" units="cm"/>
      <inkml:brushProperty name="height" value="0.1" units="cm"/>
      <inkml:brushProperty name="color" value="#E71224"/>
    </inkml:brush>
  </inkml:definitions>
  <inkml:trace contextRef="#ctx0" brushRef="#br0">1 99 5209,'0'0'9581,"0"-3"-9077,5-10-226,-5 13-252,0 0 1,0 0-1,1 0 0,-1 0 1,0 0-1,0 0 0,0 0 1,1 0-1,-1 0 0,0 0 1,0 0-1,1 0 0,-1 0 1,0 0-1,0 0 0,1 0 1,-1 0-1,0 0 0,0 0 1,1 0-1,-1 0 0,0 0 1,0 1-1,0-1 0,1 0 1,-1 0-1,0 0 0,0 0 1,0 1-1,0-1 0,1 0 1,16 27 1298,-11-15-1083,-1-1 1,0 1 0,-1 0-1,-1 0 1,1 0 0,0 14-1,5 79 549,-3-12-712,-3-52-63,-3-40-24,0-16-308,0-207-552,0 212 850,1 1-1,0-1 1,1 1 0,0-1-1,1 1 1,-1 0-1,2 0 1,-1 0 0,1 0-1,1 0 1,0 1-1,0 0 1,11-13 0,-15 20 11,0 0 1,0-1-1,0 1 0,0 0 1,1 0-1,-1 0 1,1 0-1,-1 1 0,1-1 1,-1 0-1,1 0 1,-1 1-1,1-1 1,-1 1-1,1 0 0,0-1 1,-1 1-1,1 0 1,0 0-1,-1 0 1,1 0-1,0 0 0,-1 0 1,1 1-1,3 0 1,-3 0 14,1 0 0,-1 0-1,0 0 1,1 0 0,-1 1 0,0-1 0,0 1 0,0-1 0,0 1 0,0 0 0,0 0 0,0 0 0,-1 0 0,1 0 0,1 4 0,21 51 329,-20-46-256,-1 0 0,1-1 1,1 0-1,0 0 0,0-1 0,1 1 1,0-1-1,1 0 0,8 8 0,-15-17-86,1 1 0,0 0 0,0-1-1,0 1 1,-1 0 0,1-1-1,0 1 1,0-1 0,0 0 0,0 1-1,0-1 1,0 0 0,0 1 0,0-1-1,0 0 1,0 0 0,0 0 0,0 0-1,0 0 1,0 0 0,0 0 0,1 0-1,-1-1 1,0 1 0,0 0 0,0-1-1,-1 1 1,1 0 0,0-1 0,0 1-1,0-1 1,0 0 0,0 1 0,0-1-1,-1 0 1,1 1 0,0-1 0,0 0-1,-1 0 1,1 0 0,-1 0 0,1 1-1,0-2 1,4-6-82,-1 0 0,0 0 0,6-17 0,-7 19 54,5-19-76,-1 0-1,6-40 1,-5 26 68,-8 37 36,0 0 0,1 0 0,-1 1-1,1-1 1,0 0 0,-1 1 0,1-1 0,0 1 0,0-1 0,0 1 0,0-1 0,1 1 0,-1 0 0,0-1 0,0 1 0,1 0-1,-1 0 1,1 0 0,-1 0 0,1 0 0,-1 0 0,3 0 0,0 0-4,-1 0-1,1 0 0,-1 0 1,1 1-1,-1 0 1,1 0-1,-1 0 1,1 0-1,-1 0 1,7 2-1,-7-1 14,-1 0 0,0 0 0,0 0 0,1 0 0,-1 1 0,0-1 0,0 1 0,-1-1-1,1 1 1,0 0 0,0 0 0,1 3 0,19 28 219,-18-27-107,54 107 655,-29-51-745,-29-62-39,5 11 37,1-2 0,10 17 0,0-9-2481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2.758"/>
    </inkml:context>
    <inkml:brush xml:id="br0">
      <inkml:brushProperty name="width" value="0.1" units="cm"/>
      <inkml:brushProperty name="height" value="0.1" units="cm"/>
      <inkml:brushProperty name="color" value="#E71224"/>
    </inkml:brush>
  </inkml:definitions>
  <inkml:trace contextRef="#ctx0" brushRef="#br0">7 59 4457,'0'4'10456,"-1"7"-10038,-2 8-69,1 0 0,1 1 0,1-1 1,3 22-1,-2-38-333,-1-1-1,1 0 1,0 1 0,0-1-1,0 0 1,0 0 0,1 0 0,-1 0-1,1 0 1,-1 0 0,1 0-1,0-1 1,-1 1 0,1-1-1,0 1 1,0-1 0,0 1-1,0-1 1,1 0 0,-1 0 0,0 0-1,0 0 1,1-1 0,-1 1-1,0 0 1,4-1 0,8 3 43,1-2 0,-1 0 0,19-1 1,-19 0-5,-9 0-47,0 0 1,1 0-1,-1 0 0,0-1 0,0 0 1,0 0-1,0 0 0,5-3 1,-8 3-2,0 0 1,0 0 0,-1 0 0,1-1 0,-1 1 0,1-1-1,-1 1 1,0-1 0,1 1 0,-1-1 0,0 0 0,0 1 0,0-1-1,0 0 1,-1 0 0,1 0 0,0 0 0,-1 0 0,0 0-1,1 0 1,-1 0 0,0 0 0,0-3 0,1-4 35,1-11 25,-1-1-1,-1 0 1,-5-37-1,5 55-16,-1 1-1,0-1 1,0 0-1,0 0 1,0 1-1,-1-1 0,1 1 1,-1-1-1,1 1 1,-1 0-1,0-1 1,0 1-1,0 0 1,0 0-1,0 0 1,-1 1-1,-3-4 1,2 3-14,-1 0 1,0 0-1,1 0 1,-1 1-1,0 0 0,0-1 1,0 2-1,0-1 1,-9 0-1,8 1-31,-1 0-1,1 1 1,0-1-1,0 1 1,1 0-1,-1 1 1,0 0-1,0-1 1,1 2-1,-1-1 1,1 1-1,-1 0 1,1 0-1,0 0 0,0 1 1,1-1-1,-9 9 1,13-11-49,0-1 0,0 0 0,-1 0 0,1 1 1,0-1-1,0 0 0,0 0 0,0 1 0,0-1 0,0 0 1,0 0-1,0 1 0,0-1 0,0 0 0,0 1 0,0-1 0,0 0 1,0 0-1,0 1 0,0-1 0,0 0 0,0 1 0,0-1 1,0 0-1,0 0 0,1 1 0,-1-1 0,0 0 0,0 0 0,0 0 1,0 1-1,1-1 0,-1 0 0,0 0 0,0 0 0,0 1 1,1-1-1,-1 0 0,0 0 0,0 0 0,1 0 0,-1 0 0,1 1 1,14 4-2040,-10-3 818,24 7-5725,-18-6 2939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3.202"/>
    </inkml:context>
    <inkml:brush xml:id="br0">
      <inkml:brushProperty name="width" value="0.1" units="cm"/>
      <inkml:brushProperty name="height" value="0.1" units="cm"/>
      <inkml:brushProperty name="color" value="#E71224"/>
    </inkml:brush>
  </inkml:definitions>
  <inkml:trace contextRef="#ctx0" brushRef="#br0">0 22 4625,'0'0'7430,"0"-3"-6706,3-16 2544,-3 19-3223,1 0 0,0 1 0,0-1 0,-1 0 0,1 0 0,0 0 0,-1 0 0,1 1 0,0-1-1,-1 0 1,1 0 0,0 1 0,-1-1 0,1 1 0,0-1 0,-1 1 0,1-1 0,-1 0 0,1 1-1,0 0 1,3 8 140,0 0 0,0-1-1,-1 1 1,0 1 0,-1-1 0,0 0-1,2 13 1,2 71 387,-6-79-481,10 102 332,1 18-2464,-11-133 1769,0 0-1,0 0 1,0 0-1,0 0 0,0 1 1,0-1-1,-1 0 1,1 0-1,0 0 1,-1 0-1,1 0 1,-1 0-1,1 0 1,-1 0-1,1 0 1,-1 0-1,0 0 1,0 0-1,1 0 1,-1 0-1,0 0 1,0-1-1,0 1 1,0 0-1,0-1 1,0 1-1,0-1 1,0 1-1,0-1 1,0 1-1,0-1 1,0 0-1,-1 1 1,-1-1-1,-18 5-5790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4.146"/>
    </inkml:context>
    <inkml:brush xml:id="br0">
      <inkml:brushProperty name="width" value="0.1" units="cm"/>
      <inkml:brushProperty name="height" value="0.1" units="cm"/>
      <inkml:brushProperty name="color" value="#E71224"/>
    </inkml:brush>
  </inkml:definitions>
  <inkml:trace contextRef="#ctx0" brushRef="#br0">0 287 6569,'0'0'7619,"27"-10"-7163,88-30 85,28-5 717,-85 29-1156,-1-3 1,94-45-1,-145 61-124,-1 0 1,0 0-1,0 0 0,0-1 0,-1 1 0,1-1 1,-1 0-1,5-6 0,-7 7 60,0 0 0,0-1 0,0 1-1,-1-1 1,1 1 0,-1-1 0,0 0 0,0 1 0,0-1-1,-1 0 1,1 0 0,-1 0 0,0-5 0,-6 18 240,-1 11-139,0 2-1,1-1 1,2 1 0,0 0-1,1 0 1,1 0-1,1 1 1,4 40-1,-3-61-142,1-1 0,-1 0 0,0 1 0,1-1 0,0 0 0,-1 1 0,1-1 0,0 0 0,0 0 0,0 0 0,0 0 0,0 0 0,0 0 0,0 0 0,0 0 0,0 0-1,0 0 1,0 0 0,1-1 0,-1 1 0,0 0 0,0-1 0,1 1 0,-1-1 0,1 0 0,-1 1 0,0-1 0,4 0 0,5 2-25,1-2 0,19 1 0,-21-1 11,-3-1-84,0 1 1,0-1-1,0 0 1,0 0-1,0-1 0,-1 0 1,1 0-1,0 0 1,-1-1-1,1 1 1,-1-1-1,0-1 1,0 1-1,5-5 1,-3 2 54,0-1-1,-1 0 1,1 0 0,-2-1 0,1 0 0,-1 0 0,0 0 0,5-12 0,-6 32 2438,-4-7-2359,1 0 1,0-1-1,0 1 0,1-1 1,-1 0-1,1 1 1,0-1-1,0 0 0,3 5 1,-1-7-47,-1-1 1,1 1 0,0 0-1,0-1 1,0 0 0,0 0 0,0 0-1,1-1 1,-1 1 0,0-1-1,0 0 1,8-1 0,-3 0-106,1 0 1,0 0 0,-1-1 0,15-5 0,-19 5 20,0 0 0,0 0 0,0-1 0,0 0 0,-1 0 0,1 0 0,-1 0 0,1-1 0,-1 1 1,0-1-1,-1 0 0,1 0 0,-1-1 0,4-5 0,-4 4 64,0-1 0,0 0 0,-1 0 0,0 0-1,0-1 1,-1 1 0,0 0 0,0-1 0,-1-14 0,0 19 21,2-17 422,-2 20-406,0 0-1,0-1 1,1 1 0,-1 0 0,0-1 0,0 1-1,0 0 1,1-1 0,-1 1 0,0 0 0,0 0 0,1-1-1,-1 1 1,0 0 0,1 0 0,-1-1 0,0 1 0,1 0-1,-1 0 1,0 0 0,1 0 0,-1 0 0,0 0 0,1-1-1,-1 1 1,0 0 0,1 0 0,-1 0 0,0 0-1,1 0 1,-1 0 0,1 0 0,-1 1 0,0-1 0,1 0-1,-1 0 1,0 0 0,1 0 0,-1 0 0,0 0 0,1 1-1,-1-1 1,0 0 0,1 0 0,-1 1 0,0-1 0,0 0-1,1 0 1,-1 1 0,0-1 0,1 1 0,1 1 20,0 0 0,0 1 1,0-1-1,-1 1 0,1-1 1,0 1-1,-1 0 1,0 0-1,1-1 0,0 5 1,10 36 333,-10-33-291,2 5 126,-1 0-1,-1 0 1,0 24 0,-2-38 93,2-2-128,30-38-44,0 1-76,-1 7-40,2 2 0,38-27 1,-68 54-162,0 1 0,-1-1 1,1 0-1,0 1 0,0-1 0,0 1 1,4-1-1,13 0-5929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4.606"/>
    </inkml:context>
    <inkml:brush xml:id="br0">
      <inkml:brushProperty name="width" value="0.1" units="cm"/>
      <inkml:brushProperty name="height" value="0.1" units="cm"/>
      <inkml:brushProperty name="color" value="#E71224"/>
    </inkml:brush>
  </inkml:definitions>
  <inkml:trace contextRef="#ctx0" brushRef="#br0">153 0 8602,'0'0'7369,"-7"17"-6392,-11 24-449,-80 199 1859,90-215-2256,2 0 0,0 1 0,2 0 0,0 0 0,2 0 0,3 50 0,-1-72-133,0-1 0,1 1 0,0-1 0,0 1 0,0-1-1,0 1 1,0-1 0,1 0 0,0 1 0,-1-1 0,1 0-1,0 0 1,1 0 0,2 3 0,0-1-30,0-1 0,0 0 0,0 0 0,1 0 0,0-1 0,-1 0 0,10 4-1,3-1-275,1 0 0,0-1 0,0-1 0,24 1 0,17-1-2247,-12-3-2511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5.375"/>
    </inkml:context>
    <inkml:brush xml:id="br0">
      <inkml:brushProperty name="width" value="0.1" units="cm"/>
      <inkml:brushProperty name="height" value="0.1" units="cm"/>
      <inkml:brushProperty name="color" value="#E71224"/>
    </inkml:brush>
  </inkml:definitions>
  <inkml:trace contextRef="#ctx0" brushRef="#br0">0 116 8306,'0'0'8712,"18"-4"-8362,263-62 325,-73 23-1373,-195 41-793,-45 5-5933,2 7 2499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5.704"/>
    </inkml:context>
    <inkml:brush xml:id="br0">
      <inkml:brushProperty name="width" value="0.1" units="cm"/>
      <inkml:brushProperty name="height" value="0.1" units="cm"/>
      <inkml:brushProperty name="color" value="#E71224"/>
    </inkml:brush>
  </inkml:definitions>
  <inkml:trace contextRef="#ctx0" brushRef="#br0">301 0 5297,'0'0'6336,"7"23"-4738,27 75-578,0-17-270,-26-65-698,-1 1 0,-1-1 0,0 1 0,-1 1 0,0-1 0,-2 1 0,2 27 0,-4-31-45,0-1-1,-2 1 1,0-1 0,0 1 0,-4 13 0,3-22-5,1-1 0,-1 0 0,0 0 1,0 0-1,0 0 0,0 0 0,-1 0 0,0 0 1,1-1-1,-1 1 0,-1-1 0,1 0 0,0 0 0,-1 0 1,0-1-1,1 1 0,-1-1 0,-8 4 0,0-1-4,1-1-1,-1-1 0,0 0 1,0 0-1,-24 1 1,-64-4-4,48-1 19,45 1 2,1 0 0,-1-1 0,1 1 0,-1-2 0,1 1 0,-1-1 0,1 0 0,0 0 0,0 0 0,-10-6 0,14 6-61,0 1 0,0-1 0,0 0 1,0 1-1,0-1 0,1 0 0,-1 0 1,1 0-1,-1 0 0,1 0 0,0 0 1,0-1-1,0 1 0,0 0 0,0-1 1,1 1-1,-1 0 0,1-1 0,-1 1 1,1-1-1,0 1 0,0-1 1,0 1-1,0-1 0,0 1 0,1-1 1,-1 1-1,1-1 0,0 1 0,0 0 1,-1-1-1,2 1 0,0-3 0,6-9-1114,1 1 0,0 0 0,1 1-1,0 0 1,12-11 0,18-20-5819</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6.118"/>
    </inkml:context>
    <inkml:brush xml:id="br0">
      <inkml:brushProperty name="width" value="0.1" units="cm"/>
      <inkml:brushProperty name="height" value="0.1" units="cm"/>
      <inkml:brushProperty name="color" value="#E71224"/>
    </inkml:brush>
  </inkml:definitions>
  <inkml:trace contextRef="#ctx0" brushRef="#br0">1 123 9282,'0'0'6508,"1"4"-5890,5 15 201,-5-15-777,0 0 0,0 0 0,0 0 0,0-1 0,0 1 0,1 0 0,0-1 0,0 1-1,0-1 1,0 0 0,0 0 0,1 0 0,-1 0 0,1 0 0,0 0 0,0 0 0,0-1 0,0 0 0,0 1-1,0-1 1,6 2 0,2 0-39,1-1 0,-1-1 1,0 1-1,1-2 0,-1 0 0,1 0 0,-1-1 0,1 0 0,15-3 0,-20 2-72,-1 0-1,0 0 0,0-1 0,-1 0 0,1 0 0,0 0 1,0-1-1,-1 1 0,0-2 0,1 1 0,-1 0 0,0-1 0,-1 0 1,1 0-1,-1 0 0,0-1 0,0 1 0,0-1 0,4-7 1,-6 9 33,-1-1 0,1 1 0,-1-1 0,0 0 1,0 0-1,0 0 0,0 0 0,-1 1 0,0-1 1,1 0-1,-1 0 0,-1 0 0,1 0 0,-1 0 1,1 0-1,-1 0 0,0 0 0,-2-4 0,1 3 76,-1 0-1,0-1 1,0 1-1,0 1 1,-1-1-1,1 0 1,-1 1-1,0 0 0,0-1 1,-1 2-1,-6-6 1,4 6 81,0-1 1,0 1 0,0 0-1,0 1 1,-1 0-1,1 0 1,-1 0-1,0 1 1,0 0-1,1 1 1,-1 0 0,-11 1-1,18-1-111,-3 0 3,1 0 1,-1 1 0,0-1 0,1 1-1,-1 0 1,0 0 0,1 0 0,-1 1 0,1-1-1,0 1 1,-1 0 0,1 0 0,0 0-1,0 0 1,0 1 0,1-1 0,-1 1 0,0 0-1,1 0 1,0 0 0,-1 0 0,1 0 0,1 0-1,-1 0 1,0 1 0,1-1 0,-1 1-1,1-1 1,0 1 0,1 0 0,-1-1 0,0 1-1,1 0 1,0-1 0,0 6 0,0-8-86,0 0 1,0 0 0,0 0-1,0-1 1,0 1-1,1 0 1,-1 0 0,0 0-1,0-1 1,1 1 0,-1 0-1,0 0 1,1-1-1,-1 1 1,1 0 0,-1-1-1,1 1 1,-1 0 0,1-1-1,0 1 1,-1-1 0,1 1-1,0-1 1,-1 1-1,1-1 1,0 0 0,0 1-1,-1-1 1,1 0 0,0 1-1,1-1 1,29 2-3409,-21-2 2038,25 0-4598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6.580"/>
    </inkml:context>
    <inkml:brush xml:id="br0">
      <inkml:brushProperty name="width" value="0.1" units="cm"/>
      <inkml:brushProperty name="height" value="0.1" units="cm"/>
      <inkml:brushProperty name="color" value="#E71224"/>
    </inkml:brush>
  </inkml:definitions>
  <inkml:trace contextRef="#ctx0" brushRef="#br0">1 1 9058,'0'0'8751,"8"21"-8136,22 73 117,-27-84-615,-1 0 0,0 1 1,-1-1-1,0 0 0,-1 1 0,0 14 0,-1-1 19,-10 190 31,11-213-258,0-1 0,0 0 0,0 1 0,0-1 0,0 0-1,0 1 1,-1-1 0,1 1 0,0-1 0,0 0 0,0 1 0,0-1 0,0 0 0,1 1 0,-1-1 0,0 1-1,0-1 1,0 0 0,0 1 0,0-1 0,0 0 0,1 1 0,-1-1 0,0 0 0,0 1 0,0-1-1,1 0 1,-1 0 0,0 1 0,1-1 0,-1 0 0,0 0 0,0 1 0,1-1 0,-1 0 0,0 0 0,1 1-1,13-9-842,12-20 945,-1-9-2,12-17 44,-35 50 43,1 1-1,0 0 0,0 0 0,1 0 0,-1 0 0,1 0 1,-1 1-1,1-1 0,0 1 0,0 0 0,5-1 0,-6 2-27,0 0 0,0 1 0,0-1-1,0 1 1,0 0 0,1 0-1,-1 0 1,0 1 0,0-1 0,0 1-1,0 0 1,0-1 0,0 1 0,-1 0-1,1 1 1,0-1 0,0 1 0,-1-1-1,1 1 1,-1 0 0,1 0 0,-1 0-1,0 0 1,0 0 0,0 0 0,0 1-1,0-1 1,0 1 0,0-1-1,1 5 1,2 3 20,0-1-1,-1 0 0,-1 1 1,1 0-1,-1 0 1,-1 0-1,2 18 1,-3-26-39,-1 22-1073,-1-23 821,1 0 0,0 0 1,0-1-1,-1 1 1,1 0-1,0 0 0,-1-1 1,1 1-1,0 0 1,-1-1-1,1 1 0,-1 0 1,0-1-1,1 1 1,-1-1-1,1 1 0,-1-1 1,0 1-1,1-1 1,-1 0-1,0 1 0,1-1 1,-1 0-1,-1 1 1,-11 2-4990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7.103"/>
    </inkml:context>
    <inkml:brush xml:id="br0">
      <inkml:brushProperty name="width" value="0.1" units="cm"/>
      <inkml:brushProperty name="height" value="0.1" units="cm"/>
      <inkml:brushProperty name="color" value="#E71224"/>
    </inkml:brush>
  </inkml:definitions>
  <inkml:trace contextRef="#ctx0" brushRef="#br0">1 61 7466,'0'0'10004,"10"1"-9717,-4 0-228,-3-2-35,-1 1-1,1 0 1,-1 1-1,1-1 1,-1 0-1,1 1 1,-1-1-1,1 1 1,-1 0-1,1 0 1,-1 0-1,0 0 0,0 0 1,1 0-1,-1 1 1,0-1-1,0 1 1,0-1-1,0 1 1,-1 0-1,1 0 1,0 0-1,2 4 1,0 5 142,-1 0 1,0 1-1,-1-1 1,0 1-1,0 17 1,-1 46-276,-1-66-537,1-21 592,0-1 0,1 1 0,0-1-1,1 1 1,1 0 0,0 0 0,8-16 0,-5 12 39,2 1-1,-1 0 1,2 1 0,21-26 0,-27 36 20,0 0 0,0 0 1,0 0-1,1 0 0,0 1 1,-1 0-1,1 0 0,0 0 1,1 0-1,-1 1 0,0 0 1,1 0-1,0 0 0,-1 1 1,1 0-1,0 0 0,-1 0 1,1 1-1,0 0 0,6 1 1,-9-1 29,0 1 1,-1 0-1,1 1 1,0-1 0,-1 0-1,1 1 1,0-1-1,-1 1 1,0 0 0,1 0-1,-1 0 1,0 0-1,0 0 1,0 1 0,0-1-1,-1 0 1,1 1 0,-1 0-1,1-1 1,-1 1-1,1 4 1,4 7 174,0 1 0,6 28 0,-10-32-244,0 1 1,0 0-1,-1-1 0,-1 1 1,0 0-1,-2 12 0,2-23-149,0 0 1,-1 0-1,1-1 0,-1 1 1,1 0-1,-1 0 0,1-1 1,-1 1-1,1 0 0,-1-1 0,0 1 1,1-1-1,-1 1 0,0-1 1,1 1-1,-1-1 0,0 1 0,0-1 1,1 0-1,-1 1 0,0-1 1,0 0-1,0 0 0,0 0 1,0 0-1,1 1 0,-1-1 0,0 0 1,0 0-1,0-1 0,0 1 1,-1 0-1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7.437"/>
    </inkml:context>
    <inkml:brush xml:id="br0">
      <inkml:brushProperty name="width" value="0.1" units="cm"/>
      <inkml:brushProperty name="height" value="0.1" units="cm"/>
      <inkml:brushProperty name="color" value="#E71224"/>
    </inkml:brush>
  </inkml:definitions>
  <inkml:trace contextRef="#ctx0" brushRef="#br0">0 0 7882,'0'0'10935,"29"13"-10144,91 47 37,-113-56-726,0 1 0,0 0 0,0 0 0,-1 0 0,1 1-1,-1 0 1,-1 0 0,1 1 0,-1-1 0,0 1 0,-1 0-1,1 1 1,3 9 0,1 0 97,2 4-7,-1 0 0,-1 1 0,-1 0 1,6 28-1,-11-35-158,0 0 0,-1 0-1,-1 0 1,0 1 0,-1-1 0,-1 0 0,-4 27 0,3-36-75,0 0 0,0 0-1,0 0 1,-1 0 0,0 0 0,-1 0 0,1-1 0,-1 1-1,0-1 1,0 0 0,-1 0 0,0-1 0,-5 5 0,-8 6-1017,-2-2 0,-24 15 0,26-18-386,-22 14-4540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18.556"/>
    </inkml:context>
    <inkml:brush xml:id="br0">
      <inkml:brushProperty name="width" value="0.1" units="cm"/>
      <inkml:brushProperty name="height" value="0.1" units="cm"/>
      <inkml:brushProperty name="color" value="#E71224"/>
    </inkml:brush>
  </inkml:definitions>
  <inkml:trace contextRef="#ctx0" brushRef="#br0">33 124 6969,'0'0'10753,"-5"-7"-10207,-17-24-178,22 31-321,-1-1 1,1 0-1,-1 1 1,1-1-1,-1 1 1,1-1-1,0 1 1,-1-1-1,1 0 1,0 1-1,-1-1 1,1 0-1,0 1 1,0-1-1,0 0 1,0 0-1,0 1 1,-1-1-1,1 0 1,0 1-1,1-1 1,-1 0-1,0 0 1,0 1-1,0-1 1,0 0-1,1 0 1,10-4 174,-8 4-123,40-7 174,0 1 1,1 2-1,62 1 1,-32 1-152,133-10 187,246-7-104,-452 20-205,-1 0-1,0 0 1,0 0 0,0 0 0,0 0 0,1 0 0,-1 0 0,0 0 0,0 0 0,0 0 0,0 0-1,0 0 1,1 0 0,-1 0 0,0 0 0,0 0 0,0 0 0,0 0 0,0 0 0,1 0-1,-1 0 1,0 1 0,0-1 0,0 0 0,0 0 0,0 0 0,0 0 0,0 0 0,1 0 0,-1 1-1,0-1 1,0 0 0,0 0 0,0 0 0,0 0 0,0 1 0,0-1 0,0 0 0,0 0-1,0 0 1,0 0 0,0 0 0,0 1 0,0-1 0,0 0 0,0 0 0,0 0 0,0 0 0,0 1-1,0-1 1,0 0 0,-1 2 4,0 105 35,5 168 190,-1-227-191,3 1 0,2-1-1,21 73 1,-25-107-34,1-1-1,0 0 1,1 0 0,1 0-1,0-1 1,1 1-1,0-2 1,1 1 0,0-1-1,0-1 1,1 0-1,1 0 1,0-1 0,0 0-1,1-1 1,0 0-1,0-1 1,1 0 0,16 5-1,-14-4 92,-15-7-85,0-1-1,1 0 1,-1 0 0,0 0 0,0 1-1,0-1 1,0 0 0,1 0 0,-1 0-1,0 1 1,0-1 0,0 0 0,0 0-1,0 1 1,0-1 0,0 0 0,0 1-1,0-1 1,0 0 0,0 0 0,0 1-1,0-1 1,0 0 0,0 0 0,0 1-1,0-1 1,0 0 0,0 0 0,0 1-1,-2 1 30,1 0 0,-1 0-1,0-1 1,0 1 0,0-1-1,0 1 1,0-1-1,-1 0 1,-2 2 0,-52 27 167,-1-3-1,-2-2 1,-1-2 0,-113 25 0,74-37 14,30-4-6561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26.024"/>
    </inkml:context>
    <inkml:brush xml:id="br0">
      <inkml:brushProperty name="width" value="0.1" units="cm"/>
      <inkml:brushProperty name="height" value="0.1" units="cm"/>
      <inkml:brushProperty name="color" value="#E71224"/>
    </inkml:brush>
  </inkml:definitions>
  <inkml:trace contextRef="#ctx0" brushRef="#br0">12 49 3649,'0'0'12979,"-2"-8"-11518,-5-25-330,5 25-487,3 9-413,29 29 243,-3 1-1,37 51 1,-18-21-168,-3-6-306,2-2 1,3-2-1,2-3 1,2-1-1,107 72 1,-92-79-1258,-31-20-1492,-3 1-4701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06:50:26.230"/>
    </inkml:context>
    <inkml:brush xml:id="br0">
      <inkml:brushProperty name="width" value="0.1" units="cm"/>
      <inkml:brushProperty name="height" value="0.1" units="cm"/>
      <inkml:brushProperty name="color" value="#E71224"/>
    </inkml:brush>
  </inkml:definitions>
  <inkml:trace contextRef="#ctx0" brushRef="#br0">1017 0 10458,'0'0'10987,"-243"214"-10715,84-6 144,-13 23-224,18-18-192,33-41 0,40-48-1208,27-34-3177,22-37-6538</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4-11-18T15:10:07.057"/>
    </inkml:context>
    <inkml:brush xml:id="br0">
      <inkml:brushProperty name="width" value="0.05292" units="cm"/>
      <inkml:brushProperty name="height" value="0.05292" units="cm"/>
      <inkml:brushProperty name="color" value="#FF0000"/>
    </inkml:brush>
  </inkml:definitions>
  <inkml:trace contextRef="#ctx0" brushRef="#br0">10258 2736 2408 0,'-51'16'-492'0,"-3"0"-238"0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ACDD-C55B-4FC4-89E7-E9F98F22F217}" type="datetimeFigureOut">
              <a:rPr lang="en-US" smtClean="0"/>
              <a:pPr/>
              <a:t>10/25/2025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4190E-9D7B-4847-98AB-991B2B42748F}" type="slidenum">
              <a:rPr lang="en-US" smtClean="0"/>
              <a:pPr/>
              <a:t>‹#›</a:t>
            </a:fld>
            <a:endParaRPr lang="en-US" dirty="0"/>
          </a:p>
        </p:txBody>
      </p:sp>
    </p:spTree>
    <p:extLst>
      <p:ext uri="{BB962C8B-B14F-4D97-AF65-F5344CB8AC3E}">
        <p14:creationId xmlns:p14="http://schemas.microsoft.com/office/powerpoint/2010/main" val="3289008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381003" y="2098234"/>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dirty="0"/>
              <a:t>Click to edit Master title style</a:t>
            </a:r>
          </a:p>
        </p:txBody>
      </p:sp>
      <p:sp>
        <p:nvSpPr>
          <p:cNvPr id="3" name="Subtitle 2"/>
          <p:cNvSpPr>
            <a:spLocks noGrp="1"/>
          </p:cNvSpPr>
          <p:nvPr>
            <p:ph type="subTitle" idx="1"/>
          </p:nvPr>
        </p:nvSpPr>
        <p:spPr>
          <a:xfrm>
            <a:off x="381003" y="2624762"/>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a:p>
            <a:endParaRPr lang="en-US" dirty="0"/>
          </a:p>
        </p:txBody>
      </p:sp>
      <p:sp>
        <p:nvSpPr>
          <p:cNvPr id="10" name="Text Placeholder 5"/>
          <p:cNvSpPr>
            <a:spLocks noGrp="1"/>
          </p:cNvSpPr>
          <p:nvPr>
            <p:ph type="body" sz="quarter" idx="11" hasCustomPrompt="1"/>
          </p:nvPr>
        </p:nvSpPr>
        <p:spPr>
          <a:xfrm>
            <a:off x="399646" y="3740459"/>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dirty="0"/>
              <a:t>Insert Date</a:t>
            </a:r>
          </a:p>
        </p:txBody>
      </p:sp>
      <p:sp>
        <p:nvSpPr>
          <p:cNvPr id="179" name="Rectangle 178"/>
          <p:cNvSpPr/>
          <p:nvPr userDrawn="1"/>
        </p:nvSpPr>
        <p:spPr>
          <a:xfrm rot="5400000">
            <a:off x="-112141" y="2519805"/>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71" name="Picture 17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Tree>
    <p:extLst>
      <p:ext uri="{BB962C8B-B14F-4D97-AF65-F5344CB8AC3E}">
        <p14:creationId xmlns:p14="http://schemas.microsoft.com/office/powerpoint/2010/main" val="3594503030"/>
      </p:ext>
    </p:extLst>
  </p:cSld>
  <p:clrMapOvr>
    <a:masterClrMapping/>
  </p:clrMapOvr>
  <p:extLst>
    <p:ext uri="{DCECCB84-F9BA-43D5-87BE-67443E8EF086}">
      <p15:sldGuideLst xmlns:p15="http://schemas.microsoft.com/office/powerpoint/2012/main">
        <p15:guide id="2" pos="7416">
          <p15:clr>
            <a:srgbClr val="FBAE40"/>
          </p15:clr>
        </p15:guide>
        <p15:guide id="3"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9234" y="882040"/>
            <a:ext cx="5564766" cy="3697873"/>
          </a:xfrm>
          <a:prstGeom prst="rect">
            <a:avLst/>
          </a:prstGeom>
        </p:spPr>
      </p:pic>
      <p:sp>
        <p:nvSpPr>
          <p:cNvPr id="172" name="Rectangle 171"/>
          <p:cNvSpPr/>
          <p:nvPr userDrawn="1"/>
        </p:nvSpPr>
        <p:spPr>
          <a:xfrm>
            <a:off x="-55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181" name="TextBox 18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sp>
        <p:nvSpPr>
          <p:cNvPr id="24"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25"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26"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27" name="Rectangle 26"/>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pic>
        <p:nvPicPr>
          <p:cNvPr id="3" name="Picture 2" descr="Logo&#10;&#10;Description automatically generated">
            <a:extLst>
              <a:ext uri="{FF2B5EF4-FFF2-40B4-BE49-F238E27FC236}">
                <a16:creationId xmlns:a16="http://schemas.microsoft.com/office/drawing/2014/main" id="{615E9B08-E83C-4AE8-AAEF-9FE4F4C2C50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389054889"/>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p:cNvPicPr>
            <a:picLocks noChangeAspect="1"/>
          </p:cNvPicPr>
          <p:nvPr userDrawn="1"/>
        </p:nvPicPr>
        <p:blipFill rotWithShape="1">
          <a:blip r:embed="rId2" cstate="print">
            <a:extLst>
              <a:ext uri="{28A0092B-C50C-407E-A947-70E740481C1C}">
                <a14:useLocalDpi xmlns:a14="http://schemas.microsoft.com/office/drawing/2010/main" val="0"/>
              </a:ext>
            </a:extLst>
          </a:blip>
          <a:srcRect l="15448"/>
          <a:stretch/>
        </p:blipFill>
        <p:spPr>
          <a:xfrm>
            <a:off x="3577569" y="882041"/>
            <a:ext cx="5571891" cy="3697872"/>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7A3964C5-58DA-4136-AC3E-94E5C0CBE81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1441683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7569" y="882041"/>
            <a:ext cx="5558210" cy="369787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F27A1AE8-A56F-45BA-8BE3-A71E4802211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7512364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523" y="889736"/>
            <a:ext cx="5529256" cy="3690177"/>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372531AF-C7C4-47A6-9634-DFEDDA9FC2C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8925067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3860" y="889736"/>
            <a:ext cx="5531919" cy="3690178"/>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C76AAF61-AED4-4E30-953A-C1727674A1C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61715778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472" y="891563"/>
            <a:ext cx="5532528" cy="368835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46C3F199-1A0A-4B12-AE2E-B375F813F4C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4131945454"/>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7197" t="23400" b="15213"/>
          <a:stretch/>
        </p:blipFill>
        <p:spPr>
          <a:xfrm flipH="1">
            <a:off x="763694" y="891563"/>
            <a:ext cx="8382259" cy="3696412"/>
          </a:xfrm>
          <a:prstGeom prst="rect">
            <a:avLst/>
          </a:prstGeom>
        </p:spPr>
      </p:pic>
      <p:sp>
        <p:nvSpPr>
          <p:cNvPr id="172" name="Rectangle 171"/>
          <p:cNvSpPr/>
          <p:nvPr userDrawn="1"/>
        </p:nvSpPr>
        <p:spPr>
          <a:xfrm>
            <a:off x="-1953"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BA93BE3B-31F8-458A-9A8C-59855610FFF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97645293"/>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dirty="0"/>
              <a:t>Click to edit Master title style</a:t>
            </a:r>
          </a:p>
        </p:txBody>
      </p:sp>
    </p:spTree>
    <p:extLst>
      <p:ext uri="{BB962C8B-B14F-4D97-AF65-F5344CB8AC3E}">
        <p14:creationId xmlns:p14="http://schemas.microsoft.com/office/powerpoint/2010/main" val="291742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parator Slide">
    <p:spTree>
      <p:nvGrpSpPr>
        <p:cNvPr id="1" name=""/>
        <p:cNvGrpSpPr/>
        <p:nvPr/>
      </p:nvGrpSpPr>
      <p:grpSpPr>
        <a:xfrm>
          <a:off x="0" y="0"/>
          <a:ext cx="0" cy="0"/>
          <a:chOff x="0" y="0"/>
          <a:chExt cx="0" cy="0"/>
        </a:xfrm>
      </p:grpSpPr>
      <p:sp>
        <p:nvSpPr>
          <p:cNvPr id="2" name="Title 1"/>
          <p:cNvSpPr>
            <a:spLocks noGrp="1"/>
          </p:cNvSpPr>
          <p:nvPr>
            <p:ph type="title"/>
          </p:nvPr>
        </p:nvSpPr>
        <p:spPr>
          <a:xfrm>
            <a:off x="356970" y="1987302"/>
            <a:ext cx="4924276" cy="553998"/>
          </a:xfrm>
        </p:spPr>
        <p:txBody>
          <a:bodyPr vert="horz" wrap="square" lIns="68580" tIns="34290" rIns="68580" bIns="34290" rtlCol="0" anchor="ctr">
            <a:noAutofit/>
          </a:bodyPr>
          <a:lstStyle>
            <a:lvl1pPr>
              <a:defRPr lang="en-US" dirty="0"/>
            </a:lvl1pPr>
          </a:lstStyle>
          <a:p>
            <a:pPr lvl="0">
              <a:lnSpc>
                <a:spcPct val="90000"/>
              </a:lnSpc>
              <a:spcBef>
                <a:spcPts val="100"/>
              </a:spcBef>
            </a:pPr>
            <a:r>
              <a:rPr lang="en-US" dirty="0"/>
              <a:t>Click to edit Master title style</a:t>
            </a:r>
          </a:p>
        </p:txBody>
      </p:sp>
    </p:spTree>
    <p:extLst>
      <p:ext uri="{BB962C8B-B14F-4D97-AF65-F5344CB8AC3E}">
        <p14:creationId xmlns:p14="http://schemas.microsoft.com/office/powerpoint/2010/main" val="2335025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8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0.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1.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dirty="0">
                <a:solidFill>
                  <a:schemeClr val="tx1">
                    <a:lumMod val="75000"/>
                    <a:lumOff val="25000"/>
                  </a:schemeClr>
                </a:solidFill>
              </a:rPr>
              <a:t>External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dirty="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70" name="Picture 16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5" name="Picture 4" descr="Logo&#10;&#10;Description automatically generated">
            <a:extLst>
              <a:ext uri="{FF2B5EF4-FFF2-40B4-BE49-F238E27FC236}">
                <a16:creationId xmlns:a16="http://schemas.microsoft.com/office/drawing/2014/main" id="{4DEFFE69-D5FF-4A87-B6F2-FB54E497FFA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018365" y="4641142"/>
            <a:ext cx="855192" cy="343697"/>
          </a:xfrm>
          <a:prstGeom prst="rect">
            <a:avLst/>
          </a:prstGeom>
        </p:spPr>
      </p:pic>
    </p:spTree>
    <p:extLst>
      <p:ext uri="{BB962C8B-B14F-4D97-AF65-F5344CB8AC3E}">
        <p14:creationId xmlns:p14="http://schemas.microsoft.com/office/powerpoint/2010/main" val="1332330236"/>
      </p:ext>
    </p:extLst>
  </p:cSld>
  <p:clrMap bg1="lt1" tx1="dk1" bg2="lt2" tx2="dk2" accent1="accent1" accent2="accent2" accent3="accent3" accent4="accent4" accent5="accent5" accent6="accent6" hlink="hlink" folHlink="folHlink"/>
  <p:sldLayoutIdLst>
    <p:sldLayoutId id="2147483748" r:id="rId1"/>
    <p:sldLayoutId id="2147484052" r:id="rId2"/>
    <p:sldLayoutId id="2147484055" r:id="rId3"/>
    <p:sldLayoutId id="2147484056" r:id="rId4"/>
    <p:sldLayoutId id="2147484057" r:id="rId5"/>
    <p:sldLayoutId id="2147484058" r:id="rId6"/>
    <p:sldLayoutId id="2147484059" r:id="rId7"/>
    <p:sldLayoutId id="2147484060" r:id="rId8"/>
    <p:sldLayoutId id="2147483751" r:id="rId9"/>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userDrawn="1">
          <p15:clr>
            <a:srgbClr val="F26B43"/>
          </p15:clr>
        </p15:guide>
        <p15:guide id="3" pos="5642" userDrawn="1">
          <p15:clr>
            <a:srgbClr val="F26B43"/>
          </p15:clr>
        </p15:guide>
        <p15:guide id="4" pos="118" userDrawn="1">
          <p15:clr>
            <a:srgbClr val="F26B43"/>
          </p15:clr>
        </p15:guide>
        <p15:guide id="5" orient="horz" pos="432" userDrawn="1">
          <p15:clr>
            <a:srgbClr val="F26B43"/>
          </p15:clr>
        </p15:guide>
        <p15:guide id="6" orient="horz" pos="2939" userDrawn="1">
          <p15:clr>
            <a:srgbClr val="F26B43"/>
          </p15:clr>
        </p15:guide>
        <p15:guide id="7" pos="2880" userDrawn="1">
          <p15:clr>
            <a:srgbClr val="F26B43"/>
          </p15:clr>
        </p15:guide>
        <p15:guide id="8" orient="horz" pos="1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6970" y="1987302"/>
            <a:ext cx="4924276" cy="553998"/>
          </a:xfrm>
          <a:prstGeom prst="rect">
            <a:avLst/>
          </a:prstGeom>
        </p:spPr>
        <p:txBody>
          <a:bodyPr vert="horz" wrap="square" lIns="68580" tIns="34290" rIns="68580" bIns="34290" rtlCol="0" anchor="ctr">
            <a:noAutofit/>
          </a:bodyPr>
          <a:lstStyle/>
          <a:p>
            <a:pPr lvl="0">
              <a:lnSpc>
                <a:spcPct val="90000"/>
              </a:lnSpc>
              <a:spcBef>
                <a:spcPts val="100"/>
              </a:spcBef>
            </a:pPr>
            <a:r>
              <a:rPr lang="en-US" dirty="0"/>
              <a:t>Click to edit Master title style</a:t>
            </a:r>
          </a:p>
        </p:txBody>
      </p:sp>
      <p:sp>
        <p:nvSpPr>
          <p:cNvPr id="27" name="Rectangle 26"/>
          <p:cNvSpPr/>
          <p:nvPr userDrawn="1"/>
        </p:nvSpPr>
        <p:spPr>
          <a:xfrm>
            <a:off x="356970" y="2549813"/>
            <a:ext cx="492427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02D2DF18-524F-4CE9-B4ED-9E4A0879DD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504" y="39249"/>
            <a:ext cx="1260839" cy="506724"/>
          </a:xfrm>
          <a:prstGeom prst="rect">
            <a:avLst/>
          </a:prstGeom>
        </p:spPr>
      </p:pic>
    </p:spTree>
    <p:extLst>
      <p:ext uri="{BB962C8B-B14F-4D97-AF65-F5344CB8AC3E}">
        <p14:creationId xmlns:p14="http://schemas.microsoft.com/office/powerpoint/2010/main" val="3049699617"/>
      </p:ext>
    </p:extLst>
  </p:cSld>
  <p:clrMap bg1="lt1" tx1="dk1" bg2="lt2" tx2="dk2" accent1="accent1" accent2="accent2" accent3="accent3" accent4="accent4" accent5="accent5" accent6="accent6" hlink="hlink" folHlink="folHlink"/>
  <p:sldLayoutIdLst>
    <p:sldLayoutId id="2147484037" r:id="rId1"/>
  </p:sldLayoutIdLst>
  <p:hf sldNum="0" hdr="0" ftr="0" dt="0"/>
  <p:txStyles>
    <p:titleStyle>
      <a:lvl1pPr algn="l" defTabSz="685800" rtl="0" eaLnBrk="1" latinLnBrk="0" hangingPunct="1">
        <a:spcBef>
          <a:spcPct val="0"/>
        </a:spcBef>
        <a:buNone/>
        <a:defRPr lang="en-US" sz="2400" kern="1200" dirty="0">
          <a:solidFill>
            <a:srgbClr val="724698"/>
          </a:solidFill>
          <a:latin typeface="+mj-lt"/>
          <a:ea typeface="+mj-ea"/>
          <a:cs typeface="Calibri Light" panose="020F0302020204030204" pitchFamily="34" charset="0"/>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userDrawn="1"/>
        </p:nvSpPr>
        <p:spPr>
          <a:xfrm>
            <a:off x="356970" y="1987302"/>
            <a:ext cx="3961966" cy="553998"/>
          </a:xfrm>
          <a:prstGeom prst="rect">
            <a:avLst/>
          </a:prstGeom>
        </p:spPr>
        <p:txBody>
          <a:bodyPr vert="horz" wrap="square" lIns="68580" tIns="34290" rIns="68580" bIns="34290" rtlCol="0" anchor="ctr">
            <a:noAutofit/>
          </a:bodyPr>
          <a:lstStyle>
            <a:lvl1pPr>
              <a:lnSpc>
                <a:spcPct val="90000"/>
              </a:lnSpc>
              <a:spcBef>
                <a:spcPts val="100"/>
              </a:spcBef>
              <a:buNone/>
              <a:defRPr sz="2400">
                <a:solidFill>
                  <a:srgbClr val="724698"/>
                </a:solidFill>
                <a:latin typeface="+mj-lt"/>
                <a:ea typeface="+mj-ea"/>
                <a:cs typeface="Calibri Light" panose="020F0302020204030204" pitchFamily="34" charset="0"/>
              </a:defRPr>
            </a:lvl1pPr>
          </a:lstStyle>
          <a:p>
            <a:pPr lvl="0"/>
            <a:r>
              <a:rPr lang="en-US" dirty="0"/>
              <a:t>Thank You</a:t>
            </a:r>
          </a:p>
        </p:txBody>
      </p:sp>
      <p:sp>
        <p:nvSpPr>
          <p:cNvPr id="164" name="Rectangle 163"/>
          <p:cNvSpPr/>
          <p:nvPr userDrawn="1"/>
        </p:nvSpPr>
        <p:spPr>
          <a:xfrm>
            <a:off x="356970" y="2549813"/>
            <a:ext cx="410029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93109F89-EB5A-40FF-A12F-613D202AB8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520" y="125010"/>
            <a:ext cx="1260839" cy="506724"/>
          </a:xfrm>
          <a:prstGeom prst="rect">
            <a:avLst/>
          </a:prstGeom>
        </p:spPr>
      </p:pic>
    </p:spTree>
    <p:extLst>
      <p:ext uri="{BB962C8B-B14F-4D97-AF65-F5344CB8AC3E}">
        <p14:creationId xmlns:p14="http://schemas.microsoft.com/office/powerpoint/2010/main" val="2161881035"/>
      </p:ext>
    </p:extLst>
  </p:cSld>
  <p:clrMap bg1="lt1" tx1="dk1" bg2="lt2" tx2="dk2" accent1="accent1" accent2="accent2" accent3="accent3" accent4="accent4" accent5="accent5" accent6="accent6" hlink="hlink" folHlink="folHlink"/>
  <p:sldLayoutIdLst>
    <p:sldLayoutId id="2147484039" r:id="rId1"/>
  </p:sldLayoutIdLst>
  <p:hf sldNum="0" hdr="0" ftr="0" dt="0"/>
  <p:txStyles>
    <p:titleStyle>
      <a:lvl1pPr algn="l" defTabSz="685800" rtl="0" eaLnBrk="1" latinLnBrk="0" hangingPunct="1">
        <a:spcBef>
          <a:spcPct val="0"/>
        </a:spcBef>
        <a:buNone/>
        <a:defRPr sz="2300" kern="1200">
          <a:solidFill>
            <a:schemeClr val="bg1"/>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image" Target="../media/image69.png"/><Relationship Id="rId21" Type="http://schemas.openxmlformats.org/officeDocument/2006/relationships/image" Target="../media/image21.png"/><Relationship Id="rId42" Type="http://schemas.openxmlformats.org/officeDocument/2006/relationships/customXml" Target="../ink/ink21.xml"/><Relationship Id="rId63" Type="http://schemas.openxmlformats.org/officeDocument/2006/relationships/image" Target="../media/image42.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90.png"/><Relationship Id="rId170" Type="http://schemas.openxmlformats.org/officeDocument/2006/relationships/customXml" Target="../ink/ink85.xml"/><Relationship Id="rId191" Type="http://schemas.openxmlformats.org/officeDocument/2006/relationships/image" Target="../media/image106.png"/><Relationship Id="rId205" Type="http://schemas.openxmlformats.org/officeDocument/2006/relationships/image" Target="../media/image113.png"/><Relationship Id="rId107" Type="http://schemas.openxmlformats.org/officeDocument/2006/relationships/image" Target="../media/image64.png"/><Relationship Id="rId11" Type="http://schemas.openxmlformats.org/officeDocument/2006/relationships/image" Target="../media/image16.png"/><Relationship Id="rId32" Type="http://schemas.openxmlformats.org/officeDocument/2006/relationships/customXml" Target="../ink/ink16.xml"/><Relationship Id="rId53" Type="http://schemas.openxmlformats.org/officeDocument/2006/relationships/image" Target="../media/image37.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85.png"/><Relationship Id="rId5" Type="http://schemas.openxmlformats.org/officeDocument/2006/relationships/image" Target="../media/image13.png"/><Relationship Id="rId95" Type="http://schemas.openxmlformats.org/officeDocument/2006/relationships/image" Target="../media/image58.png"/><Relationship Id="rId160" Type="http://schemas.openxmlformats.org/officeDocument/2006/relationships/customXml" Target="../ink/ink80.xml"/><Relationship Id="rId181" Type="http://schemas.openxmlformats.org/officeDocument/2006/relationships/image" Target="../media/image101.png"/><Relationship Id="rId22" Type="http://schemas.openxmlformats.org/officeDocument/2006/relationships/customXml" Target="../ink/ink11.xml"/><Relationship Id="rId43" Type="http://schemas.openxmlformats.org/officeDocument/2006/relationships/image" Target="../media/image32.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80.png"/><Relationship Id="rId85" Type="http://schemas.openxmlformats.org/officeDocument/2006/relationships/image" Target="../media/image53.png"/><Relationship Id="rId150" Type="http://schemas.openxmlformats.org/officeDocument/2006/relationships/customXml" Target="../ink/ink75.xml"/><Relationship Id="rId171" Type="http://schemas.openxmlformats.org/officeDocument/2006/relationships/image" Target="../media/image96.png"/><Relationship Id="rId192" Type="http://schemas.openxmlformats.org/officeDocument/2006/relationships/customXml" Target="../ink/ink96.xml"/><Relationship Id="rId206" Type="http://schemas.openxmlformats.org/officeDocument/2006/relationships/customXml" Target="../ink/ink103.xml"/><Relationship Id="rId12" Type="http://schemas.openxmlformats.org/officeDocument/2006/relationships/customXml" Target="../ink/ink6.xml"/><Relationship Id="rId33" Type="http://schemas.openxmlformats.org/officeDocument/2006/relationships/image" Target="../media/image27.png"/><Relationship Id="rId108" Type="http://schemas.openxmlformats.org/officeDocument/2006/relationships/customXml" Target="../ink/ink54.xml"/><Relationship Id="rId129" Type="http://schemas.openxmlformats.org/officeDocument/2006/relationships/image" Target="../media/image75.png"/><Relationship Id="rId54" Type="http://schemas.openxmlformats.org/officeDocument/2006/relationships/customXml" Target="../ink/ink27.xml"/><Relationship Id="rId75" Type="http://schemas.openxmlformats.org/officeDocument/2006/relationships/image" Target="../media/image48.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91.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22.png"/><Relationship Id="rId119" Type="http://schemas.openxmlformats.org/officeDocument/2006/relationships/image" Target="../media/image70.png"/><Relationship Id="rId44" Type="http://schemas.openxmlformats.org/officeDocument/2006/relationships/customXml" Target="../ink/ink22.xml"/><Relationship Id="rId65" Type="http://schemas.openxmlformats.org/officeDocument/2006/relationships/image" Target="../media/image43.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86.png"/><Relationship Id="rId172" Type="http://schemas.openxmlformats.org/officeDocument/2006/relationships/customXml" Target="../ink/ink86.xml"/><Relationship Id="rId193" Type="http://schemas.openxmlformats.org/officeDocument/2006/relationships/image" Target="../media/image107.png"/><Relationship Id="rId207" Type="http://schemas.openxmlformats.org/officeDocument/2006/relationships/image" Target="../media/image114.png"/><Relationship Id="rId13" Type="http://schemas.openxmlformats.org/officeDocument/2006/relationships/image" Target="../media/image17.png"/><Relationship Id="rId109" Type="http://schemas.openxmlformats.org/officeDocument/2006/relationships/image" Target="../media/image65.png"/><Relationship Id="rId34" Type="http://schemas.openxmlformats.org/officeDocument/2006/relationships/customXml" Target="../ink/ink17.xml"/><Relationship Id="rId55" Type="http://schemas.openxmlformats.org/officeDocument/2006/relationships/image" Target="../media/image38.png"/><Relationship Id="rId76" Type="http://schemas.openxmlformats.org/officeDocument/2006/relationships/customXml" Target="../ink/ink38.xml"/><Relationship Id="rId97" Type="http://schemas.openxmlformats.org/officeDocument/2006/relationships/image" Target="../media/image59.png"/><Relationship Id="rId120" Type="http://schemas.openxmlformats.org/officeDocument/2006/relationships/customXml" Target="../ink/ink60.xml"/><Relationship Id="rId141" Type="http://schemas.openxmlformats.org/officeDocument/2006/relationships/image" Target="../media/image81.png"/><Relationship Id="rId7" Type="http://schemas.openxmlformats.org/officeDocument/2006/relationships/image" Target="../media/image14.png"/><Relationship Id="rId162" Type="http://schemas.openxmlformats.org/officeDocument/2006/relationships/customXml" Target="../ink/ink81.xml"/><Relationship Id="rId183" Type="http://schemas.openxmlformats.org/officeDocument/2006/relationships/image" Target="../media/image102.png"/><Relationship Id="rId24" Type="http://schemas.openxmlformats.org/officeDocument/2006/relationships/customXml" Target="../ink/ink12.xml"/><Relationship Id="rId45" Type="http://schemas.openxmlformats.org/officeDocument/2006/relationships/image" Target="../media/image33.png"/><Relationship Id="rId66" Type="http://schemas.openxmlformats.org/officeDocument/2006/relationships/customXml" Target="../ink/ink33.xml"/><Relationship Id="rId87" Type="http://schemas.openxmlformats.org/officeDocument/2006/relationships/image" Target="../media/image54.png"/><Relationship Id="rId110" Type="http://schemas.openxmlformats.org/officeDocument/2006/relationships/customXml" Target="../ink/ink55.xml"/><Relationship Id="rId131" Type="http://schemas.openxmlformats.org/officeDocument/2006/relationships/image" Target="../media/image76.png"/><Relationship Id="rId152" Type="http://schemas.openxmlformats.org/officeDocument/2006/relationships/customXml" Target="../ink/ink76.xml"/><Relationship Id="rId173" Type="http://schemas.openxmlformats.org/officeDocument/2006/relationships/image" Target="../media/image97.png"/><Relationship Id="rId194" Type="http://schemas.openxmlformats.org/officeDocument/2006/relationships/customXml" Target="../ink/ink97.xml"/><Relationship Id="rId208" Type="http://schemas.openxmlformats.org/officeDocument/2006/relationships/customXml" Target="../ink/ink104.xml"/><Relationship Id="rId19" Type="http://schemas.openxmlformats.org/officeDocument/2006/relationships/image" Target="../media/image20.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8.png"/><Relationship Id="rId56" Type="http://schemas.openxmlformats.org/officeDocument/2006/relationships/customXml" Target="../ink/ink28.xml"/><Relationship Id="rId77" Type="http://schemas.openxmlformats.org/officeDocument/2006/relationships/image" Target="../media/image49.png"/><Relationship Id="rId100" Type="http://schemas.openxmlformats.org/officeDocument/2006/relationships/customXml" Target="../ink/ink50.xml"/><Relationship Id="rId105" Type="http://schemas.openxmlformats.org/officeDocument/2006/relationships/image" Target="../media/image63.png"/><Relationship Id="rId126" Type="http://schemas.openxmlformats.org/officeDocument/2006/relationships/customXml" Target="../ink/ink63.xml"/><Relationship Id="rId147" Type="http://schemas.openxmlformats.org/officeDocument/2006/relationships/image" Target="../media/image84.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36.png"/><Relationship Id="rId72" Type="http://schemas.openxmlformats.org/officeDocument/2006/relationships/customXml" Target="../ink/ink36.xml"/><Relationship Id="rId93" Type="http://schemas.openxmlformats.org/officeDocument/2006/relationships/image" Target="../media/image57.png"/><Relationship Id="rId98" Type="http://schemas.openxmlformats.org/officeDocument/2006/relationships/customXml" Target="../ink/ink49.xml"/><Relationship Id="rId121" Type="http://schemas.openxmlformats.org/officeDocument/2006/relationships/image" Target="../media/image71.png"/><Relationship Id="rId142" Type="http://schemas.openxmlformats.org/officeDocument/2006/relationships/customXml" Target="../ink/ink71.xml"/><Relationship Id="rId163" Type="http://schemas.openxmlformats.org/officeDocument/2006/relationships/image" Target="../media/image92.png"/><Relationship Id="rId184" Type="http://schemas.openxmlformats.org/officeDocument/2006/relationships/customXml" Target="../ink/ink92.xml"/><Relationship Id="rId189" Type="http://schemas.openxmlformats.org/officeDocument/2006/relationships/image" Target="../media/image105.png"/><Relationship Id="rId3" Type="http://schemas.openxmlformats.org/officeDocument/2006/relationships/image" Target="../media/image12.png"/><Relationship Id="rId214" Type="http://schemas.openxmlformats.org/officeDocument/2006/relationships/customXml" Target="../ink/ink107.xml"/><Relationship Id="rId25" Type="http://schemas.openxmlformats.org/officeDocument/2006/relationships/image" Target="../media/image23.png"/><Relationship Id="rId46" Type="http://schemas.openxmlformats.org/officeDocument/2006/relationships/customXml" Target="../ink/ink23.xml"/><Relationship Id="rId67" Type="http://schemas.openxmlformats.org/officeDocument/2006/relationships/image" Target="../media/image44.png"/><Relationship Id="rId116" Type="http://schemas.openxmlformats.org/officeDocument/2006/relationships/customXml" Target="../ink/ink58.xml"/><Relationship Id="rId137" Type="http://schemas.openxmlformats.org/officeDocument/2006/relationships/image" Target="../media/image79.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31.png"/><Relationship Id="rId62" Type="http://schemas.openxmlformats.org/officeDocument/2006/relationships/customXml" Target="../ink/ink31.xml"/><Relationship Id="rId83" Type="http://schemas.openxmlformats.org/officeDocument/2006/relationships/image" Target="../media/image52.png"/><Relationship Id="rId88" Type="http://schemas.openxmlformats.org/officeDocument/2006/relationships/customXml" Target="../ink/ink44.xml"/><Relationship Id="rId111" Type="http://schemas.openxmlformats.org/officeDocument/2006/relationships/image" Target="../media/image66.png"/><Relationship Id="rId132" Type="http://schemas.openxmlformats.org/officeDocument/2006/relationships/customXml" Target="../ink/ink66.xml"/><Relationship Id="rId153" Type="http://schemas.openxmlformats.org/officeDocument/2006/relationships/image" Target="../media/image87.png"/><Relationship Id="rId174" Type="http://schemas.openxmlformats.org/officeDocument/2006/relationships/customXml" Target="../ink/ink87.xml"/><Relationship Id="rId179" Type="http://schemas.openxmlformats.org/officeDocument/2006/relationships/image" Target="../media/image100.png"/><Relationship Id="rId195" Type="http://schemas.openxmlformats.org/officeDocument/2006/relationships/image" Target="../media/image108.png"/><Relationship Id="rId209" Type="http://schemas.openxmlformats.org/officeDocument/2006/relationships/image" Target="../media/image115.png"/><Relationship Id="rId190" Type="http://schemas.openxmlformats.org/officeDocument/2006/relationships/customXml" Target="../ink/ink95.xml"/><Relationship Id="rId204" Type="http://schemas.openxmlformats.org/officeDocument/2006/relationships/customXml" Target="../ink/ink102.xml"/><Relationship Id="rId15" Type="http://schemas.openxmlformats.org/officeDocument/2006/relationships/image" Target="../media/image18.png"/><Relationship Id="rId36" Type="http://schemas.openxmlformats.org/officeDocument/2006/relationships/customXml" Target="../ink/ink18.xml"/><Relationship Id="rId57" Type="http://schemas.openxmlformats.org/officeDocument/2006/relationships/image" Target="../media/image39.png"/><Relationship Id="rId106" Type="http://schemas.openxmlformats.org/officeDocument/2006/relationships/customXml" Target="../ink/ink53.xml"/><Relationship Id="rId127" Type="http://schemas.openxmlformats.org/officeDocument/2006/relationships/image" Target="../media/image74.png"/><Relationship Id="rId10" Type="http://schemas.openxmlformats.org/officeDocument/2006/relationships/customXml" Target="../ink/ink5.xml"/><Relationship Id="rId31" Type="http://schemas.openxmlformats.org/officeDocument/2006/relationships/image" Target="../media/image26.png"/><Relationship Id="rId52" Type="http://schemas.openxmlformats.org/officeDocument/2006/relationships/customXml" Target="../ink/ink26.xml"/><Relationship Id="rId73" Type="http://schemas.openxmlformats.org/officeDocument/2006/relationships/image" Target="../media/image47.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60.png"/><Relationship Id="rId101" Type="http://schemas.openxmlformats.org/officeDocument/2006/relationships/image" Target="../media/image61.png"/><Relationship Id="rId122" Type="http://schemas.openxmlformats.org/officeDocument/2006/relationships/customXml" Target="../ink/ink61.xml"/><Relationship Id="rId143" Type="http://schemas.openxmlformats.org/officeDocument/2006/relationships/image" Target="../media/image82.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95.png"/><Relationship Id="rId185" Type="http://schemas.openxmlformats.org/officeDocument/2006/relationships/image" Target="../media/image103.png"/><Relationship Id="rId4" Type="http://schemas.openxmlformats.org/officeDocument/2006/relationships/customXml" Target="../ink/ink2.xml"/><Relationship Id="rId9" Type="http://schemas.openxmlformats.org/officeDocument/2006/relationships/image" Target="../media/image15.png"/><Relationship Id="rId180" Type="http://schemas.openxmlformats.org/officeDocument/2006/relationships/customXml" Target="../ink/ink90.xml"/><Relationship Id="rId210" Type="http://schemas.openxmlformats.org/officeDocument/2006/relationships/customXml" Target="../ink/ink105.xml"/><Relationship Id="rId215" Type="http://schemas.openxmlformats.org/officeDocument/2006/relationships/image" Target="../media/image118.png"/><Relationship Id="rId26" Type="http://schemas.openxmlformats.org/officeDocument/2006/relationships/customXml" Target="../ink/ink13.xml"/><Relationship Id="rId47" Type="http://schemas.openxmlformats.org/officeDocument/2006/relationships/image" Target="../media/image34.png"/><Relationship Id="rId68" Type="http://schemas.openxmlformats.org/officeDocument/2006/relationships/customXml" Target="../ink/ink34.xml"/><Relationship Id="rId89" Type="http://schemas.openxmlformats.org/officeDocument/2006/relationships/image" Target="../media/image55.png"/><Relationship Id="rId112" Type="http://schemas.openxmlformats.org/officeDocument/2006/relationships/customXml" Target="../ink/ink56.xml"/><Relationship Id="rId133" Type="http://schemas.openxmlformats.org/officeDocument/2006/relationships/image" Target="../media/image77.png"/><Relationship Id="rId154" Type="http://schemas.openxmlformats.org/officeDocument/2006/relationships/customXml" Target="../ink/ink77.xml"/><Relationship Id="rId175" Type="http://schemas.openxmlformats.org/officeDocument/2006/relationships/image" Target="../media/image98.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37" Type="http://schemas.openxmlformats.org/officeDocument/2006/relationships/image" Target="../media/image29.png"/><Relationship Id="rId58" Type="http://schemas.openxmlformats.org/officeDocument/2006/relationships/customXml" Target="../ink/ink29.xml"/><Relationship Id="rId79" Type="http://schemas.openxmlformats.org/officeDocument/2006/relationships/image" Target="../media/image50.png"/><Relationship Id="rId102" Type="http://schemas.openxmlformats.org/officeDocument/2006/relationships/customXml" Target="../ink/ink51.xml"/><Relationship Id="rId123" Type="http://schemas.openxmlformats.org/officeDocument/2006/relationships/image" Target="../media/image72.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93.png"/><Relationship Id="rId186" Type="http://schemas.openxmlformats.org/officeDocument/2006/relationships/customXml" Target="../ink/ink93.xml"/><Relationship Id="rId211" Type="http://schemas.openxmlformats.org/officeDocument/2006/relationships/image" Target="../media/image116.png"/><Relationship Id="rId27" Type="http://schemas.openxmlformats.org/officeDocument/2006/relationships/image" Target="../media/image24.png"/><Relationship Id="rId48" Type="http://schemas.openxmlformats.org/officeDocument/2006/relationships/customXml" Target="../ink/ink24.xml"/><Relationship Id="rId69" Type="http://schemas.openxmlformats.org/officeDocument/2006/relationships/image" Target="../media/image45.png"/><Relationship Id="rId113" Type="http://schemas.openxmlformats.org/officeDocument/2006/relationships/image" Target="../media/image67.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8.png"/><Relationship Id="rId176" Type="http://schemas.openxmlformats.org/officeDocument/2006/relationships/customXml" Target="../ink/ink88.xml"/><Relationship Id="rId197" Type="http://schemas.openxmlformats.org/officeDocument/2006/relationships/image" Target="../media/image109.png"/><Relationship Id="rId201" Type="http://schemas.openxmlformats.org/officeDocument/2006/relationships/image" Target="../media/image111.png"/><Relationship Id="rId17" Type="http://schemas.openxmlformats.org/officeDocument/2006/relationships/image" Target="../media/image19.png"/><Relationship Id="rId38" Type="http://schemas.openxmlformats.org/officeDocument/2006/relationships/customXml" Target="../ink/ink19.xml"/><Relationship Id="rId59" Type="http://schemas.openxmlformats.org/officeDocument/2006/relationships/image" Target="../media/image40.png"/><Relationship Id="rId103" Type="http://schemas.openxmlformats.org/officeDocument/2006/relationships/image" Target="../media/image62.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56.png"/><Relationship Id="rId145" Type="http://schemas.openxmlformats.org/officeDocument/2006/relationships/image" Target="../media/image83.png"/><Relationship Id="rId166" Type="http://schemas.openxmlformats.org/officeDocument/2006/relationships/customXml" Target="../ink/ink83.xml"/><Relationship Id="rId187" Type="http://schemas.openxmlformats.org/officeDocument/2006/relationships/image" Target="../media/image104.png"/><Relationship Id="rId1" Type="http://schemas.openxmlformats.org/officeDocument/2006/relationships/slideLayout" Target="../slideLayouts/slideLayout1.xml"/><Relationship Id="rId212" Type="http://schemas.openxmlformats.org/officeDocument/2006/relationships/customXml" Target="../ink/ink106.xml"/><Relationship Id="rId28" Type="http://schemas.openxmlformats.org/officeDocument/2006/relationships/customXml" Target="../ink/ink14.xml"/><Relationship Id="rId49" Type="http://schemas.openxmlformats.org/officeDocument/2006/relationships/image" Target="../media/image35.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51.png"/><Relationship Id="rId135" Type="http://schemas.openxmlformats.org/officeDocument/2006/relationships/image" Target="../media/image78.png"/><Relationship Id="rId156" Type="http://schemas.openxmlformats.org/officeDocument/2006/relationships/customXml" Target="../ink/ink78.xml"/><Relationship Id="rId177" Type="http://schemas.openxmlformats.org/officeDocument/2006/relationships/image" Target="../media/image99.png"/><Relationship Id="rId198" Type="http://schemas.openxmlformats.org/officeDocument/2006/relationships/customXml" Target="../ink/ink99.xml"/><Relationship Id="rId202" Type="http://schemas.openxmlformats.org/officeDocument/2006/relationships/customXml" Target="../ink/ink101.xml"/><Relationship Id="rId18" Type="http://schemas.openxmlformats.org/officeDocument/2006/relationships/customXml" Target="../ink/ink9.xml"/><Relationship Id="rId39" Type="http://schemas.openxmlformats.org/officeDocument/2006/relationships/image" Target="../media/image30.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73.png"/><Relationship Id="rId146" Type="http://schemas.openxmlformats.org/officeDocument/2006/relationships/customXml" Target="../ink/ink73.xml"/><Relationship Id="rId167" Type="http://schemas.openxmlformats.org/officeDocument/2006/relationships/image" Target="../media/image94.png"/><Relationship Id="rId188" Type="http://schemas.openxmlformats.org/officeDocument/2006/relationships/customXml" Target="../ink/ink94.xml"/><Relationship Id="rId71" Type="http://schemas.openxmlformats.org/officeDocument/2006/relationships/image" Target="../media/image46.png"/><Relationship Id="rId92" Type="http://schemas.openxmlformats.org/officeDocument/2006/relationships/customXml" Target="../ink/ink46.xml"/><Relationship Id="rId213" Type="http://schemas.openxmlformats.org/officeDocument/2006/relationships/image" Target="../media/image117.png"/><Relationship Id="rId2" Type="http://schemas.openxmlformats.org/officeDocument/2006/relationships/customXml" Target="../ink/ink1.xml"/><Relationship Id="rId29" Type="http://schemas.openxmlformats.org/officeDocument/2006/relationships/image" Target="../media/image25.png"/><Relationship Id="rId40" Type="http://schemas.openxmlformats.org/officeDocument/2006/relationships/customXml" Target="../ink/ink20.xml"/><Relationship Id="rId115" Type="http://schemas.openxmlformats.org/officeDocument/2006/relationships/image" Target="../media/image68.png"/><Relationship Id="rId136" Type="http://schemas.openxmlformats.org/officeDocument/2006/relationships/customXml" Target="../ink/ink68.xml"/><Relationship Id="rId157" Type="http://schemas.openxmlformats.org/officeDocument/2006/relationships/image" Target="../media/image89.png"/><Relationship Id="rId178" Type="http://schemas.openxmlformats.org/officeDocument/2006/relationships/customXml" Target="../ink/ink89.xml"/><Relationship Id="rId61" Type="http://schemas.openxmlformats.org/officeDocument/2006/relationships/image" Target="../media/image41.png"/><Relationship Id="rId82" Type="http://schemas.openxmlformats.org/officeDocument/2006/relationships/customXml" Target="../ink/ink41.xml"/><Relationship Id="rId199" Type="http://schemas.openxmlformats.org/officeDocument/2006/relationships/image" Target="../media/image110.png"/><Relationship Id="rId203" Type="http://schemas.openxmlformats.org/officeDocument/2006/relationships/image" Target="../media/image1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customXml" Target="../ink/ink10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44627" y="2372866"/>
            <a:ext cx="6999309" cy="342900"/>
          </a:xfrm>
        </p:spPr>
        <p:txBody>
          <a:bodyPr/>
          <a:lstStyle/>
          <a:p>
            <a:r>
              <a:rPr lang="en-US" sz="24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First Order Logic: Inference   </a:t>
            </a:r>
            <a:endParaRPr lang="en-US" sz="24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 name="Text Placeholder 3">
            <a:extLst>
              <a:ext uri="{FF2B5EF4-FFF2-40B4-BE49-F238E27FC236}">
                <a16:creationId xmlns:a16="http://schemas.microsoft.com/office/drawing/2014/main" id="{A8BDAB70-7A34-1F09-FB02-A4999B9278C1}"/>
              </a:ext>
            </a:extLst>
          </p:cNvPr>
          <p:cNvSpPr txBox="1">
            <a:spLocks/>
          </p:cNvSpPr>
          <p:nvPr/>
        </p:nvSpPr>
        <p:spPr>
          <a:xfrm>
            <a:off x="4605670" y="3998182"/>
            <a:ext cx="3854762" cy="301760"/>
          </a:xfrm>
          <a:prstGeom prst="rect">
            <a:avLst/>
          </a:prstGeom>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r"/>
            <a:r>
              <a:rPr lang="en-US" b="1" dirty="0">
                <a:solidFill>
                  <a:srgbClr val="034EA2"/>
                </a:solidFill>
              </a:rPr>
              <a:t>Prof. Tarachand Amgoth</a:t>
            </a:r>
          </a:p>
          <a:p>
            <a:pPr algn="r"/>
            <a:endParaRPr lang="en-US" dirty="0">
              <a:solidFill>
                <a:srgbClr val="C00000"/>
              </a:solidFill>
            </a:endParaRPr>
          </a:p>
        </p:txBody>
      </p:sp>
      <p:sp>
        <p:nvSpPr>
          <p:cNvPr id="6" name="Text Placeholder 3">
            <a:extLst>
              <a:ext uri="{FF2B5EF4-FFF2-40B4-BE49-F238E27FC236}">
                <a16:creationId xmlns:a16="http://schemas.microsoft.com/office/drawing/2014/main" id="{876C32B9-10B6-E691-28C9-BDD858B991AD}"/>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4" name="Subtitle 2">
            <a:extLst>
              <a:ext uri="{FF2B5EF4-FFF2-40B4-BE49-F238E27FC236}">
                <a16:creationId xmlns:a16="http://schemas.microsoft.com/office/drawing/2014/main" id="{8858B8A9-05BB-EF9F-4232-62A7D5D5DCBD}"/>
              </a:ext>
            </a:extLst>
          </p:cNvPr>
          <p:cNvSpPr txBox="1">
            <a:spLocks/>
          </p:cNvSpPr>
          <p:nvPr/>
        </p:nvSpPr>
        <p:spPr>
          <a:xfrm>
            <a:off x="236987" y="123478"/>
            <a:ext cx="6999309" cy="342900"/>
          </a:xfrm>
          <a:prstGeom prst="rect">
            <a:avLst/>
          </a:prstGeom>
        </p:spPr>
        <p:txBody>
          <a:bodyPr vert="horz" lIns="68580" tIns="34290" rIns="68580" bIns="34290" rtlCol="0">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kern="1200">
                <a:solidFill>
                  <a:schemeClr val="tx1">
                    <a:lumMod val="65000"/>
                    <a:lumOff val="35000"/>
                  </a:schemeClr>
                </a:solidFill>
                <a:latin typeface="+mj-lt"/>
                <a:ea typeface="+mn-ea"/>
                <a:cs typeface="Arial" pitchFamily="34" charset="0"/>
              </a:defRPr>
            </a:lvl1pPr>
            <a:lvl2pPr marL="342900" indent="0" algn="ctr" defTabSz="685800" rtl="0" eaLnBrk="1" latinLnBrk="0" hangingPunct="1">
              <a:spcBef>
                <a:spcPct val="20000"/>
              </a:spcBef>
              <a:buClr>
                <a:schemeClr val="tx1">
                  <a:lumMod val="65000"/>
                  <a:lumOff val="35000"/>
                </a:schemeClr>
              </a:buClr>
              <a:buFont typeface="Myriad Pro" pitchFamily="34" charset="0"/>
              <a:buNone/>
              <a:defRPr sz="1500" kern="1200">
                <a:solidFill>
                  <a:schemeClr val="tx1">
                    <a:tint val="75000"/>
                  </a:schemeClr>
                </a:solidFill>
                <a:latin typeface="+mj-lt"/>
                <a:ea typeface="+mn-ea"/>
                <a:cs typeface="Arial" pitchFamily="34" charset="0"/>
              </a:defRPr>
            </a:lvl2pPr>
            <a:lvl3pPr marL="685800" indent="0" algn="ctr" defTabSz="685800" rtl="0" eaLnBrk="1" latinLnBrk="0" hangingPunct="1">
              <a:spcBef>
                <a:spcPct val="20000"/>
              </a:spcBef>
              <a:buClr>
                <a:schemeClr val="tx1">
                  <a:lumMod val="65000"/>
                  <a:lumOff val="35000"/>
                </a:schemeClr>
              </a:buClr>
              <a:buFont typeface="Courier New" pitchFamily="49" charset="0"/>
              <a:buNone/>
              <a:defRPr sz="1400" kern="1200">
                <a:solidFill>
                  <a:schemeClr val="tx1">
                    <a:tint val="75000"/>
                  </a:schemeClr>
                </a:solidFill>
                <a:latin typeface="+mj-lt"/>
                <a:ea typeface="+mn-ea"/>
                <a:cs typeface="Arial" pitchFamily="34" charset="0"/>
              </a:defRPr>
            </a:lvl3pPr>
            <a:lvl4pPr marL="1028700" indent="0" algn="ctr" defTabSz="685800" rtl="0" eaLnBrk="1" latinLnBrk="0" hangingPunct="1">
              <a:spcBef>
                <a:spcPct val="20000"/>
              </a:spcBef>
              <a:buClr>
                <a:schemeClr val="tx1">
                  <a:lumMod val="65000"/>
                  <a:lumOff val="35000"/>
                </a:schemeClr>
              </a:buClr>
              <a:buFont typeface="Arial" pitchFamily="34" charset="0"/>
              <a:buNone/>
              <a:defRPr sz="1200" kern="1200" baseline="0">
                <a:solidFill>
                  <a:schemeClr val="tx1">
                    <a:tint val="75000"/>
                  </a:schemeClr>
                </a:solidFill>
                <a:latin typeface="+mj-lt"/>
                <a:ea typeface="+mn-ea"/>
                <a:cs typeface="Arial" pitchFamily="34" charset="0"/>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yriad Pro" pitchFamily="34" charset="0"/>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sz="22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Logical Agent </a:t>
            </a:r>
            <a:endParaRPr lang="en-US" sz="22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1" name="Group 10">
            <a:extLst>
              <a:ext uri="{FF2B5EF4-FFF2-40B4-BE49-F238E27FC236}">
                <a16:creationId xmlns:a16="http://schemas.microsoft.com/office/drawing/2014/main" id="{54EB98FB-3298-D1DB-DFF1-F57B0688C3DF}"/>
              </a:ext>
            </a:extLst>
          </p:cNvPr>
          <p:cNvGrpSpPr/>
          <p:nvPr/>
        </p:nvGrpSpPr>
        <p:grpSpPr>
          <a:xfrm>
            <a:off x="4526210" y="937131"/>
            <a:ext cx="775080" cy="376920"/>
            <a:chOff x="4526210" y="937131"/>
            <a:chExt cx="775080" cy="37692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0146F34-5580-EEEF-46A1-F7F5DF948A15}"/>
                    </a:ext>
                  </a:extLst>
                </p14:cNvPr>
                <p14:cNvContentPartPr/>
                <p14:nvPr/>
              </p14:nvContentPartPr>
              <p14:xfrm>
                <a:off x="4526210" y="937131"/>
                <a:ext cx="45000" cy="376920"/>
              </p14:xfrm>
            </p:contentPart>
          </mc:Choice>
          <mc:Fallback>
            <p:pic>
              <p:nvPicPr>
                <p:cNvPr id="5" name="Ink 4">
                  <a:extLst>
                    <a:ext uri="{FF2B5EF4-FFF2-40B4-BE49-F238E27FC236}">
                      <a16:creationId xmlns:a16="http://schemas.microsoft.com/office/drawing/2014/main" id="{40146F34-5580-EEEF-46A1-F7F5DF948A15}"/>
                    </a:ext>
                  </a:extLst>
                </p:cNvPr>
                <p:cNvPicPr/>
                <p:nvPr/>
              </p:nvPicPr>
              <p:blipFill>
                <a:blip r:embed="rId3"/>
                <a:stretch>
                  <a:fillRect/>
                </a:stretch>
              </p:blipFill>
              <p:spPr>
                <a:xfrm>
                  <a:off x="4521890" y="932811"/>
                  <a:ext cx="5364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6D4EF97F-42A7-EE15-F981-4D5D87C3C52B}"/>
                    </a:ext>
                  </a:extLst>
                </p14:cNvPr>
                <p14:cNvContentPartPr/>
                <p14:nvPr/>
              </p14:nvContentPartPr>
              <p14:xfrm>
                <a:off x="4576610" y="1010931"/>
                <a:ext cx="184680" cy="184320"/>
              </p14:xfrm>
            </p:contentPart>
          </mc:Choice>
          <mc:Fallback>
            <p:pic>
              <p:nvPicPr>
                <p:cNvPr id="7" name="Ink 6">
                  <a:extLst>
                    <a:ext uri="{FF2B5EF4-FFF2-40B4-BE49-F238E27FC236}">
                      <a16:creationId xmlns:a16="http://schemas.microsoft.com/office/drawing/2014/main" id="{6D4EF97F-42A7-EE15-F981-4D5D87C3C52B}"/>
                    </a:ext>
                  </a:extLst>
                </p:cNvPr>
                <p:cNvPicPr/>
                <p:nvPr/>
              </p:nvPicPr>
              <p:blipFill>
                <a:blip r:embed="rId5"/>
                <a:stretch>
                  <a:fillRect/>
                </a:stretch>
              </p:blipFill>
              <p:spPr>
                <a:xfrm>
                  <a:off x="4572290" y="1006611"/>
                  <a:ext cx="19332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ADD77A18-7A8A-D521-ADA8-CB4904A5DDF0}"/>
                    </a:ext>
                  </a:extLst>
                </p14:cNvPr>
                <p14:cNvContentPartPr/>
                <p14:nvPr/>
              </p14:nvContentPartPr>
              <p14:xfrm>
                <a:off x="4779650" y="1073571"/>
                <a:ext cx="150480" cy="196200"/>
              </p14:xfrm>
            </p:contentPart>
          </mc:Choice>
          <mc:Fallback>
            <p:pic>
              <p:nvPicPr>
                <p:cNvPr id="8" name="Ink 7">
                  <a:extLst>
                    <a:ext uri="{FF2B5EF4-FFF2-40B4-BE49-F238E27FC236}">
                      <a16:creationId xmlns:a16="http://schemas.microsoft.com/office/drawing/2014/main" id="{ADD77A18-7A8A-D521-ADA8-CB4904A5DDF0}"/>
                    </a:ext>
                  </a:extLst>
                </p:cNvPr>
                <p:cNvPicPr/>
                <p:nvPr/>
              </p:nvPicPr>
              <p:blipFill>
                <a:blip r:embed="rId7"/>
                <a:stretch>
                  <a:fillRect/>
                </a:stretch>
              </p:blipFill>
              <p:spPr>
                <a:xfrm>
                  <a:off x="4775330" y="1069251"/>
                  <a:ext cx="15912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84EF740B-2013-E6A6-E5AD-56201117C715}"/>
                    </a:ext>
                  </a:extLst>
                </p14:cNvPr>
                <p14:cNvContentPartPr/>
                <p14:nvPr/>
              </p14:nvContentPartPr>
              <p14:xfrm>
                <a:off x="4966850" y="1094091"/>
                <a:ext cx="120600" cy="150480"/>
              </p14:xfrm>
            </p:contentPart>
          </mc:Choice>
          <mc:Fallback>
            <p:pic>
              <p:nvPicPr>
                <p:cNvPr id="9" name="Ink 8">
                  <a:extLst>
                    <a:ext uri="{FF2B5EF4-FFF2-40B4-BE49-F238E27FC236}">
                      <a16:creationId xmlns:a16="http://schemas.microsoft.com/office/drawing/2014/main" id="{84EF740B-2013-E6A6-E5AD-56201117C715}"/>
                    </a:ext>
                  </a:extLst>
                </p:cNvPr>
                <p:cNvPicPr/>
                <p:nvPr/>
              </p:nvPicPr>
              <p:blipFill>
                <a:blip r:embed="rId9"/>
                <a:stretch>
                  <a:fillRect/>
                </a:stretch>
              </p:blipFill>
              <p:spPr>
                <a:xfrm>
                  <a:off x="4962530" y="1089771"/>
                  <a:ext cx="12924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0953F323-C5B5-602E-00CA-9FACDFC5A3AB}"/>
                    </a:ext>
                  </a:extLst>
                </p14:cNvPr>
                <p14:cNvContentPartPr/>
                <p14:nvPr/>
              </p14:nvContentPartPr>
              <p14:xfrm>
                <a:off x="5143610" y="1062411"/>
                <a:ext cx="157680" cy="142560"/>
              </p14:xfrm>
            </p:contentPart>
          </mc:Choice>
          <mc:Fallback>
            <p:pic>
              <p:nvPicPr>
                <p:cNvPr id="10" name="Ink 9">
                  <a:extLst>
                    <a:ext uri="{FF2B5EF4-FFF2-40B4-BE49-F238E27FC236}">
                      <a16:creationId xmlns:a16="http://schemas.microsoft.com/office/drawing/2014/main" id="{0953F323-C5B5-602E-00CA-9FACDFC5A3AB}"/>
                    </a:ext>
                  </a:extLst>
                </p:cNvPr>
                <p:cNvPicPr/>
                <p:nvPr/>
              </p:nvPicPr>
              <p:blipFill>
                <a:blip r:embed="rId11"/>
                <a:stretch>
                  <a:fillRect/>
                </a:stretch>
              </p:blipFill>
              <p:spPr>
                <a:xfrm>
                  <a:off x="5139290" y="1058091"/>
                  <a:ext cx="166320" cy="151200"/>
                </a:xfrm>
                <a:prstGeom prst="rect">
                  <a:avLst/>
                </a:prstGeom>
              </p:spPr>
            </p:pic>
          </mc:Fallback>
        </mc:AlternateContent>
      </p:grpSp>
      <p:grpSp>
        <p:nvGrpSpPr>
          <p:cNvPr id="22" name="Group 21">
            <a:extLst>
              <a:ext uri="{FF2B5EF4-FFF2-40B4-BE49-F238E27FC236}">
                <a16:creationId xmlns:a16="http://schemas.microsoft.com/office/drawing/2014/main" id="{EC5B8914-CCFD-F8A2-B407-F1C75D88907B}"/>
              </a:ext>
            </a:extLst>
          </p:cNvPr>
          <p:cNvGrpSpPr/>
          <p:nvPr/>
        </p:nvGrpSpPr>
        <p:grpSpPr>
          <a:xfrm>
            <a:off x="5477690" y="791331"/>
            <a:ext cx="1686600" cy="516240"/>
            <a:chOff x="5477690" y="791331"/>
            <a:chExt cx="1686600" cy="516240"/>
          </a:xfrm>
        </p:grpSpPr>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2164CA50-C0CE-90BF-7377-618989835F46}"/>
                    </a:ext>
                  </a:extLst>
                </p14:cNvPr>
                <p14:cNvContentPartPr/>
                <p14:nvPr/>
              </p14:nvContentPartPr>
              <p14:xfrm>
                <a:off x="5477690" y="834891"/>
                <a:ext cx="220320" cy="472680"/>
              </p14:xfrm>
            </p:contentPart>
          </mc:Choice>
          <mc:Fallback>
            <p:pic>
              <p:nvPicPr>
                <p:cNvPr id="12" name="Ink 11">
                  <a:extLst>
                    <a:ext uri="{FF2B5EF4-FFF2-40B4-BE49-F238E27FC236}">
                      <a16:creationId xmlns:a16="http://schemas.microsoft.com/office/drawing/2014/main" id="{2164CA50-C0CE-90BF-7377-618989835F46}"/>
                    </a:ext>
                  </a:extLst>
                </p:cNvPr>
                <p:cNvPicPr/>
                <p:nvPr/>
              </p:nvPicPr>
              <p:blipFill>
                <a:blip r:embed="rId13"/>
                <a:stretch>
                  <a:fillRect/>
                </a:stretch>
              </p:blipFill>
              <p:spPr>
                <a:xfrm>
                  <a:off x="5473370" y="830571"/>
                  <a:ext cx="228960" cy="481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8E410D8E-6EC8-92F2-7B20-858936201DDF}"/>
                    </a:ext>
                  </a:extLst>
                </p14:cNvPr>
                <p14:cNvContentPartPr/>
                <p14:nvPr/>
              </p14:nvContentPartPr>
              <p14:xfrm>
                <a:off x="5710250" y="1016331"/>
                <a:ext cx="141120" cy="238680"/>
              </p14:xfrm>
            </p:contentPart>
          </mc:Choice>
          <mc:Fallback>
            <p:pic>
              <p:nvPicPr>
                <p:cNvPr id="13" name="Ink 12">
                  <a:extLst>
                    <a:ext uri="{FF2B5EF4-FFF2-40B4-BE49-F238E27FC236}">
                      <a16:creationId xmlns:a16="http://schemas.microsoft.com/office/drawing/2014/main" id="{8E410D8E-6EC8-92F2-7B20-858936201DDF}"/>
                    </a:ext>
                  </a:extLst>
                </p:cNvPr>
                <p:cNvPicPr/>
                <p:nvPr/>
              </p:nvPicPr>
              <p:blipFill>
                <a:blip r:embed="rId15"/>
                <a:stretch>
                  <a:fillRect/>
                </a:stretch>
              </p:blipFill>
              <p:spPr>
                <a:xfrm>
                  <a:off x="5705930" y="1012011"/>
                  <a:ext cx="14976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0A0CF329-859D-F266-AAED-3BEF17C38BF3}"/>
                    </a:ext>
                  </a:extLst>
                </p14:cNvPr>
                <p14:cNvContentPartPr/>
                <p14:nvPr/>
              </p14:nvContentPartPr>
              <p14:xfrm>
                <a:off x="5785130" y="879171"/>
                <a:ext cx="52920" cy="30960"/>
              </p14:xfrm>
            </p:contentPart>
          </mc:Choice>
          <mc:Fallback>
            <p:pic>
              <p:nvPicPr>
                <p:cNvPr id="14" name="Ink 13">
                  <a:extLst>
                    <a:ext uri="{FF2B5EF4-FFF2-40B4-BE49-F238E27FC236}">
                      <a16:creationId xmlns:a16="http://schemas.microsoft.com/office/drawing/2014/main" id="{0A0CF329-859D-F266-AAED-3BEF17C38BF3}"/>
                    </a:ext>
                  </a:extLst>
                </p:cNvPr>
                <p:cNvPicPr/>
                <p:nvPr/>
              </p:nvPicPr>
              <p:blipFill>
                <a:blip r:embed="rId17"/>
                <a:stretch>
                  <a:fillRect/>
                </a:stretch>
              </p:blipFill>
              <p:spPr>
                <a:xfrm>
                  <a:off x="5780810" y="874851"/>
                  <a:ext cx="615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60DA9F4E-B5DC-22EC-2716-66716EBF5248}"/>
                    </a:ext>
                  </a:extLst>
                </p14:cNvPr>
                <p14:cNvContentPartPr/>
                <p14:nvPr/>
              </p14:nvContentPartPr>
              <p14:xfrm>
                <a:off x="5951810" y="1006971"/>
                <a:ext cx="155520" cy="116280"/>
              </p14:xfrm>
            </p:contentPart>
          </mc:Choice>
          <mc:Fallback>
            <p:pic>
              <p:nvPicPr>
                <p:cNvPr id="15" name="Ink 14">
                  <a:extLst>
                    <a:ext uri="{FF2B5EF4-FFF2-40B4-BE49-F238E27FC236}">
                      <a16:creationId xmlns:a16="http://schemas.microsoft.com/office/drawing/2014/main" id="{60DA9F4E-B5DC-22EC-2716-66716EBF5248}"/>
                    </a:ext>
                  </a:extLst>
                </p:cNvPr>
                <p:cNvPicPr/>
                <p:nvPr/>
              </p:nvPicPr>
              <p:blipFill>
                <a:blip r:embed="rId19"/>
                <a:stretch>
                  <a:fillRect/>
                </a:stretch>
              </p:blipFill>
              <p:spPr>
                <a:xfrm>
                  <a:off x="5947490" y="1002651"/>
                  <a:ext cx="16416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D8DA1028-0A79-99DB-AC9E-12006F88FC38}"/>
                    </a:ext>
                  </a:extLst>
                </p14:cNvPr>
                <p14:cNvContentPartPr/>
                <p14:nvPr/>
              </p14:nvContentPartPr>
              <p14:xfrm>
                <a:off x="6190850" y="887811"/>
                <a:ext cx="113040" cy="230760"/>
              </p14:xfrm>
            </p:contentPart>
          </mc:Choice>
          <mc:Fallback>
            <p:pic>
              <p:nvPicPr>
                <p:cNvPr id="16" name="Ink 15">
                  <a:extLst>
                    <a:ext uri="{FF2B5EF4-FFF2-40B4-BE49-F238E27FC236}">
                      <a16:creationId xmlns:a16="http://schemas.microsoft.com/office/drawing/2014/main" id="{D8DA1028-0A79-99DB-AC9E-12006F88FC38}"/>
                    </a:ext>
                  </a:extLst>
                </p:cNvPr>
                <p:cNvPicPr/>
                <p:nvPr/>
              </p:nvPicPr>
              <p:blipFill>
                <a:blip r:embed="rId21"/>
                <a:stretch>
                  <a:fillRect/>
                </a:stretch>
              </p:blipFill>
              <p:spPr>
                <a:xfrm>
                  <a:off x="6186530" y="883491"/>
                  <a:ext cx="12168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17E52A27-15DA-7A75-560A-88E452DD6BB1}"/>
                    </a:ext>
                  </a:extLst>
                </p14:cNvPr>
                <p14:cNvContentPartPr/>
                <p14:nvPr/>
              </p14:nvContentPartPr>
              <p14:xfrm>
                <a:off x="6358610" y="952251"/>
                <a:ext cx="187920" cy="145080"/>
              </p14:xfrm>
            </p:contentPart>
          </mc:Choice>
          <mc:Fallback>
            <p:pic>
              <p:nvPicPr>
                <p:cNvPr id="17" name="Ink 16">
                  <a:extLst>
                    <a:ext uri="{FF2B5EF4-FFF2-40B4-BE49-F238E27FC236}">
                      <a16:creationId xmlns:a16="http://schemas.microsoft.com/office/drawing/2014/main" id="{17E52A27-15DA-7A75-560A-88E452DD6BB1}"/>
                    </a:ext>
                  </a:extLst>
                </p:cNvPr>
                <p:cNvPicPr/>
                <p:nvPr/>
              </p:nvPicPr>
              <p:blipFill>
                <a:blip r:embed="rId23"/>
                <a:stretch>
                  <a:fillRect/>
                </a:stretch>
              </p:blipFill>
              <p:spPr>
                <a:xfrm>
                  <a:off x="6354290" y="947931"/>
                  <a:ext cx="19656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EC5B0021-C324-099A-A3DC-49D4F11E297C}"/>
                    </a:ext>
                  </a:extLst>
                </p14:cNvPr>
                <p14:cNvContentPartPr/>
                <p14:nvPr/>
              </p14:nvContentPartPr>
              <p14:xfrm>
                <a:off x="6610970" y="1039731"/>
                <a:ext cx="18000" cy="128880"/>
              </p14:xfrm>
            </p:contentPart>
          </mc:Choice>
          <mc:Fallback>
            <p:pic>
              <p:nvPicPr>
                <p:cNvPr id="18" name="Ink 17">
                  <a:extLst>
                    <a:ext uri="{FF2B5EF4-FFF2-40B4-BE49-F238E27FC236}">
                      <a16:creationId xmlns:a16="http://schemas.microsoft.com/office/drawing/2014/main" id="{EC5B0021-C324-099A-A3DC-49D4F11E297C}"/>
                    </a:ext>
                  </a:extLst>
                </p:cNvPr>
                <p:cNvPicPr/>
                <p:nvPr/>
              </p:nvPicPr>
              <p:blipFill>
                <a:blip r:embed="rId25"/>
                <a:stretch>
                  <a:fillRect/>
                </a:stretch>
              </p:blipFill>
              <p:spPr>
                <a:xfrm>
                  <a:off x="6606650" y="1035411"/>
                  <a:ext cx="2664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98476287-87E2-6F07-B2E2-FB75B36D3E12}"/>
                    </a:ext>
                  </a:extLst>
                </p14:cNvPr>
                <p14:cNvContentPartPr/>
                <p14:nvPr/>
              </p14:nvContentPartPr>
              <p14:xfrm>
                <a:off x="6786290" y="968451"/>
                <a:ext cx="246240" cy="140760"/>
              </p14:xfrm>
            </p:contentPart>
          </mc:Choice>
          <mc:Fallback>
            <p:pic>
              <p:nvPicPr>
                <p:cNvPr id="20" name="Ink 19">
                  <a:extLst>
                    <a:ext uri="{FF2B5EF4-FFF2-40B4-BE49-F238E27FC236}">
                      <a16:creationId xmlns:a16="http://schemas.microsoft.com/office/drawing/2014/main" id="{98476287-87E2-6F07-B2E2-FB75B36D3E12}"/>
                    </a:ext>
                  </a:extLst>
                </p:cNvPr>
                <p:cNvPicPr/>
                <p:nvPr/>
              </p:nvPicPr>
              <p:blipFill>
                <a:blip r:embed="rId27"/>
                <a:stretch>
                  <a:fillRect/>
                </a:stretch>
              </p:blipFill>
              <p:spPr>
                <a:xfrm>
                  <a:off x="6781970" y="964131"/>
                  <a:ext cx="2548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B09CD3E2-B07E-B121-D771-0F81FF7600E4}"/>
                    </a:ext>
                  </a:extLst>
                </p14:cNvPr>
                <p14:cNvContentPartPr/>
                <p14:nvPr/>
              </p14:nvContentPartPr>
              <p14:xfrm>
                <a:off x="7015610" y="791331"/>
                <a:ext cx="148680" cy="455760"/>
              </p14:xfrm>
            </p:contentPart>
          </mc:Choice>
          <mc:Fallback>
            <p:pic>
              <p:nvPicPr>
                <p:cNvPr id="21" name="Ink 20">
                  <a:extLst>
                    <a:ext uri="{FF2B5EF4-FFF2-40B4-BE49-F238E27FC236}">
                      <a16:creationId xmlns:a16="http://schemas.microsoft.com/office/drawing/2014/main" id="{B09CD3E2-B07E-B121-D771-0F81FF7600E4}"/>
                    </a:ext>
                  </a:extLst>
                </p:cNvPr>
                <p:cNvPicPr/>
                <p:nvPr/>
              </p:nvPicPr>
              <p:blipFill>
                <a:blip r:embed="rId29"/>
                <a:stretch>
                  <a:fillRect/>
                </a:stretch>
              </p:blipFill>
              <p:spPr>
                <a:xfrm>
                  <a:off x="7011290" y="787011"/>
                  <a:ext cx="157320" cy="464400"/>
                </a:xfrm>
                <a:prstGeom prst="rect">
                  <a:avLst/>
                </a:prstGeom>
              </p:spPr>
            </p:pic>
          </mc:Fallback>
        </mc:AlternateContent>
      </p:grpSp>
      <p:grpSp>
        <p:nvGrpSpPr>
          <p:cNvPr id="37" name="Group 36">
            <a:extLst>
              <a:ext uri="{FF2B5EF4-FFF2-40B4-BE49-F238E27FC236}">
                <a16:creationId xmlns:a16="http://schemas.microsoft.com/office/drawing/2014/main" id="{3EFEE157-147C-1E9C-D956-CF10EA3FB723}"/>
              </a:ext>
            </a:extLst>
          </p:cNvPr>
          <p:cNvGrpSpPr/>
          <p:nvPr/>
        </p:nvGrpSpPr>
        <p:grpSpPr>
          <a:xfrm>
            <a:off x="4511450" y="1748931"/>
            <a:ext cx="1659960" cy="437760"/>
            <a:chOff x="4511450" y="1748931"/>
            <a:chExt cx="1659960" cy="437760"/>
          </a:xfrm>
        </p:grpSpPr>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19B37F78-0301-13F7-4569-CCF9C226AC3F}"/>
                    </a:ext>
                  </a:extLst>
                </p14:cNvPr>
                <p14:cNvContentPartPr/>
                <p14:nvPr/>
              </p14:nvContentPartPr>
              <p14:xfrm>
                <a:off x="4511450" y="1839291"/>
                <a:ext cx="46440" cy="347400"/>
              </p14:xfrm>
            </p:contentPart>
          </mc:Choice>
          <mc:Fallback>
            <p:pic>
              <p:nvPicPr>
                <p:cNvPr id="23" name="Ink 22">
                  <a:extLst>
                    <a:ext uri="{FF2B5EF4-FFF2-40B4-BE49-F238E27FC236}">
                      <a16:creationId xmlns:a16="http://schemas.microsoft.com/office/drawing/2014/main" id="{19B37F78-0301-13F7-4569-CCF9C226AC3F}"/>
                    </a:ext>
                  </a:extLst>
                </p:cNvPr>
                <p:cNvPicPr/>
                <p:nvPr/>
              </p:nvPicPr>
              <p:blipFill>
                <a:blip r:embed="rId31"/>
                <a:stretch>
                  <a:fillRect/>
                </a:stretch>
              </p:blipFill>
              <p:spPr>
                <a:xfrm>
                  <a:off x="4507130" y="1834971"/>
                  <a:ext cx="5508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106958C6-1152-C2FD-984A-0F2C231AC6B5}"/>
                    </a:ext>
                  </a:extLst>
                </p14:cNvPr>
                <p14:cNvContentPartPr/>
                <p14:nvPr/>
              </p14:nvContentPartPr>
              <p14:xfrm>
                <a:off x="4561130" y="1930731"/>
                <a:ext cx="228600" cy="192600"/>
              </p14:xfrm>
            </p:contentPart>
          </mc:Choice>
          <mc:Fallback>
            <p:pic>
              <p:nvPicPr>
                <p:cNvPr id="24" name="Ink 23">
                  <a:extLst>
                    <a:ext uri="{FF2B5EF4-FFF2-40B4-BE49-F238E27FC236}">
                      <a16:creationId xmlns:a16="http://schemas.microsoft.com/office/drawing/2014/main" id="{106958C6-1152-C2FD-984A-0F2C231AC6B5}"/>
                    </a:ext>
                  </a:extLst>
                </p:cNvPr>
                <p:cNvPicPr/>
                <p:nvPr/>
              </p:nvPicPr>
              <p:blipFill>
                <a:blip r:embed="rId33"/>
                <a:stretch>
                  <a:fillRect/>
                </a:stretch>
              </p:blipFill>
              <p:spPr>
                <a:xfrm>
                  <a:off x="4556810" y="1926411"/>
                  <a:ext cx="2372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3A646A50-57D9-1401-267F-FC13BD28095A}"/>
                    </a:ext>
                  </a:extLst>
                </p14:cNvPr>
                <p14:cNvContentPartPr/>
                <p14:nvPr/>
              </p14:nvContentPartPr>
              <p14:xfrm>
                <a:off x="4784330" y="1905891"/>
                <a:ext cx="653040" cy="201960"/>
              </p14:xfrm>
            </p:contentPart>
          </mc:Choice>
          <mc:Fallback>
            <p:pic>
              <p:nvPicPr>
                <p:cNvPr id="25" name="Ink 24">
                  <a:extLst>
                    <a:ext uri="{FF2B5EF4-FFF2-40B4-BE49-F238E27FC236}">
                      <a16:creationId xmlns:a16="http://schemas.microsoft.com/office/drawing/2014/main" id="{3A646A50-57D9-1401-267F-FC13BD28095A}"/>
                    </a:ext>
                  </a:extLst>
                </p:cNvPr>
                <p:cNvPicPr/>
                <p:nvPr/>
              </p:nvPicPr>
              <p:blipFill>
                <a:blip r:embed="rId35"/>
                <a:stretch>
                  <a:fillRect/>
                </a:stretch>
              </p:blipFill>
              <p:spPr>
                <a:xfrm>
                  <a:off x="4780010" y="1901571"/>
                  <a:ext cx="6616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DEFAE60A-A022-2C9E-8D4E-0B6416ED8322}"/>
                    </a:ext>
                  </a:extLst>
                </p14:cNvPr>
                <p14:cNvContentPartPr/>
                <p14:nvPr/>
              </p14:nvContentPartPr>
              <p14:xfrm>
                <a:off x="5557250" y="1748931"/>
                <a:ext cx="115200" cy="325440"/>
              </p14:xfrm>
            </p:contentPart>
          </mc:Choice>
          <mc:Fallback>
            <p:pic>
              <p:nvPicPr>
                <p:cNvPr id="26" name="Ink 25">
                  <a:extLst>
                    <a:ext uri="{FF2B5EF4-FFF2-40B4-BE49-F238E27FC236}">
                      <a16:creationId xmlns:a16="http://schemas.microsoft.com/office/drawing/2014/main" id="{DEFAE60A-A022-2C9E-8D4E-0B6416ED8322}"/>
                    </a:ext>
                  </a:extLst>
                </p:cNvPr>
                <p:cNvPicPr/>
                <p:nvPr/>
              </p:nvPicPr>
              <p:blipFill>
                <a:blip r:embed="rId37"/>
                <a:stretch>
                  <a:fillRect/>
                </a:stretch>
              </p:blipFill>
              <p:spPr>
                <a:xfrm>
                  <a:off x="5552930" y="1744611"/>
                  <a:ext cx="12384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80700896-8C3B-E7F6-BCE5-86CE3AFF9DE4}"/>
                    </a:ext>
                  </a:extLst>
                </p14:cNvPr>
                <p14:cNvContentPartPr/>
                <p14:nvPr/>
              </p14:nvContentPartPr>
              <p14:xfrm>
                <a:off x="5777570" y="1824891"/>
                <a:ext cx="214560" cy="293040"/>
              </p14:xfrm>
            </p:contentPart>
          </mc:Choice>
          <mc:Fallback>
            <p:pic>
              <p:nvPicPr>
                <p:cNvPr id="27" name="Ink 26">
                  <a:extLst>
                    <a:ext uri="{FF2B5EF4-FFF2-40B4-BE49-F238E27FC236}">
                      <a16:creationId xmlns:a16="http://schemas.microsoft.com/office/drawing/2014/main" id="{80700896-8C3B-E7F6-BCE5-86CE3AFF9DE4}"/>
                    </a:ext>
                  </a:extLst>
                </p:cNvPr>
                <p:cNvPicPr/>
                <p:nvPr/>
              </p:nvPicPr>
              <p:blipFill>
                <a:blip r:embed="rId39"/>
                <a:stretch>
                  <a:fillRect/>
                </a:stretch>
              </p:blipFill>
              <p:spPr>
                <a:xfrm>
                  <a:off x="5773250" y="1820571"/>
                  <a:ext cx="22320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15087BAB-50DC-C41B-1235-9C9A97085659}"/>
                    </a:ext>
                  </a:extLst>
                </p14:cNvPr>
                <p14:cNvContentPartPr/>
                <p14:nvPr/>
              </p14:nvContentPartPr>
              <p14:xfrm>
                <a:off x="6159530" y="1943691"/>
                <a:ext cx="11880" cy="149760"/>
              </p14:xfrm>
            </p:contentPart>
          </mc:Choice>
          <mc:Fallback>
            <p:pic>
              <p:nvPicPr>
                <p:cNvPr id="28" name="Ink 27">
                  <a:extLst>
                    <a:ext uri="{FF2B5EF4-FFF2-40B4-BE49-F238E27FC236}">
                      <a16:creationId xmlns:a16="http://schemas.microsoft.com/office/drawing/2014/main" id="{15087BAB-50DC-C41B-1235-9C9A97085659}"/>
                    </a:ext>
                  </a:extLst>
                </p:cNvPr>
                <p:cNvPicPr/>
                <p:nvPr/>
              </p:nvPicPr>
              <p:blipFill>
                <a:blip r:embed="rId41"/>
                <a:stretch>
                  <a:fillRect/>
                </a:stretch>
              </p:blipFill>
              <p:spPr>
                <a:xfrm>
                  <a:off x="6155210" y="1939371"/>
                  <a:ext cx="20520" cy="158400"/>
                </a:xfrm>
                <a:prstGeom prst="rect">
                  <a:avLst/>
                </a:prstGeom>
              </p:spPr>
            </p:pic>
          </mc:Fallback>
        </mc:AlternateContent>
      </p:grpSp>
      <p:grpSp>
        <p:nvGrpSpPr>
          <p:cNvPr id="58" name="Group 57">
            <a:extLst>
              <a:ext uri="{FF2B5EF4-FFF2-40B4-BE49-F238E27FC236}">
                <a16:creationId xmlns:a16="http://schemas.microsoft.com/office/drawing/2014/main" id="{19DC3EBB-7071-0A32-F263-DEDE9800EDA4}"/>
              </a:ext>
            </a:extLst>
          </p:cNvPr>
          <p:cNvGrpSpPr/>
          <p:nvPr/>
        </p:nvGrpSpPr>
        <p:grpSpPr>
          <a:xfrm>
            <a:off x="6572090" y="1531491"/>
            <a:ext cx="1813320" cy="453240"/>
            <a:chOff x="6572090" y="1531491"/>
            <a:chExt cx="1813320" cy="453240"/>
          </a:xfrm>
        </p:grpSpPr>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6920281F-76AC-EFBD-344B-B887D62B395F}"/>
                    </a:ext>
                  </a:extLst>
                </p14:cNvPr>
                <p14:cNvContentPartPr/>
                <p14:nvPr/>
              </p14:nvContentPartPr>
              <p14:xfrm>
                <a:off x="6644810" y="1801491"/>
                <a:ext cx="360" cy="360"/>
              </p14:xfrm>
            </p:contentPart>
          </mc:Choice>
          <mc:Fallback>
            <p:pic>
              <p:nvPicPr>
                <p:cNvPr id="29" name="Ink 28">
                  <a:extLst>
                    <a:ext uri="{FF2B5EF4-FFF2-40B4-BE49-F238E27FC236}">
                      <a16:creationId xmlns:a16="http://schemas.microsoft.com/office/drawing/2014/main" id="{6920281F-76AC-EFBD-344B-B887D62B395F}"/>
                    </a:ext>
                  </a:extLst>
                </p:cNvPr>
                <p:cNvPicPr/>
                <p:nvPr/>
              </p:nvPicPr>
              <p:blipFill>
                <a:blip r:embed="rId43"/>
                <a:stretch>
                  <a:fillRect/>
                </a:stretch>
              </p:blipFill>
              <p:spPr>
                <a:xfrm>
                  <a:off x="6640490" y="1797171"/>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C0EE27B9-FC62-CA74-C1A5-F73CF045C8F5}"/>
                    </a:ext>
                  </a:extLst>
                </p14:cNvPr>
                <p14:cNvContentPartPr/>
                <p14:nvPr/>
              </p14:nvContentPartPr>
              <p14:xfrm>
                <a:off x="6572090" y="1768011"/>
                <a:ext cx="272160" cy="216720"/>
              </p14:xfrm>
            </p:contentPart>
          </mc:Choice>
          <mc:Fallback>
            <p:pic>
              <p:nvPicPr>
                <p:cNvPr id="30" name="Ink 29">
                  <a:extLst>
                    <a:ext uri="{FF2B5EF4-FFF2-40B4-BE49-F238E27FC236}">
                      <a16:creationId xmlns:a16="http://schemas.microsoft.com/office/drawing/2014/main" id="{C0EE27B9-FC62-CA74-C1A5-F73CF045C8F5}"/>
                    </a:ext>
                  </a:extLst>
                </p:cNvPr>
                <p:cNvPicPr/>
                <p:nvPr/>
              </p:nvPicPr>
              <p:blipFill>
                <a:blip r:embed="rId45"/>
                <a:stretch>
                  <a:fillRect/>
                </a:stretch>
              </p:blipFill>
              <p:spPr>
                <a:xfrm>
                  <a:off x="6567770" y="1763691"/>
                  <a:ext cx="2808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87E2EE20-8C0C-CB32-A9DA-0254BA5A4771}"/>
                    </a:ext>
                  </a:extLst>
                </p14:cNvPr>
                <p14:cNvContentPartPr/>
                <p14:nvPr/>
              </p14:nvContentPartPr>
              <p14:xfrm>
                <a:off x="6824450" y="1779891"/>
                <a:ext cx="147600" cy="166680"/>
              </p14:xfrm>
            </p:contentPart>
          </mc:Choice>
          <mc:Fallback>
            <p:pic>
              <p:nvPicPr>
                <p:cNvPr id="31" name="Ink 30">
                  <a:extLst>
                    <a:ext uri="{FF2B5EF4-FFF2-40B4-BE49-F238E27FC236}">
                      <a16:creationId xmlns:a16="http://schemas.microsoft.com/office/drawing/2014/main" id="{87E2EE20-8C0C-CB32-A9DA-0254BA5A4771}"/>
                    </a:ext>
                  </a:extLst>
                </p:cNvPr>
                <p:cNvPicPr/>
                <p:nvPr/>
              </p:nvPicPr>
              <p:blipFill>
                <a:blip r:embed="rId47"/>
                <a:stretch>
                  <a:fillRect/>
                </a:stretch>
              </p:blipFill>
              <p:spPr>
                <a:xfrm>
                  <a:off x="6820130" y="1775571"/>
                  <a:ext cx="15624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456C684C-261A-0DC0-A885-E5ED51F422D2}"/>
                    </a:ext>
                  </a:extLst>
                </p14:cNvPr>
                <p14:cNvContentPartPr/>
                <p14:nvPr/>
              </p14:nvContentPartPr>
              <p14:xfrm>
                <a:off x="7048730" y="1693131"/>
                <a:ext cx="36360" cy="238680"/>
              </p14:xfrm>
            </p:contentPart>
          </mc:Choice>
          <mc:Fallback>
            <p:pic>
              <p:nvPicPr>
                <p:cNvPr id="32" name="Ink 31">
                  <a:extLst>
                    <a:ext uri="{FF2B5EF4-FFF2-40B4-BE49-F238E27FC236}">
                      <a16:creationId xmlns:a16="http://schemas.microsoft.com/office/drawing/2014/main" id="{456C684C-261A-0DC0-A885-E5ED51F422D2}"/>
                    </a:ext>
                  </a:extLst>
                </p:cNvPr>
                <p:cNvPicPr/>
                <p:nvPr/>
              </p:nvPicPr>
              <p:blipFill>
                <a:blip r:embed="rId49"/>
                <a:stretch>
                  <a:fillRect/>
                </a:stretch>
              </p:blipFill>
              <p:spPr>
                <a:xfrm>
                  <a:off x="7044410" y="1688811"/>
                  <a:ext cx="4500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E6D6F8B5-1A18-41CD-43DB-DE5F299F0F48}"/>
                    </a:ext>
                  </a:extLst>
                </p14:cNvPr>
                <p14:cNvContentPartPr/>
                <p14:nvPr/>
              </p14:nvContentPartPr>
              <p14:xfrm>
                <a:off x="6905810" y="1723731"/>
                <a:ext cx="534960" cy="164160"/>
              </p14:xfrm>
            </p:contentPart>
          </mc:Choice>
          <mc:Fallback>
            <p:pic>
              <p:nvPicPr>
                <p:cNvPr id="33" name="Ink 32">
                  <a:extLst>
                    <a:ext uri="{FF2B5EF4-FFF2-40B4-BE49-F238E27FC236}">
                      <a16:creationId xmlns:a16="http://schemas.microsoft.com/office/drawing/2014/main" id="{E6D6F8B5-1A18-41CD-43DB-DE5F299F0F48}"/>
                    </a:ext>
                  </a:extLst>
                </p:cNvPr>
                <p:cNvPicPr/>
                <p:nvPr/>
              </p:nvPicPr>
              <p:blipFill>
                <a:blip r:embed="rId51"/>
                <a:stretch>
                  <a:fillRect/>
                </a:stretch>
              </p:blipFill>
              <p:spPr>
                <a:xfrm>
                  <a:off x="6901490" y="1719411"/>
                  <a:ext cx="5436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7760B12D-5779-87D5-703C-8286F8C189D9}"/>
                    </a:ext>
                  </a:extLst>
                </p14:cNvPr>
                <p14:cNvContentPartPr/>
                <p14:nvPr/>
              </p14:nvContentPartPr>
              <p14:xfrm>
                <a:off x="7445450" y="1758651"/>
                <a:ext cx="194400" cy="106920"/>
              </p14:xfrm>
            </p:contentPart>
          </mc:Choice>
          <mc:Fallback>
            <p:pic>
              <p:nvPicPr>
                <p:cNvPr id="34" name="Ink 33">
                  <a:extLst>
                    <a:ext uri="{FF2B5EF4-FFF2-40B4-BE49-F238E27FC236}">
                      <a16:creationId xmlns:a16="http://schemas.microsoft.com/office/drawing/2014/main" id="{7760B12D-5779-87D5-703C-8286F8C189D9}"/>
                    </a:ext>
                  </a:extLst>
                </p:cNvPr>
                <p:cNvPicPr/>
                <p:nvPr/>
              </p:nvPicPr>
              <p:blipFill>
                <a:blip r:embed="rId53"/>
                <a:stretch>
                  <a:fillRect/>
                </a:stretch>
              </p:blipFill>
              <p:spPr>
                <a:xfrm>
                  <a:off x="7441130" y="1754331"/>
                  <a:ext cx="20304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D40C1493-137D-D965-4043-69835D2852B8}"/>
                    </a:ext>
                  </a:extLst>
                </p14:cNvPr>
                <p14:cNvContentPartPr/>
                <p14:nvPr/>
              </p14:nvContentPartPr>
              <p14:xfrm>
                <a:off x="7666850" y="1675491"/>
                <a:ext cx="96480" cy="263520"/>
              </p14:xfrm>
            </p:contentPart>
          </mc:Choice>
          <mc:Fallback>
            <p:pic>
              <p:nvPicPr>
                <p:cNvPr id="35" name="Ink 34">
                  <a:extLst>
                    <a:ext uri="{FF2B5EF4-FFF2-40B4-BE49-F238E27FC236}">
                      <a16:creationId xmlns:a16="http://schemas.microsoft.com/office/drawing/2014/main" id="{D40C1493-137D-D965-4043-69835D2852B8}"/>
                    </a:ext>
                  </a:extLst>
                </p:cNvPr>
                <p:cNvPicPr/>
                <p:nvPr/>
              </p:nvPicPr>
              <p:blipFill>
                <a:blip r:embed="rId55"/>
                <a:stretch>
                  <a:fillRect/>
                </a:stretch>
              </p:blipFill>
              <p:spPr>
                <a:xfrm>
                  <a:off x="7662530" y="1671171"/>
                  <a:ext cx="10512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47801E83-B2F1-1B99-C08D-B9C6EAC42BC7}"/>
                    </a:ext>
                  </a:extLst>
                </p14:cNvPr>
                <p14:cNvContentPartPr/>
                <p14:nvPr/>
              </p14:nvContentPartPr>
              <p14:xfrm>
                <a:off x="7845050" y="1752531"/>
                <a:ext cx="162000" cy="192600"/>
              </p14:xfrm>
            </p:contentPart>
          </mc:Choice>
          <mc:Fallback>
            <p:pic>
              <p:nvPicPr>
                <p:cNvPr id="38" name="Ink 37">
                  <a:extLst>
                    <a:ext uri="{FF2B5EF4-FFF2-40B4-BE49-F238E27FC236}">
                      <a16:creationId xmlns:a16="http://schemas.microsoft.com/office/drawing/2014/main" id="{47801E83-B2F1-1B99-C08D-B9C6EAC42BC7}"/>
                    </a:ext>
                  </a:extLst>
                </p:cNvPr>
                <p:cNvPicPr/>
                <p:nvPr/>
              </p:nvPicPr>
              <p:blipFill>
                <a:blip r:embed="rId57"/>
                <a:stretch>
                  <a:fillRect/>
                </a:stretch>
              </p:blipFill>
              <p:spPr>
                <a:xfrm>
                  <a:off x="7840730" y="1748211"/>
                  <a:ext cx="1706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043A8BCB-4858-42F0-EDFC-99401FE5CD11}"/>
                    </a:ext>
                  </a:extLst>
                </p14:cNvPr>
                <p14:cNvContentPartPr/>
                <p14:nvPr/>
              </p14:nvContentPartPr>
              <p14:xfrm>
                <a:off x="8073650" y="1659291"/>
                <a:ext cx="129600" cy="290160"/>
              </p14:xfrm>
            </p:contentPart>
          </mc:Choice>
          <mc:Fallback>
            <p:pic>
              <p:nvPicPr>
                <p:cNvPr id="39" name="Ink 38">
                  <a:extLst>
                    <a:ext uri="{FF2B5EF4-FFF2-40B4-BE49-F238E27FC236}">
                      <a16:creationId xmlns:a16="http://schemas.microsoft.com/office/drawing/2014/main" id="{043A8BCB-4858-42F0-EDFC-99401FE5CD11}"/>
                    </a:ext>
                  </a:extLst>
                </p:cNvPr>
                <p:cNvPicPr/>
                <p:nvPr/>
              </p:nvPicPr>
              <p:blipFill>
                <a:blip r:embed="rId59"/>
                <a:stretch>
                  <a:fillRect/>
                </a:stretch>
              </p:blipFill>
              <p:spPr>
                <a:xfrm>
                  <a:off x="8069330" y="1654971"/>
                  <a:ext cx="13824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8CC0C4B5-1202-C8C2-DFFB-8DC62AACC2E5}"/>
                    </a:ext>
                  </a:extLst>
                </p14:cNvPr>
                <p14:cNvContentPartPr/>
                <p14:nvPr/>
              </p14:nvContentPartPr>
              <p14:xfrm>
                <a:off x="8198570" y="1531491"/>
                <a:ext cx="186840" cy="444240"/>
              </p14:xfrm>
            </p:contentPart>
          </mc:Choice>
          <mc:Fallback>
            <p:pic>
              <p:nvPicPr>
                <p:cNvPr id="40" name="Ink 39">
                  <a:extLst>
                    <a:ext uri="{FF2B5EF4-FFF2-40B4-BE49-F238E27FC236}">
                      <a16:creationId xmlns:a16="http://schemas.microsoft.com/office/drawing/2014/main" id="{8CC0C4B5-1202-C8C2-DFFB-8DC62AACC2E5}"/>
                    </a:ext>
                  </a:extLst>
                </p:cNvPr>
                <p:cNvPicPr/>
                <p:nvPr/>
              </p:nvPicPr>
              <p:blipFill>
                <a:blip r:embed="rId61"/>
                <a:stretch>
                  <a:fillRect/>
                </a:stretch>
              </p:blipFill>
              <p:spPr>
                <a:xfrm>
                  <a:off x="8194250" y="1527171"/>
                  <a:ext cx="195480" cy="452880"/>
                </a:xfrm>
                <a:prstGeom prst="rect">
                  <a:avLst/>
                </a:prstGeom>
              </p:spPr>
            </p:pic>
          </mc:Fallback>
        </mc:AlternateContent>
      </p:grpSp>
      <p:grpSp>
        <p:nvGrpSpPr>
          <p:cNvPr id="57" name="Group 56">
            <a:extLst>
              <a:ext uri="{FF2B5EF4-FFF2-40B4-BE49-F238E27FC236}">
                <a16:creationId xmlns:a16="http://schemas.microsoft.com/office/drawing/2014/main" id="{2E5456DB-3475-69CB-EEBF-693DDB826DBE}"/>
              </a:ext>
            </a:extLst>
          </p:cNvPr>
          <p:cNvGrpSpPr/>
          <p:nvPr/>
        </p:nvGrpSpPr>
        <p:grpSpPr>
          <a:xfrm>
            <a:off x="4129130" y="2839371"/>
            <a:ext cx="238320" cy="317880"/>
            <a:chOff x="4129130" y="2839371"/>
            <a:chExt cx="238320" cy="317880"/>
          </a:xfrm>
        </p:grpSpPr>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2CAD1ECA-0AA0-F504-F7F5-A47BC1483E8F}"/>
                    </a:ext>
                  </a:extLst>
                </p14:cNvPr>
                <p14:cNvContentPartPr/>
                <p14:nvPr/>
              </p14:nvContentPartPr>
              <p14:xfrm>
                <a:off x="4150370" y="2839371"/>
                <a:ext cx="202680" cy="317880"/>
              </p14:xfrm>
            </p:contentPart>
          </mc:Choice>
          <mc:Fallback>
            <p:pic>
              <p:nvPicPr>
                <p:cNvPr id="41" name="Ink 40">
                  <a:extLst>
                    <a:ext uri="{FF2B5EF4-FFF2-40B4-BE49-F238E27FC236}">
                      <a16:creationId xmlns:a16="http://schemas.microsoft.com/office/drawing/2014/main" id="{2CAD1ECA-0AA0-F504-F7F5-A47BC1483E8F}"/>
                    </a:ext>
                  </a:extLst>
                </p:cNvPr>
                <p:cNvPicPr/>
                <p:nvPr/>
              </p:nvPicPr>
              <p:blipFill>
                <a:blip r:embed="rId63"/>
                <a:stretch>
                  <a:fillRect/>
                </a:stretch>
              </p:blipFill>
              <p:spPr>
                <a:xfrm>
                  <a:off x="4146050" y="2835051"/>
                  <a:ext cx="21132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F4CBC0BF-CB27-3414-0427-826C08EFAE7E}"/>
                    </a:ext>
                  </a:extLst>
                </p14:cNvPr>
                <p14:cNvContentPartPr/>
                <p14:nvPr/>
              </p14:nvContentPartPr>
              <p14:xfrm>
                <a:off x="4129130" y="3000651"/>
                <a:ext cx="238320" cy="65880"/>
              </p14:xfrm>
            </p:contentPart>
          </mc:Choice>
          <mc:Fallback>
            <p:pic>
              <p:nvPicPr>
                <p:cNvPr id="42" name="Ink 41">
                  <a:extLst>
                    <a:ext uri="{FF2B5EF4-FFF2-40B4-BE49-F238E27FC236}">
                      <a16:creationId xmlns:a16="http://schemas.microsoft.com/office/drawing/2014/main" id="{F4CBC0BF-CB27-3414-0427-826C08EFAE7E}"/>
                    </a:ext>
                  </a:extLst>
                </p:cNvPr>
                <p:cNvPicPr/>
                <p:nvPr/>
              </p:nvPicPr>
              <p:blipFill>
                <a:blip r:embed="rId65"/>
                <a:stretch>
                  <a:fillRect/>
                </a:stretch>
              </p:blipFill>
              <p:spPr>
                <a:xfrm>
                  <a:off x="4124810" y="2996331"/>
                  <a:ext cx="246960" cy="74520"/>
                </a:xfrm>
                <a:prstGeom prst="rect">
                  <a:avLst/>
                </a:prstGeom>
              </p:spPr>
            </p:pic>
          </mc:Fallback>
        </mc:AlternateContent>
      </p:grpSp>
      <p:grpSp>
        <p:nvGrpSpPr>
          <p:cNvPr id="56" name="Group 55">
            <a:extLst>
              <a:ext uri="{FF2B5EF4-FFF2-40B4-BE49-F238E27FC236}">
                <a16:creationId xmlns:a16="http://schemas.microsoft.com/office/drawing/2014/main" id="{B1826697-7240-FEF7-F51A-747EC59267DB}"/>
              </a:ext>
            </a:extLst>
          </p:cNvPr>
          <p:cNvGrpSpPr/>
          <p:nvPr/>
        </p:nvGrpSpPr>
        <p:grpSpPr>
          <a:xfrm>
            <a:off x="4586330" y="2864571"/>
            <a:ext cx="98280" cy="210960"/>
            <a:chOff x="4586330" y="2864571"/>
            <a:chExt cx="98280" cy="210960"/>
          </a:xfrm>
        </p:grpSpPr>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5B63CEE9-8B9F-E7BF-3F28-DA3AAD2620C9}"/>
                    </a:ext>
                  </a:extLst>
                </p14:cNvPr>
                <p14:cNvContentPartPr/>
                <p14:nvPr/>
              </p14:nvContentPartPr>
              <p14:xfrm>
                <a:off x="4586330" y="2864571"/>
                <a:ext cx="42120" cy="127800"/>
              </p14:xfrm>
            </p:contentPart>
          </mc:Choice>
          <mc:Fallback>
            <p:pic>
              <p:nvPicPr>
                <p:cNvPr id="43" name="Ink 42">
                  <a:extLst>
                    <a:ext uri="{FF2B5EF4-FFF2-40B4-BE49-F238E27FC236}">
                      <a16:creationId xmlns:a16="http://schemas.microsoft.com/office/drawing/2014/main" id="{5B63CEE9-8B9F-E7BF-3F28-DA3AAD2620C9}"/>
                    </a:ext>
                  </a:extLst>
                </p:cNvPr>
                <p:cNvPicPr/>
                <p:nvPr/>
              </p:nvPicPr>
              <p:blipFill>
                <a:blip r:embed="rId67"/>
                <a:stretch>
                  <a:fillRect/>
                </a:stretch>
              </p:blipFill>
              <p:spPr>
                <a:xfrm>
                  <a:off x="4582010" y="2860251"/>
                  <a:ext cx="5076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BEF44C28-A49D-F21C-D295-C1B239891AE7}"/>
                    </a:ext>
                  </a:extLst>
                </p14:cNvPr>
                <p14:cNvContentPartPr/>
                <p14:nvPr/>
              </p14:nvContentPartPr>
              <p14:xfrm>
                <a:off x="4627010" y="3022971"/>
                <a:ext cx="57600" cy="52560"/>
              </p14:xfrm>
            </p:contentPart>
          </mc:Choice>
          <mc:Fallback>
            <p:pic>
              <p:nvPicPr>
                <p:cNvPr id="44" name="Ink 43">
                  <a:extLst>
                    <a:ext uri="{FF2B5EF4-FFF2-40B4-BE49-F238E27FC236}">
                      <a16:creationId xmlns:a16="http://schemas.microsoft.com/office/drawing/2014/main" id="{BEF44C28-A49D-F21C-D295-C1B239891AE7}"/>
                    </a:ext>
                  </a:extLst>
                </p:cNvPr>
                <p:cNvPicPr/>
                <p:nvPr/>
              </p:nvPicPr>
              <p:blipFill>
                <a:blip r:embed="rId69"/>
                <a:stretch>
                  <a:fillRect/>
                </a:stretch>
              </p:blipFill>
              <p:spPr>
                <a:xfrm>
                  <a:off x="4622690" y="3018651"/>
                  <a:ext cx="66240" cy="61200"/>
                </a:xfrm>
                <a:prstGeom prst="rect">
                  <a:avLst/>
                </a:prstGeom>
              </p:spPr>
            </p:pic>
          </mc:Fallback>
        </mc:AlternateContent>
      </p:grpSp>
      <p:grpSp>
        <p:nvGrpSpPr>
          <p:cNvPr id="55" name="Group 54">
            <a:extLst>
              <a:ext uri="{FF2B5EF4-FFF2-40B4-BE49-F238E27FC236}">
                <a16:creationId xmlns:a16="http://schemas.microsoft.com/office/drawing/2014/main" id="{708A344B-B4EF-7A7E-1513-5CDA430FDB65}"/>
              </a:ext>
            </a:extLst>
          </p:cNvPr>
          <p:cNvGrpSpPr/>
          <p:nvPr/>
        </p:nvGrpSpPr>
        <p:grpSpPr>
          <a:xfrm>
            <a:off x="5187170" y="2674851"/>
            <a:ext cx="1239840" cy="420480"/>
            <a:chOff x="5187170" y="2674851"/>
            <a:chExt cx="1239840" cy="420480"/>
          </a:xfrm>
        </p:grpSpPr>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E7656DB5-6634-1F03-39FC-B6050DEB6721}"/>
                    </a:ext>
                  </a:extLst>
                </p14:cNvPr>
                <p14:cNvContentPartPr/>
                <p14:nvPr/>
              </p14:nvContentPartPr>
              <p14:xfrm>
                <a:off x="5187170" y="2769531"/>
                <a:ext cx="363960" cy="204840"/>
              </p14:xfrm>
            </p:contentPart>
          </mc:Choice>
          <mc:Fallback>
            <p:pic>
              <p:nvPicPr>
                <p:cNvPr id="45" name="Ink 44">
                  <a:extLst>
                    <a:ext uri="{FF2B5EF4-FFF2-40B4-BE49-F238E27FC236}">
                      <a16:creationId xmlns:a16="http://schemas.microsoft.com/office/drawing/2014/main" id="{E7656DB5-6634-1F03-39FC-B6050DEB6721}"/>
                    </a:ext>
                  </a:extLst>
                </p:cNvPr>
                <p:cNvPicPr/>
                <p:nvPr/>
              </p:nvPicPr>
              <p:blipFill>
                <a:blip r:embed="rId71"/>
                <a:stretch>
                  <a:fillRect/>
                </a:stretch>
              </p:blipFill>
              <p:spPr>
                <a:xfrm>
                  <a:off x="5182850" y="2765211"/>
                  <a:ext cx="3726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AC4D8856-525C-F17B-593D-5524B107A4A2}"/>
                    </a:ext>
                  </a:extLst>
                </p14:cNvPr>
                <p14:cNvContentPartPr/>
                <p14:nvPr/>
              </p14:nvContentPartPr>
              <p14:xfrm>
                <a:off x="5523050" y="2676651"/>
                <a:ext cx="88560" cy="418680"/>
              </p14:xfrm>
            </p:contentPart>
          </mc:Choice>
          <mc:Fallback>
            <p:pic>
              <p:nvPicPr>
                <p:cNvPr id="46" name="Ink 45">
                  <a:extLst>
                    <a:ext uri="{FF2B5EF4-FFF2-40B4-BE49-F238E27FC236}">
                      <a16:creationId xmlns:a16="http://schemas.microsoft.com/office/drawing/2014/main" id="{AC4D8856-525C-F17B-593D-5524B107A4A2}"/>
                    </a:ext>
                  </a:extLst>
                </p:cNvPr>
                <p:cNvPicPr/>
                <p:nvPr/>
              </p:nvPicPr>
              <p:blipFill>
                <a:blip r:embed="rId73"/>
                <a:stretch>
                  <a:fillRect/>
                </a:stretch>
              </p:blipFill>
              <p:spPr>
                <a:xfrm>
                  <a:off x="5518730" y="2672331"/>
                  <a:ext cx="97200" cy="4273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47D8C1C2-5C3E-0366-79EB-817D6446FB48}"/>
                    </a:ext>
                  </a:extLst>
                </p14:cNvPr>
                <p14:cNvContentPartPr/>
                <p14:nvPr/>
              </p14:nvContentPartPr>
              <p14:xfrm>
                <a:off x="5701970" y="2729931"/>
                <a:ext cx="294480" cy="316440"/>
              </p14:xfrm>
            </p:contentPart>
          </mc:Choice>
          <mc:Fallback>
            <p:pic>
              <p:nvPicPr>
                <p:cNvPr id="47" name="Ink 46">
                  <a:extLst>
                    <a:ext uri="{FF2B5EF4-FFF2-40B4-BE49-F238E27FC236}">
                      <a16:creationId xmlns:a16="http://schemas.microsoft.com/office/drawing/2014/main" id="{47D8C1C2-5C3E-0366-79EB-817D6446FB48}"/>
                    </a:ext>
                  </a:extLst>
                </p:cNvPr>
                <p:cNvPicPr/>
                <p:nvPr/>
              </p:nvPicPr>
              <p:blipFill>
                <a:blip r:embed="rId75"/>
                <a:stretch>
                  <a:fillRect/>
                </a:stretch>
              </p:blipFill>
              <p:spPr>
                <a:xfrm>
                  <a:off x="5697650" y="2725611"/>
                  <a:ext cx="30312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DD85561E-09EA-7FAC-6A2F-311C961CC87E}"/>
                    </a:ext>
                  </a:extLst>
                </p14:cNvPr>
                <p14:cNvContentPartPr/>
                <p14:nvPr/>
              </p14:nvContentPartPr>
              <p14:xfrm>
                <a:off x="5958650" y="2808411"/>
                <a:ext cx="59400" cy="18000"/>
              </p14:xfrm>
            </p:contentPart>
          </mc:Choice>
          <mc:Fallback>
            <p:pic>
              <p:nvPicPr>
                <p:cNvPr id="48" name="Ink 47">
                  <a:extLst>
                    <a:ext uri="{FF2B5EF4-FFF2-40B4-BE49-F238E27FC236}">
                      <a16:creationId xmlns:a16="http://schemas.microsoft.com/office/drawing/2014/main" id="{DD85561E-09EA-7FAC-6A2F-311C961CC87E}"/>
                    </a:ext>
                  </a:extLst>
                </p:cNvPr>
                <p:cNvPicPr/>
                <p:nvPr/>
              </p:nvPicPr>
              <p:blipFill>
                <a:blip r:embed="rId77"/>
                <a:stretch>
                  <a:fillRect/>
                </a:stretch>
              </p:blipFill>
              <p:spPr>
                <a:xfrm>
                  <a:off x="5954330" y="2804091"/>
                  <a:ext cx="680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B73F1CAC-1BCC-EEC5-66C5-1E625FBBBBAB}"/>
                    </a:ext>
                  </a:extLst>
                </p14:cNvPr>
                <p14:cNvContentPartPr/>
                <p14:nvPr/>
              </p14:nvContentPartPr>
              <p14:xfrm>
                <a:off x="6053690" y="2743971"/>
                <a:ext cx="8280" cy="226440"/>
              </p14:xfrm>
            </p:contentPart>
          </mc:Choice>
          <mc:Fallback>
            <p:pic>
              <p:nvPicPr>
                <p:cNvPr id="49" name="Ink 48">
                  <a:extLst>
                    <a:ext uri="{FF2B5EF4-FFF2-40B4-BE49-F238E27FC236}">
                      <a16:creationId xmlns:a16="http://schemas.microsoft.com/office/drawing/2014/main" id="{B73F1CAC-1BCC-EEC5-66C5-1E625FBBBBAB}"/>
                    </a:ext>
                  </a:extLst>
                </p:cNvPr>
                <p:cNvPicPr/>
                <p:nvPr/>
              </p:nvPicPr>
              <p:blipFill>
                <a:blip r:embed="rId79"/>
                <a:stretch>
                  <a:fillRect/>
                </a:stretch>
              </p:blipFill>
              <p:spPr>
                <a:xfrm>
                  <a:off x="6049370" y="2739651"/>
                  <a:ext cx="1692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57C64AB3-369F-DE08-E6B8-7FBFCF113BC6}"/>
                    </a:ext>
                  </a:extLst>
                </p14:cNvPr>
                <p14:cNvContentPartPr/>
                <p14:nvPr/>
              </p14:nvContentPartPr>
              <p14:xfrm>
                <a:off x="6195530" y="2674851"/>
                <a:ext cx="26640" cy="245880"/>
              </p14:xfrm>
            </p:contentPart>
          </mc:Choice>
          <mc:Fallback>
            <p:pic>
              <p:nvPicPr>
                <p:cNvPr id="50" name="Ink 49">
                  <a:extLst>
                    <a:ext uri="{FF2B5EF4-FFF2-40B4-BE49-F238E27FC236}">
                      <a16:creationId xmlns:a16="http://schemas.microsoft.com/office/drawing/2014/main" id="{57C64AB3-369F-DE08-E6B8-7FBFCF113BC6}"/>
                    </a:ext>
                  </a:extLst>
                </p:cNvPr>
                <p:cNvPicPr/>
                <p:nvPr/>
              </p:nvPicPr>
              <p:blipFill>
                <a:blip r:embed="rId81"/>
                <a:stretch>
                  <a:fillRect/>
                </a:stretch>
              </p:blipFill>
              <p:spPr>
                <a:xfrm>
                  <a:off x="6191210" y="2670531"/>
                  <a:ext cx="352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633FB626-1BB1-928C-CC86-C8722F491AF4}"/>
                    </a:ext>
                  </a:extLst>
                </p14:cNvPr>
                <p14:cNvContentPartPr/>
                <p14:nvPr/>
              </p14:nvContentPartPr>
              <p14:xfrm>
                <a:off x="6358610" y="2902731"/>
                <a:ext cx="68400" cy="98280"/>
              </p14:xfrm>
            </p:contentPart>
          </mc:Choice>
          <mc:Fallback>
            <p:pic>
              <p:nvPicPr>
                <p:cNvPr id="51" name="Ink 50">
                  <a:extLst>
                    <a:ext uri="{FF2B5EF4-FFF2-40B4-BE49-F238E27FC236}">
                      <a16:creationId xmlns:a16="http://schemas.microsoft.com/office/drawing/2014/main" id="{633FB626-1BB1-928C-CC86-C8722F491AF4}"/>
                    </a:ext>
                  </a:extLst>
                </p:cNvPr>
                <p:cNvPicPr/>
                <p:nvPr/>
              </p:nvPicPr>
              <p:blipFill>
                <a:blip r:embed="rId83"/>
                <a:stretch>
                  <a:fillRect/>
                </a:stretch>
              </p:blipFill>
              <p:spPr>
                <a:xfrm>
                  <a:off x="6354290" y="2898411"/>
                  <a:ext cx="77040" cy="106920"/>
                </a:xfrm>
                <a:prstGeom prst="rect">
                  <a:avLst/>
                </a:prstGeom>
              </p:spPr>
            </p:pic>
          </mc:Fallback>
        </mc:AlternateContent>
      </p:grpSp>
      <p:grpSp>
        <p:nvGrpSpPr>
          <p:cNvPr id="54" name="Group 53">
            <a:extLst>
              <a:ext uri="{FF2B5EF4-FFF2-40B4-BE49-F238E27FC236}">
                <a16:creationId xmlns:a16="http://schemas.microsoft.com/office/drawing/2014/main" id="{1EF6FB36-404E-D7C8-C6BE-D90E6CB36680}"/>
              </a:ext>
            </a:extLst>
          </p:cNvPr>
          <p:cNvGrpSpPr/>
          <p:nvPr/>
        </p:nvGrpSpPr>
        <p:grpSpPr>
          <a:xfrm>
            <a:off x="6825170" y="2617251"/>
            <a:ext cx="339840" cy="335880"/>
            <a:chOff x="6825170" y="2617251"/>
            <a:chExt cx="339840" cy="335880"/>
          </a:xfrm>
        </p:grpSpPr>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EDEC41EC-67AB-7AA1-7926-B747206CB9CC}"/>
                    </a:ext>
                  </a:extLst>
                </p14:cNvPr>
                <p14:cNvContentPartPr/>
                <p14:nvPr/>
              </p14:nvContentPartPr>
              <p14:xfrm>
                <a:off x="6825170" y="2673771"/>
                <a:ext cx="191880" cy="243360"/>
              </p14:xfrm>
            </p:contentPart>
          </mc:Choice>
          <mc:Fallback>
            <p:pic>
              <p:nvPicPr>
                <p:cNvPr id="52" name="Ink 51">
                  <a:extLst>
                    <a:ext uri="{FF2B5EF4-FFF2-40B4-BE49-F238E27FC236}">
                      <a16:creationId xmlns:a16="http://schemas.microsoft.com/office/drawing/2014/main" id="{EDEC41EC-67AB-7AA1-7926-B747206CB9CC}"/>
                    </a:ext>
                  </a:extLst>
                </p:cNvPr>
                <p:cNvPicPr/>
                <p:nvPr/>
              </p:nvPicPr>
              <p:blipFill>
                <a:blip r:embed="rId85"/>
                <a:stretch>
                  <a:fillRect/>
                </a:stretch>
              </p:blipFill>
              <p:spPr>
                <a:xfrm>
                  <a:off x="6820850" y="2669451"/>
                  <a:ext cx="20052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D6940408-958F-7F84-4D52-65902F8808EB}"/>
                    </a:ext>
                  </a:extLst>
                </p14:cNvPr>
                <p14:cNvContentPartPr/>
                <p14:nvPr/>
              </p14:nvContentPartPr>
              <p14:xfrm>
                <a:off x="7084370" y="2617251"/>
                <a:ext cx="80640" cy="335880"/>
              </p14:xfrm>
            </p:contentPart>
          </mc:Choice>
          <mc:Fallback>
            <p:pic>
              <p:nvPicPr>
                <p:cNvPr id="53" name="Ink 52">
                  <a:extLst>
                    <a:ext uri="{FF2B5EF4-FFF2-40B4-BE49-F238E27FC236}">
                      <a16:creationId xmlns:a16="http://schemas.microsoft.com/office/drawing/2014/main" id="{D6940408-958F-7F84-4D52-65902F8808EB}"/>
                    </a:ext>
                  </a:extLst>
                </p:cNvPr>
                <p:cNvPicPr/>
                <p:nvPr/>
              </p:nvPicPr>
              <p:blipFill>
                <a:blip r:embed="rId87"/>
                <a:stretch>
                  <a:fillRect/>
                </a:stretch>
              </p:blipFill>
              <p:spPr>
                <a:xfrm>
                  <a:off x="7080050" y="2612931"/>
                  <a:ext cx="89280" cy="344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8">
            <p14:nvContentPartPr>
              <p14:cNvPr id="76" name="Ink 75">
                <a:extLst>
                  <a:ext uri="{FF2B5EF4-FFF2-40B4-BE49-F238E27FC236}">
                    <a16:creationId xmlns:a16="http://schemas.microsoft.com/office/drawing/2014/main" id="{3162B0B0-BAB5-9659-3748-BD3BCA3537F1}"/>
                  </a:ext>
                </a:extLst>
              </p14:cNvPr>
              <p14:cNvContentPartPr/>
              <p14:nvPr/>
            </p14:nvContentPartPr>
            <p14:xfrm>
              <a:off x="5070530" y="3209451"/>
              <a:ext cx="885600" cy="79560"/>
            </p14:xfrm>
          </p:contentPart>
        </mc:Choice>
        <mc:Fallback>
          <p:pic>
            <p:nvPicPr>
              <p:cNvPr id="76" name="Ink 75">
                <a:extLst>
                  <a:ext uri="{FF2B5EF4-FFF2-40B4-BE49-F238E27FC236}">
                    <a16:creationId xmlns:a16="http://schemas.microsoft.com/office/drawing/2014/main" id="{3162B0B0-BAB5-9659-3748-BD3BCA3537F1}"/>
                  </a:ext>
                </a:extLst>
              </p:cNvPr>
              <p:cNvPicPr/>
              <p:nvPr/>
            </p:nvPicPr>
            <p:blipFill>
              <a:blip r:embed="rId89"/>
              <a:stretch>
                <a:fillRect/>
              </a:stretch>
            </p:blipFill>
            <p:spPr>
              <a:xfrm>
                <a:off x="5052890" y="3191451"/>
                <a:ext cx="921240" cy="115200"/>
              </a:xfrm>
              <a:prstGeom prst="rect">
                <a:avLst/>
              </a:prstGeom>
            </p:spPr>
          </p:pic>
        </mc:Fallback>
      </mc:AlternateContent>
      <p:grpSp>
        <p:nvGrpSpPr>
          <p:cNvPr id="132" name="Group 131">
            <a:extLst>
              <a:ext uri="{FF2B5EF4-FFF2-40B4-BE49-F238E27FC236}">
                <a16:creationId xmlns:a16="http://schemas.microsoft.com/office/drawing/2014/main" id="{BF7C0087-F6A3-1BA0-1E2A-182120641DC8}"/>
              </a:ext>
            </a:extLst>
          </p:cNvPr>
          <p:cNvGrpSpPr/>
          <p:nvPr/>
        </p:nvGrpSpPr>
        <p:grpSpPr>
          <a:xfrm>
            <a:off x="2203130" y="1267611"/>
            <a:ext cx="6823440" cy="3311280"/>
            <a:chOff x="2203130" y="1267611"/>
            <a:chExt cx="6823440" cy="3311280"/>
          </a:xfrm>
        </p:grpSpPr>
        <mc:AlternateContent xmlns:mc="http://schemas.openxmlformats.org/markup-compatibility/2006">
          <mc:Choice xmlns:p14="http://schemas.microsoft.com/office/powerpoint/2010/main" Requires="p14">
            <p:contentPart p14:bwMode="auto" r:id="rId90">
              <p14:nvContentPartPr>
                <p14:cNvPr id="59" name="Ink 58">
                  <a:extLst>
                    <a:ext uri="{FF2B5EF4-FFF2-40B4-BE49-F238E27FC236}">
                      <a16:creationId xmlns:a16="http://schemas.microsoft.com/office/drawing/2014/main" id="{300651FD-0D23-6A16-750B-F0DA40EC9D0A}"/>
                    </a:ext>
                  </a:extLst>
                </p14:cNvPr>
                <p14:cNvContentPartPr/>
                <p14:nvPr/>
              </p14:nvContentPartPr>
              <p14:xfrm>
                <a:off x="5183930" y="2796171"/>
                <a:ext cx="252000" cy="198720"/>
              </p14:xfrm>
            </p:contentPart>
          </mc:Choice>
          <mc:Fallback>
            <p:pic>
              <p:nvPicPr>
                <p:cNvPr id="59" name="Ink 58">
                  <a:extLst>
                    <a:ext uri="{FF2B5EF4-FFF2-40B4-BE49-F238E27FC236}">
                      <a16:creationId xmlns:a16="http://schemas.microsoft.com/office/drawing/2014/main" id="{300651FD-0D23-6A16-750B-F0DA40EC9D0A}"/>
                    </a:ext>
                  </a:extLst>
                </p:cNvPr>
                <p:cNvPicPr/>
                <p:nvPr/>
              </p:nvPicPr>
              <p:blipFill>
                <a:blip r:embed="rId91"/>
                <a:stretch>
                  <a:fillRect/>
                </a:stretch>
              </p:blipFill>
              <p:spPr>
                <a:xfrm>
                  <a:off x="5166290" y="2778531"/>
                  <a:ext cx="2876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0" name="Ink 59">
                  <a:extLst>
                    <a:ext uri="{FF2B5EF4-FFF2-40B4-BE49-F238E27FC236}">
                      <a16:creationId xmlns:a16="http://schemas.microsoft.com/office/drawing/2014/main" id="{7B40EDB5-8860-9E7D-4275-296F8F49833C}"/>
                    </a:ext>
                  </a:extLst>
                </p14:cNvPr>
                <p14:cNvContentPartPr/>
                <p14:nvPr/>
              </p14:nvContentPartPr>
              <p14:xfrm>
                <a:off x="4855250" y="2657571"/>
                <a:ext cx="172800" cy="270360"/>
              </p14:xfrm>
            </p:contentPart>
          </mc:Choice>
          <mc:Fallback>
            <p:pic>
              <p:nvPicPr>
                <p:cNvPr id="60" name="Ink 59">
                  <a:extLst>
                    <a:ext uri="{FF2B5EF4-FFF2-40B4-BE49-F238E27FC236}">
                      <a16:creationId xmlns:a16="http://schemas.microsoft.com/office/drawing/2014/main" id="{7B40EDB5-8860-9E7D-4275-296F8F49833C}"/>
                    </a:ext>
                  </a:extLst>
                </p:cNvPr>
                <p:cNvPicPr/>
                <p:nvPr/>
              </p:nvPicPr>
              <p:blipFill>
                <a:blip r:embed="rId93"/>
                <a:stretch>
                  <a:fillRect/>
                </a:stretch>
              </p:blipFill>
              <p:spPr>
                <a:xfrm>
                  <a:off x="4837250" y="2639571"/>
                  <a:ext cx="20844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7" name="Ink 76">
                  <a:extLst>
                    <a:ext uri="{FF2B5EF4-FFF2-40B4-BE49-F238E27FC236}">
                      <a16:creationId xmlns:a16="http://schemas.microsoft.com/office/drawing/2014/main" id="{D6B0DBB6-FE38-BCD0-DE37-576E4C2A6B7A}"/>
                    </a:ext>
                  </a:extLst>
                </p14:cNvPr>
                <p14:cNvContentPartPr/>
                <p14:nvPr/>
              </p14:nvContentPartPr>
              <p14:xfrm>
                <a:off x="2682290" y="2073291"/>
                <a:ext cx="1761120" cy="1752840"/>
              </p14:xfrm>
            </p:contentPart>
          </mc:Choice>
          <mc:Fallback>
            <p:pic>
              <p:nvPicPr>
                <p:cNvPr id="77" name="Ink 76">
                  <a:extLst>
                    <a:ext uri="{FF2B5EF4-FFF2-40B4-BE49-F238E27FC236}">
                      <a16:creationId xmlns:a16="http://schemas.microsoft.com/office/drawing/2014/main" id="{D6B0DBB6-FE38-BCD0-DE37-576E4C2A6B7A}"/>
                    </a:ext>
                  </a:extLst>
                </p:cNvPr>
                <p:cNvPicPr/>
                <p:nvPr/>
              </p:nvPicPr>
              <p:blipFill>
                <a:blip r:embed="rId95"/>
                <a:stretch>
                  <a:fillRect/>
                </a:stretch>
              </p:blipFill>
              <p:spPr>
                <a:xfrm>
                  <a:off x="2664290" y="2055651"/>
                  <a:ext cx="1796760" cy="1788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8" name="Ink 77">
                  <a:extLst>
                    <a:ext uri="{FF2B5EF4-FFF2-40B4-BE49-F238E27FC236}">
                      <a16:creationId xmlns:a16="http://schemas.microsoft.com/office/drawing/2014/main" id="{19E69136-4D03-116A-C7FB-ED96436D30FE}"/>
                    </a:ext>
                  </a:extLst>
                </p14:cNvPr>
                <p14:cNvContentPartPr/>
                <p14:nvPr/>
              </p14:nvContentPartPr>
              <p14:xfrm>
                <a:off x="3044090" y="3765291"/>
                <a:ext cx="39240" cy="252720"/>
              </p14:xfrm>
            </p:contentPart>
          </mc:Choice>
          <mc:Fallback>
            <p:pic>
              <p:nvPicPr>
                <p:cNvPr id="78" name="Ink 77">
                  <a:extLst>
                    <a:ext uri="{FF2B5EF4-FFF2-40B4-BE49-F238E27FC236}">
                      <a16:creationId xmlns:a16="http://schemas.microsoft.com/office/drawing/2014/main" id="{19E69136-4D03-116A-C7FB-ED96436D30FE}"/>
                    </a:ext>
                  </a:extLst>
                </p:cNvPr>
                <p:cNvPicPr/>
                <p:nvPr/>
              </p:nvPicPr>
              <p:blipFill>
                <a:blip r:embed="rId97"/>
                <a:stretch>
                  <a:fillRect/>
                </a:stretch>
              </p:blipFill>
              <p:spPr>
                <a:xfrm>
                  <a:off x="3026090" y="3747291"/>
                  <a:ext cx="7488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9" name="Ink 78">
                  <a:extLst>
                    <a:ext uri="{FF2B5EF4-FFF2-40B4-BE49-F238E27FC236}">
                      <a16:creationId xmlns:a16="http://schemas.microsoft.com/office/drawing/2014/main" id="{83655901-8EBF-9864-2F6D-8B8AF8DFF173}"/>
                    </a:ext>
                  </a:extLst>
                </p14:cNvPr>
                <p14:cNvContentPartPr/>
                <p14:nvPr/>
              </p14:nvContentPartPr>
              <p14:xfrm>
                <a:off x="3118970" y="3811731"/>
                <a:ext cx="177120" cy="153000"/>
              </p14:xfrm>
            </p:contentPart>
          </mc:Choice>
          <mc:Fallback>
            <p:pic>
              <p:nvPicPr>
                <p:cNvPr id="79" name="Ink 78">
                  <a:extLst>
                    <a:ext uri="{FF2B5EF4-FFF2-40B4-BE49-F238E27FC236}">
                      <a16:creationId xmlns:a16="http://schemas.microsoft.com/office/drawing/2014/main" id="{83655901-8EBF-9864-2F6D-8B8AF8DFF173}"/>
                    </a:ext>
                  </a:extLst>
                </p:cNvPr>
                <p:cNvPicPr/>
                <p:nvPr/>
              </p:nvPicPr>
              <p:blipFill>
                <a:blip r:embed="rId99"/>
                <a:stretch>
                  <a:fillRect/>
                </a:stretch>
              </p:blipFill>
              <p:spPr>
                <a:xfrm>
                  <a:off x="3100970" y="3794091"/>
                  <a:ext cx="2127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0" name="Ink 79">
                  <a:extLst>
                    <a:ext uri="{FF2B5EF4-FFF2-40B4-BE49-F238E27FC236}">
                      <a16:creationId xmlns:a16="http://schemas.microsoft.com/office/drawing/2014/main" id="{2A020E2B-BF81-FED6-1226-6D2DE9412D06}"/>
                    </a:ext>
                  </a:extLst>
                </p14:cNvPr>
                <p14:cNvContentPartPr/>
                <p14:nvPr/>
              </p14:nvContentPartPr>
              <p14:xfrm>
                <a:off x="3349730" y="3817491"/>
                <a:ext cx="159840" cy="149040"/>
              </p14:xfrm>
            </p:contentPart>
          </mc:Choice>
          <mc:Fallback>
            <p:pic>
              <p:nvPicPr>
                <p:cNvPr id="80" name="Ink 79">
                  <a:extLst>
                    <a:ext uri="{FF2B5EF4-FFF2-40B4-BE49-F238E27FC236}">
                      <a16:creationId xmlns:a16="http://schemas.microsoft.com/office/drawing/2014/main" id="{2A020E2B-BF81-FED6-1226-6D2DE9412D06}"/>
                    </a:ext>
                  </a:extLst>
                </p:cNvPr>
                <p:cNvPicPr/>
                <p:nvPr/>
              </p:nvPicPr>
              <p:blipFill>
                <a:blip r:embed="rId101"/>
                <a:stretch>
                  <a:fillRect/>
                </a:stretch>
              </p:blipFill>
              <p:spPr>
                <a:xfrm>
                  <a:off x="3332090" y="3799851"/>
                  <a:ext cx="19548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1" name="Ink 80">
                  <a:extLst>
                    <a:ext uri="{FF2B5EF4-FFF2-40B4-BE49-F238E27FC236}">
                      <a16:creationId xmlns:a16="http://schemas.microsoft.com/office/drawing/2014/main" id="{344B2549-E294-6EB8-671A-DF3FA9E399EF}"/>
                    </a:ext>
                  </a:extLst>
                </p14:cNvPr>
                <p14:cNvContentPartPr/>
                <p14:nvPr/>
              </p14:nvContentPartPr>
              <p14:xfrm>
                <a:off x="3577610" y="3847731"/>
                <a:ext cx="114120" cy="105840"/>
              </p14:xfrm>
            </p:contentPart>
          </mc:Choice>
          <mc:Fallback>
            <p:pic>
              <p:nvPicPr>
                <p:cNvPr id="81" name="Ink 80">
                  <a:extLst>
                    <a:ext uri="{FF2B5EF4-FFF2-40B4-BE49-F238E27FC236}">
                      <a16:creationId xmlns:a16="http://schemas.microsoft.com/office/drawing/2014/main" id="{344B2549-E294-6EB8-671A-DF3FA9E399EF}"/>
                    </a:ext>
                  </a:extLst>
                </p:cNvPr>
                <p:cNvPicPr/>
                <p:nvPr/>
              </p:nvPicPr>
              <p:blipFill>
                <a:blip r:embed="rId103"/>
                <a:stretch>
                  <a:fillRect/>
                </a:stretch>
              </p:blipFill>
              <p:spPr>
                <a:xfrm>
                  <a:off x="3559970" y="3829731"/>
                  <a:ext cx="1497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2" name="Ink 81">
                  <a:extLst>
                    <a:ext uri="{FF2B5EF4-FFF2-40B4-BE49-F238E27FC236}">
                      <a16:creationId xmlns:a16="http://schemas.microsoft.com/office/drawing/2014/main" id="{0CD8994F-4240-209F-8DE7-2FA83BF49207}"/>
                    </a:ext>
                  </a:extLst>
                </p14:cNvPr>
                <p14:cNvContentPartPr/>
                <p14:nvPr/>
              </p14:nvContentPartPr>
              <p14:xfrm>
                <a:off x="3756530" y="3840171"/>
                <a:ext cx="203400" cy="66600"/>
              </p14:xfrm>
            </p:contentPart>
          </mc:Choice>
          <mc:Fallback>
            <p:pic>
              <p:nvPicPr>
                <p:cNvPr id="82" name="Ink 81">
                  <a:extLst>
                    <a:ext uri="{FF2B5EF4-FFF2-40B4-BE49-F238E27FC236}">
                      <a16:creationId xmlns:a16="http://schemas.microsoft.com/office/drawing/2014/main" id="{0CD8994F-4240-209F-8DE7-2FA83BF49207}"/>
                    </a:ext>
                  </a:extLst>
                </p:cNvPr>
                <p:cNvPicPr/>
                <p:nvPr/>
              </p:nvPicPr>
              <p:blipFill>
                <a:blip r:embed="rId105"/>
                <a:stretch>
                  <a:fillRect/>
                </a:stretch>
              </p:blipFill>
              <p:spPr>
                <a:xfrm>
                  <a:off x="3738530" y="3822531"/>
                  <a:ext cx="23904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83" name="Ink 82">
                  <a:extLst>
                    <a:ext uri="{FF2B5EF4-FFF2-40B4-BE49-F238E27FC236}">
                      <a16:creationId xmlns:a16="http://schemas.microsoft.com/office/drawing/2014/main" id="{C2DD6100-9A39-1E7E-1239-1C1A3490D9A4}"/>
                    </a:ext>
                  </a:extLst>
                </p14:cNvPr>
                <p14:cNvContentPartPr/>
                <p14:nvPr/>
              </p14:nvContentPartPr>
              <p14:xfrm>
                <a:off x="4035890" y="3722811"/>
                <a:ext cx="208440" cy="298440"/>
              </p14:xfrm>
            </p:contentPart>
          </mc:Choice>
          <mc:Fallback>
            <p:pic>
              <p:nvPicPr>
                <p:cNvPr id="83" name="Ink 82">
                  <a:extLst>
                    <a:ext uri="{FF2B5EF4-FFF2-40B4-BE49-F238E27FC236}">
                      <a16:creationId xmlns:a16="http://schemas.microsoft.com/office/drawing/2014/main" id="{C2DD6100-9A39-1E7E-1239-1C1A3490D9A4}"/>
                    </a:ext>
                  </a:extLst>
                </p:cNvPr>
                <p:cNvPicPr/>
                <p:nvPr/>
              </p:nvPicPr>
              <p:blipFill>
                <a:blip r:embed="rId107"/>
                <a:stretch>
                  <a:fillRect/>
                </a:stretch>
              </p:blipFill>
              <p:spPr>
                <a:xfrm>
                  <a:off x="4017890" y="3704811"/>
                  <a:ext cx="24408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4" name="Ink 83">
                  <a:extLst>
                    <a:ext uri="{FF2B5EF4-FFF2-40B4-BE49-F238E27FC236}">
                      <a16:creationId xmlns:a16="http://schemas.microsoft.com/office/drawing/2014/main" id="{2EE678BE-B5E7-F274-ABAC-44D3A0765CDD}"/>
                    </a:ext>
                  </a:extLst>
                </p14:cNvPr>
                <p14:cNvContentPartPr/>
                <p14:nvPr/>
              </p14:nvContentPartPr>
              <p14:xfrm>
                <a:off x="4324250" y="3746211"/>
                <a:ext cx="266400" cy="256680"/>
              </p14:xfrm>
            </p:contentPart>
          </mc:Choice>
          <mc:Fallback>
            <p:pic>
              <p:nvPicPr>
                <p:cNvPr id="84" name="Ink 83">
                  <a:extLst>
                    <a:ext uri="{FF2B5EF4-FFF2-40B4-BE49-F238E27FC236}">
                      <a16:creationId xmlns:a16="http://schemas.microsoft.com/office/drawing/2014/main" id="{2EE678BE-B5E7-F274-ABAC-44D3A0765CDD}"/>
                    </a:ext>
                  </a:extLst>
                </p:cNvPr>
                <p:cNvPicPr/>
                <p:nvPr/>
              </p:nvPicPr>
              <p:blipFill>
                <a:blip r:embed="rId109"/>
                <a:stretch>
                  <a:fillRect/>
                </a:stretch>
              </p:blipFill>
              <p:spPr>
                <a:xfrm>
                  <a:off x="4306610" y="3728571"/>
                  <a:ext cx="30204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5" name="Ink 84">
                  <a:extLst>
                    <a:ext uri="{FF2B5EF4-FFF2-40B4-BE49-F238E27FC236}">
                      <a16:creationId xmlns:a16="http://schemas.microsoft.com/office/drawing/2014/main" id="{34080C98-EA6F-12EE-0558-26715CB850E9}"/>
                    </a:ext>
                  </a:extLst>
                </p14:cNvPr>
                <p14:cNvContentPartPr/>
                <p14:nvPr/>
              </p14:nvContentPartPr>
              <p14:xfrm>
                <a:off x="4557170" y="3805251"/>
                <a:ext cx="59400" cy="23040"/>
              </p14:xfrm>
            </p:contentPart>
          </mc:Choice>
          <mc:Fallback>
            <p:pic>
              <p:nvPicPr>
                <p:cNvPr id="85" name="Ink 84">
                  <a:extLst>
                    <a:ext uri="{FF2B5EF4-FFF2-40B4-BE49-F238E27FC236}">
                      <a16:creationId xmlns:a16="http://schemas.microsoft.com/office/drawing/2014/main" id="{34080C98-EA6F-12EE-0558-26715CB850E9}"/>
                    </a:ext>
                  </a:extLst>
                </p:cNvPr>
                <p:cNvPicPr/>
                <p:nvPr/>
              </p:nvPicPr>
              <p:blipFill>
                <a:blip r:embed="rId111"/>
                <a:stretch>
                  <a:fillRect/>
                </a:stretch>
              </p:blipFill>
              <p:spPr>
                <a:xfrm>
                  <a:off x="4539530" y="3787251"/>
                  <a:ext cx="950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6" name="Ink 85">
                  <a:extLst>
                    <a:ext uri="{FF2B5EF4-FFF2-40B4-BE49-F238E27FC236}">
                      <a16:creationId xmlns:a16="http://schemas.microsoft.com/office/drawing/2014/main" id="{77BA38F4-141D-1038-CD3C-23417F880D64}"/>
                    </a:ext>
                  </a:extLst>
                </p14:cNvPr>
                <p14:cNvContentPartPr/>
                <p14:nvPr/>
              </p14:nvContentPartPr>
              <p14:xfrm>
                <a:off x="4695050" y="3700491"/>
                <a:ext cx="24840" cy="193680"/>
              </p14:xfrm>
            </p:contentPart>
          </mc:Choice>
          <mc:Fallback>
            <p:pic>
              <p:nvPicPr>
                <p:cNvPr id="86" name="Ink 85">
                  <a:extLst>
                    <a:ext uri="{FF2B5EF4-FFF2-40B4-BE49-F238E27FC236}">
                      <a16:creationId xmlns:a16="http://schemas.microsoft.com/office/drawing/2014/main" id="{77BA38F4-141D-1038-CD3C-23417F880D64}"/>
                    </a:ext>
                  </a:extLst>
                </p:cNvPr>
                <p:cNvPicPr/>
                <p:nvPr/>
              </p:nvPicPr>
              <p:blipFill>
                <a:blip r:embed="rId113"/>
                <a:stretch>
                  <a:fillRect/>
                </a:stretch>
              </p:blipFill>
              <p:spPr>
                <a:xfrm>
                  <a:off x="4677410" y="3682491"/>
                  <a:ext cx="6048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7" name="Ink 86">
                  <a:extLst>
                    <a:ext uri="{FF2B5EF4-FFF2-40B4-BE49-F238E27FC236}">
                      <a16:creationId xmlns:a16="http://schemas.microsoft.com/office/drawing/2014/main" id="{E0DC4FBA-8C28-7041-7F94-1758A8D26F6C}"/>
                    </a:ext>
                  </a:extLst>
                </p14:cNvPr>
                <p14:cNvContentPartPr/>
                <p14:nvPr/>
              </p14:nvContentPartPr>
              <p14:xfrm>
                <a:off x="4792250" y="3696891"/>
                <a:ext cx="57600" cy="180360"/>
              </p14:xfrm>
            </p:contentPart>
          </mc:Choice>
          <mc:Fallback>
            <p:pic>
              <p:nvPicPr>
                <p:cNvPr id="87" name="Ink 86">
                  <a:extLst>
                    <a:ext uri="{FF2B5EF4-FFF2-40B4-BE49-F238E27FC236}">
                      <a16:creationId xmlns:a16="http://schemas.microsoft.com/office/drawing/2014/main" id="{E0DC4FBA-8C28-7041-7F94-1758A8D26F6C}"/>
                    </a:ext>
                  </a:extLst>
                </p:cNvPr>
                <p:cNvPicPr/>
                <p:nvPr/>
              </p:nvPicPr>
              <p:blipFill>
                <a:blip r:embed="rId115"/>
                <a:stretch>
                  <a:fillRect/>
                </a:stretch>
              </p:blipFill>
              <p:spPr>
                <a:xfrm>
                  <a:off x="4774250" y="3678891"/>
                  <a:ext cx="93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8" name="Ink 87">
                  <a:extLst>
                    <a:ext uri="{FF2B5EF4-FFF2-40B4-BE49-F238E27FC236}">
                      <a16:creationId xmlns:a16="http://schemas.microsoft.com/office/drawing/2014/main" id="{4F01C986-DCD0-B7D7-46EA-77EA4A183C2C}"/>
                    </a:ext>
                  </a:extLst>
                </p14:cNvPr>
                <p14:cNvContentPartPr/>
                <p14:nvPr/>
              </p14:nvContentPartPr>
              <p14:xfrm>
                <a:off x="4906730" y="3867891"/>
                <a:ext cx="65520" cy="102600"/>
              </p14:xfrm>
            </p:contentPart>
          </mc:Choice>
          <mc:Fallback>
            <p:pic>
              <p:nvPicPr>
                <p:cNvPr id="88" name="Ink 87">
                  <a:extLst>
                    <a:ext uri="{FF2B5EF4-FFF2-40B4-BE49-F238E27FC236}">
                      <a16:creationId xmlns:a16="http://schemas.microsoft.com/office/drawing/2014/main" id="{4F01C986-DCD0-B7D7-46EA-77EA4A183C2C}"/>
                    </a:ext>
                  </a:extLst>
                </p:cNvPr>
                <p:cNvPicPr/>
                <p:nvPr/>
              </p:nvPicPr>
              <p:blipFill>
                <a:blip r:embed="rId117"/>
                <a:stretch>
                  <a:fillRect/>
                </a:stretch>
              </p:blipFill>
              <p:spPr>
                <a:xfrm>
                  <a:off x="4888730" y="3850251"/>
                  <a:ext cx="10116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0" name="Ink 89">
                  <a:extLst>
                    <a:ext uri="{FF2B5EF4-FFF2-40B4-BE49-F238E27FC236}">
                      <a16:creationId xmlns:a16="http://schemas.microsoft.com/office/drawing/2014/main" id="{B759E7A2-1253-1DB6-EAAD-9179D418B797}"/>
                    </a:ext>
                  </a:extLst>
                </p14:cNvPr>
                <p14:cNvContentPartPr/>
                <p14:nvPr/>
              </p14:nvContentPartPr>
              <p14:xfrm>
                <a:off x="5298770" y="3662331"/>
                <a:ext cx="272880" cy="192240"/>
              </p14:xfrm>
            </p:contentPart>
          </mc:Choice>
          <mc:Fallback>
            <p:pic>
              <p:nvPicPr>
                <p:cNvPr id="90" name="Ink 89">
                  <a:extLst>
                    <a:ext uri="{FF2B5EF4-FFF2-40B4-BE49-F238E27FC236}">
                      <a16:creationId xmlns:a16="http://schemas.microsoft.com/office/drawing/2014/main" id="{B759E7A2-1253-1DB6-EAAD-9179D418B797}"/>
                    </a:ext>
                  </a:extLst>
                </p:cNvPr>
                <p:cNvPicPr/>
                <p:nvPr/>
              </p:nvPicPr>
              <p:blipFill>
                <a:blip r:embed="rId119"/>
                <a:stretch>
                  <a:fillRect/>
                </a:stretch>
              </p:blipFill>
              <p:spPr>
                <a:xfrm>
                  <a:off x="5280770" y="3644331"/>
                  <a:ext cx="3085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1" name="Ink 90">
                  <a:extLst>
                    <a:ext uri="{FF2B5EF4-FFF2-40B4-BE49-F238E27FC236}">
                      <a16:creationId xmlns:a16="http://schemas.microsoft.com/office/drawing/2014/main" id="{7685ADCB-BB41-5F6D-4139-69E42D8A0B93}"/>
                    </a:ext>
                  </a:extLst>
                </p14:cNvPr>
                <p14:cNvContentPartPr/>
                <p14:nvPr/>
              </p14:nvContentPartPr>
              <p14:xfrm>
                <a:off x="5651930" y="3685371"/>
                <a:ext cx="109440" cy="117000"/>
              </p14:xfrm>
            </p:contentPart>
          </mc:Choice>
          <mc:Fallback>
            <p:pic>
              <p:nvPicPr>
                <p:cNvPr id="91" name="Ink 90">
                  <a:extLst>
                    <a:ext uri="{FF2B5EF4-FFF2-40B4-BE49-F238E27FC236}">
                      <a16:creationId xmlns:a16="http://schemas.microsoft.com/office/drawing/2014/main" id="{7685ADCB-BB41-5F6D-4139-69E42D8A0B93}"/>
                    </a:ext>
                  </a:extLst>
                </p:cNvPr>
                <p:cNvPicPr/>
                <p:nvPr/>
              </p:nvPicPr>
              <p:blipFill>
                <a:blip r:embed="rId121"/>
                <a:stretch>
                  <a:fillRect/>
                </a:stretch>
              </p:blipFill>
              <p:spPr>
                <a:xfrm>
                  <a:off x="5633930" y="3667371"/>
                  <a:ext cx="1450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92" name="Ink 91">
                  <a:extLst>
                    <a:ext uri="{FF2B5EF4-FFF2-40B4-BE49-F238E27FC236}">
                      <a16:creationId xmlns:a16="http://schemas.microsoft.com/office/drawing/2014/main" id="{540B450D-A436-C110-FFAF-7C0583F3DD1F}"/>
                    </a:ext>
                  </a:extLst>
                </p14:cNvPr>
                <p14:cNvContentPartPr/>
                <p14:nvPr/>
              </p14:nvContentPartPr>
              <p14:xfrm>
                <a:off x="5806370" y="3558651"/>
                <a:ext cx="55800" cy="200520"/>
              </p14:xfrm>
            </p:contentPart>
          </mc:Choice>
          <mc:Fallback>
            <p:pic>
              <p:nvPicPr>
                <p:cNvPr id="92" name="Ink 91">
                  <a:extLst>
                    <a:ext uri="{FF2B5EF4-FFF2-40B4-BE49-F238E27FC236}">
                      <a16:creationId xmlns:a16="http://schemas.microsoft.com/office/drawing/2014/main" id="{540B450D-A436-C110-FFAF-7C0583F3DD1F}"/>
                    </a:ext>
                  </a:extLst>
                </p:cNvPr>
                <p:cNvPicPr/>
                <p:nvPr/>
              </p:nvPicPr>
              <p:blipFill>
                <a:blip r:embed="rId123"/>
                <a:stretch>
                  <a:fillRect/>
                </a:stretch>
              </p:blipFill>
              <p:spPr>
                <a:xfrm>
                  <a:off x="5788370" y="3541011"/>
                  <a:ext cx="9144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93" name="Ink 92">
                  <a:extLst>
                    <a:ext uri="{FF2B5EF4-FFF2-40B4-BE49-F238E27FC236}">
                      <a16:creationId xmlns:a16="http://schemas.microsoft.com/office/drawing/2014/main" id="{30B8E991-4B36-6437-1D52-62C5CF3B3F62}"/>
                    </a:ext>
                  </a:extLst>
                </p14:cNvPr>
                <p14:cNvContentPartPr/>
                <p14:nvPr/>
              </p14:nvContentPartPr>
              <p14:xfrm>
                <a:off x="5686130" y="3570891"/>
                <a:ext cx="494280" cy="150480"/>
              </p14:xfrm>
            </p:contentPart>
          </mc:Choice>
          <mc:Fallback>
            <p:pic>
              <p:nvPicPr>
                <p:cNvPr id="93" name="Ink 92">
                  <a:extLst>
                    <a:ext uri="{FF2B5EF4-FFF2-40B4-BE49-F238E27FC236}">
                      <a16:creationId xmlns:a16="http://schemas.microsoft.com/office/drawing/2014/main" id="{30B8E991-4B36-6437-1D52-62C5CF3B3F62}"/>
                    </a:ext>
                  </a:extLst>
                </p:cNvPr>
                <p:cNvPicPr/>
                <p:nvPr/>
              </p:nvPicPr>
              <p:blipFill>
                <a:blip r:embed="rId125"/>
                <a:stretch>
                  <a:fillRect/>
                </a:stretch>
              </p:blipFill>
              <p:spPr>
                <a:xfrm>
                  <a:off x="5668130" y="3553251"/>
                  <a:ext cx="52992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94" name="Ink 93">
                  <a:extLst>
                    <a:ext uri="{FF2B5EF4-FFF2-40B4-BE49-F238E27FC236}">
                      <a16:creationId xmlns:a16="http://schemas.microsoft.com/office/drawing/2014/main" id="{77212E13-31C7-95E2-3A58-2EB651E6178D}"/>
                    </a:ext>
                  </a:extLst>
                </p14:cNvPr>
                <p14:cNvContentPartPr/>
                <p14:nvPr/>
              </p14:nvContentPartPr>
              <p14:xfrm>
                <a:off x="6219650" y="3602931"/>
                <a:ext cx="134640" cy="105480"/>
              </p14:xfrm>
            </p:contentPart>
          </mc:Choice>
          <mc:Fallback>
            <p:pic>
              <p:nvPicPr>
                <p:cNvPr id="94" name="Ink 93">
                  <a:extLst>
                    <a:ext uri="{FF2B5EF4-FFF2-40B4-BE49-F238E27FC236}">
                      <a16:creationId xmlns:a16="http://schemas.microsoft.com/office/drawing/2014/main" id="{77212E13-31C7-95E2-3A58-2EB651E6178D}"/>
                    </a:ext>
                  </a:extLst>
                </p:cNvPr>
                <p:cNvPicPr/>
                <p:nvPr/>
              </p:nvPicPr>
              <p:blipFill>
                <a:blip r:embed="rId127"/>
                <a:stretch>
                  <a:fillRect/>
                </a:stretch>
              </p:blipFill>
              <p:spPr>
                <a:xfrm>
                  <a:off x="6202010" y="3584931"/>
                  <a:ext cx="1702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95" name="Ink 94">
                  <a:extLst>
                    <a:ext uri="{FF2B5EF4-FFF2-40B4-BE49-F238E27FC236}">
                      <a16:creationId xmlns:a16="http://schemas.microsoft.com/office/drawing/2014/main" id="{73F1CB21-2B94-FECA-D7A6-C7DD4B4B9688}"/>
                    </a:ext>
                  </a:extLst>
                </p14:cNvPr>
                <p14:cNvContentPartPr/>
                <p14:nvPr/>
              </p14:nvContentPartPr>
              <p14:xfrm>
                <a:off x="6456890" y="3504651"/>
                <a:ext cx="77040" cy="266760"/>
              </p14:xfrm>
            </p:contentPart>
          </mc:Choice>
          <mc:Fallback>
            <p:pic>
              <p:nvPicPr>
                <p:cNvPr id="95" name="Ink 94">
                  <a:extLst>
                    <a:ext uri="{FF2B5EF4-FFF2-40B4-BE49-F238E27FC236}">
                      <a16:creationId xmlns:a16="http://schemas.microsoft.com/office/drawing/2014/main" id="{73F1CB21-2B94-FECA-D7A6-C7DD4B4B9688}"/>
                    </a:ext>
                  </a:extLst>
                </p:cNvPr>
                <p:cNvPicPr/>
                <p:nvPr/>
              </p:nvPicPr>
              <p:blipFill>
                <a:blip r:embed="rId129"/>
                <a:stretch>
                  <a:fillRect/>
                </a:stretch>
              </p:blipFill>
              <p:spPr>
                <a:xfrm>
                  <a:off x="6438890" y="3486651"/>
                  <a:ext cx="1126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96" name="Ink 95">
                  <a:extLst>
                    <a:ext uri="{FF2B5EF4-FFF2-40B4-BE49-F238E27FC236}">
                      <a16:creationId xmlns:a16="http://schemas.microsoft.com/office/drawing/2014/main" id="{980DFD10-2DED-12A4-04D4-DE0C90663D89}"/>
                    </a:ext>
                  </a:extLst>
                </p14:cNvPr>
                <p14:cNvContentPartPr/>
                <p14:nvPr/>
              </p14:nvContentPartPr>
              <p14:xfrm>
                <a:off x="6618530" y="3508611"/>
                <a:ext cx="227880" cy="196200"/>
              </p14:xfrm>
            </p:contentPart>
          </mc:Choice>
          <mc:Fallback>
            <p:pic>
              <p:nvPicPr>
                <p:cNvPr id="96" name="Ink 95">
                  <a:extLst>
                    <a:ext uri="{FF2B5EF4-FFF2-40B4-BE49-F238E27FC236}">
                      <a16:creationId xmlns:a16="http://schemas.microsoft.com/office/drawing/2014/main" id="{980DFD10-2DED-12A4-04D4-DE0C90663D89}"/>
                    </a:ext>
                  </a:extLst>
                </p:cNvPr>
                <p:cNvPicPr/>
                <p:nvPr/>
              </p:nvPicPr>
              <p:blipFill>
                <a:blip r:embed="rId131"/>
                <a:stretch>
                  <a:fillRect/>
                </a:stretch>
              </p:blipFill>
              <p:spPr>
                <a:xfrm>
                  <a:off x="6600890" y="3490971"/>
                  <a:ext cx="2635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7" name="Ink 96">
                  <a:extLst>
                    <a:ext uri="{FF2B5EF4-FFF2-40B4-BE49-F238E27FC236}">
                      <a16:creationId xmlns:a16="http://schemas.microsoft.com/office/drawing/2014/main" id="{447A6472-BFD1-A433-340A-2DE650D85DEE}"/>
                    </a:ext>
                  </a:extLst>
                </p14:cNvPr>
                <p14:cNvContentPartPr/>
                <p14:nvPr/>
              </p14:nvContentPartPr>
              <p14:xfrm>
                <a:off x="6842810" y="3508971"/>
                <a:ext cx="40320" cy="16920"/>
              </p14:xfrm>
            </p:contentPart>
          </mc:Choice>
          <mc:Fallback>
            <p:pic>
              <p:nvPicPr>
                <p:cNvPr id="97" name="Ink 96">
                  <a:extLst>
                    <a:ext uri="{FF2B5EF4-FFF2-40B4-BE49-F238E27FC236}">
                      <a16:creationId xmlns:a16="http://schemas.microsoft.com/office/drawing/2014/main" id="{447A6472-BFD1-A433-340A-2DE650D85DEE}"/>
                    </a:ext>
                  </a:extLst>
                </p:cNvPr>
                <p:cNvPicPr/>
                <p:nvPr/>
              </p:nvPicPr>
              <p:blipFill>
                <a:blip r:embed="rId133"/>
                <a:stretch>
                  <a:fillRect/>
                </a:stretch>
              </p:blipFill>
              <p:spPr>
                <a:xfrm>
                  <a:off x="6825170" y="3491331"/>
                  <a:ext cx="7596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8" name="Ink 97">
                  <a:extLst>
                    <a:ext uri="{FF2B5EF4-FFF2-40B4-BE49-F238E27FC236}">
                      <a16:creationId xmlns:a16="http://schemas.microsoft.com/office/drawing/2014/main" id="{6BA1BA5C-B702-1F58-7EB4-016F964461DD}"/>
                    </a:ext>
                  </a:extLst>
                </p14:cNvPr>
                <p14:cNvContentPartPr/>
                <p14:nvPr/>
              </p14:nvContentPartPr>
              <p14:xfrm>
                <a:off x="6949730" y="3458211"/>
                <a:ext cx="57240" cy="182880"/>
              </p14:xfrm>
            </p:contentPart>
          </mc:Choice>
          <mc:Fallback>
            <p:pic>
              <p:nvPicPr>
                <p:cNvPr id="98" name="Ink 97">
                  <a:extLst>
                    <a:ext uri="{FF2B5EF4-FFF2-40B4-BE49-F238E27FC236}">
                      <a16:creationId xmlns:a16="http://schemas.microsoft.com/office/drawing/2014/main" id="{6BA1BA5C-B702-1F58-7EB4-016F964461DD}"/>
                    </a:ext>
                  </a:extLst>
                </p:cNvPr>
                <p:cNvPicPr/>
                <p:nvPr/>
              </p:nvPicPr>
              <p:blipFill>
                <a:blip r:embed="rId135"/>
                <a:stretch>
                  <a:fillRect/>
                </a:stretch>
              </p:blipFill>
              <p:spPr>
                <a:xfrm>
                  <a:off x="6931730" y="3440571"/>
                  <a:ext cx="9288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9" name="Ink 98">
                  <a:extLst>
                    <a:ext uri="{FF2B5EF4-FFF2-40B4-BE49-F238E27FC236}">
                      <a16:creationId xmlns:a16="http://schemas.microsoft.com/office/drawing/2014/main" id="{CB24008A-F2D0-AC61-DCBF-81A0CFDD3CA6}"/>
                    </a:ext>
                  </a:extLst>
                </p14:cNvPr>
                <p14:cNvContentPartPr/>
                <p14:nvPr/>
              </p14:nvContentPartPr>
              <p14:xfrm>
                <a:off x="7048730" y="3470091"/>
                <a:ext cx="67680" cy="159840"/>
              </p14:xfrm>
            </p:contentPart>
          </mc:Choice>
          <mc:Fallback>
            <p:pic>
              <p:nvPicPr>
                <p:cNvPr id="99" name="Ink 98">
                  <a:extLst>
                    <a:ext uri="{FF2B5EF4-FFF2-40B4-BE49-F238E27FC236}">
                      <a16:creationId xmlns:a16="http://schemas.microsoft.com/office/drawing/2014/main" id="{CB24008A-F2D0-AC61-DCBF-81A0CFDD3CA6}"/>
                    </a:ext>
                  </a:extLst>
                </p:cNvPr>
                <p:cNvPicPr/>
                <p:nvPr/>
              </p:nvPicPr>
              <p:blipFill>
                <a:blip r:embed="rId137"/>
                <a:stretch>
                  <a:fillRect/>
                </a:stretch>
              </p:blipFill>
              <p:spPr>
                <a:xfrm>
                  <a:off x="7030730" y="3452091"/>
                  <a:ext cx="10332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0" name="Ink 99">
                  <a:extLst>
                    <a:ext uri="{FF2B5EF4-FFF2-40B4-BE49-F238E27FC236}">
                      <a16:creationId xmlns:a16="http://schemas.microsoft.com/office/drawing/2014/main" id="{5F44D67D-3976-6133-9C3C-EDE5C933E3AC}"/>
                    </a:ext>
                  </a:extLst>
                </p14:cNvPr>
                <p14:cNvContentPartPr/>
                <p14:nvPr/>
              </p14:nvContentPartPr>
              <p14:xfrm>
                <a:off x="7114610" y="3384051"/>
                <a:ext cx="161640" cy="355680"/>
              </p14:xfrm>
            </p:contentPart>
          </mc:Choice>
          <mc:Fallback>
            <p:pic>
              <p:nvPicPr>
                <p:cNvPr id="100" name="Ink 99">
                  <a:extLst>
                    <a:ext uri="{FF2B5EF4-FFF2-40B4-BE49-F238E27FC236}">
                      <a16:creationId xmlns:a16="http://schemas.microsoft.com/office/drawing/2014/main" id="{5F44D67D-3976-6133-9C3C-EDE5C933E3AC}"/>
                    </a:ext>
                  </a:extLst>
                </p:cNvPr>
                <p:cNvPicPr/>
                <p:nvPr/>
              </p:nvPicPr>
              <p:blipFill>
                <a:blip r:embed="rId139"/>
                <a:stretch>
                  <a:fillRect/>
                </a:stretch>
              </p:blipFill>
              <p:spPr>
                <a:xfrm>
                  <a:off x="7096970" y="3366411"/>
                  <a:ext cx="19728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2" name="Ink 61">
                  <a:extLst>
                    <a:ext uri="{FF2B5EF4-FFF2-40B4-BE49-F238E27FC236}">
                      <a16:creationId xmlns:a16="http://schemas.microsoft.com/office/drawing/2014/main" id="{97E5CEE4-5A86-883B-795A-85E4E1B796BF}"/>
                    </a:ext>
                  </a:extLst>
                </p14:cNvPr>
                <p14:cNvContentPartPr/>
                <p14:nvPr/>
              </p14:nvContentPartPr>
              <p14:xfrm>
                <a:off x="6860450" y="2631291"/>
                <a:ext cx="325440" cy="258840"/>
              </p14:xfrm>
            </p:contentPart>
          </mc:Choice>
          <mc:Fallback>
            <p:pic>
              <p:nvPicPr>
                <p:cNvPr id="62" name="Ink 61">
                  <a:extLst>
                    <a:ext uri="{FF2B5EF4-FFF2-40B4-BE49-F238E27FC236}">
                      <a16:creationId xmlns:a16="http://schemas.microsoft.com/office/drawing/2014/main" id="{97E5CEE4-5A86-883B-795A-85E4E1B796BF}"/>
                    </a:ext>
                  </a:extLst>
                </p:cNvPr>
                <p:cNvPicPr/>
                <p:nvPr/>
              </p:nvPicPr>
              <p:blipFill>
                <a:blip r:embed="rId141"/>
                <a:stretch>
                  <a:fillRect/>
                </a:stretch>
              </p:blipFill>
              <p:spPr>
                <a:xfrm>
                  <a:off x="6842450" y="2613291"/>
                  <a:ext cx="36108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3" name="Ink 62">
                  <a:extLst>
                    <a:ext uri="{FF2B5EF4-FFF2-40B4-BE49-F238E27FC236}">
                      <a16:creationId xmlns:a16="http://schemas.microsoft.com/office/drawing/2014/main" id="{788D4F43-D92A-74D6-2E81-36816C879DEA}"/>
                    </a:ext>
                  </a:extLst>
                </p14:cNvPr>
                <p14:cNvContentPartPr/>
                <p14:nvPr/>
              </p14:nvContentPartPr>
              <p14:xfrm>
                <a:off x="7345730" y="2674131"/>
                <a:ext cx="241200" cy="197280"/>
              </p14:xfrm>
            </p:contentPart>
          </mc:Choice>
          <mc:Fallback>
            <p:pic>
              <p:nvPicPr>
                <p:cNvPr id="63" name="Ink 62">
                  <a:extLst>
                    <a:ext uri="{FF2B5EF4-FFF2-40B4-BE49-F238E27FC236}">
                      <a16:creationId xmlns:a16="http://schemas.microsoft.com/office/drawing/2014/main" id="{788D4F43-D92A-74D6-2E81-36816C879DEA}"/>
                    </a:ext>
                  </a:extLst>
                </p:cNvPr>
                <p:cNvPicPr/>
                <p:nvPr/>
              </p:nvPicPr>
              <p:blipFill>
                <a:blip r:embed="rId143"/>
                <a:stretch>
                  <a:fillRect/>
                </a:stretch>
              </p:blipFill>
              <p:spPr>
                <a:xfrm>
                  <a:off x="7327730" y="2656131"/>
                  <a:ext cx="27684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4" name="Ink 63">
                  <a:extLst>
                    <a:ext uri="{FF2B5EF4-FFF2-40B4-BE49-F238E27FC236}">
                      <a16:creationId xmlns:a16="http://schemas.microsoft.com/office/drawing/2014/main" id="{73204370-0EA5-C9DB-33C5-3280EBBE4B35}"/>
                    </a:ext>
                  </a:extLst>
                </p14:cNvPr>
                <p14:cNvContentPartPr/>
                <p14:nvPr/>
              </p14:nvContentPartPr>
              <p14:xfrm>
                <a:off x="7629050" y="2681691"/>
                <a:ext cx="126360" cy="123480"/>
              </p14:xfrm>
            </p:contentPart>
          </mc:Choice>
          <mc:Fallback>
            <p:pic>
              <p:nvPicPr>
                <p:cNvPr id="64" name="Ink 63">
                  <a:extLst>
                    <a:ext uri="{FF2B5EF4-FFF2-40B4-BE49-F238E27FC236}">
                      <a16:creationId xmlns:a16="http://schemas.microsoft.com/office/drawing/2014/main" id="{73204370-0EA5-C9DB-33C5-3280EBBE4B35}"/>
                    </a:ext>
                  </a:extLst>
                </p:cNvPr>
                <p:cNvPicPr/>
                <p:nvPr/>
              </p:nvPicPr>
              <p:blipFill>
                <a:blip r:embed="rId145"/>
                <a:stretch>
                  <a:fillRect/>
                </a:stretch>
              </p:blipFill>
              <p:spPr>
                <a:xfrm>
                  <a:off x="7611410" y="2663691"/>
                  <a:ext cx="16200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5" name="Ink 64">
                  <a:extLst>
                    <a:ext uri="{FF2B5EF4-FFF2-40B4-BE49-F238E27FC236}">
                      <a16:creationId xmlns:a16="http://schemas.microsoft.com/office/drawing/2014/main" id="{90E82151-CBCF-2352-D04F-80BECFEB7432}"/>
                    </a:ext>
                  </a:extLst>
                </p14:cNvPr>
                <p14:cNvContentPartPr/>
                <p14:nvPr/>
              </p14:nvContentPartPr>
              <p14:xfrm>
                <a:off x="7798970" y="2566131"/>
                <a:ext cx="51840" cy="225360"/>
              </p14:xfrm>
            </p:contentPart>
          </mc:Choice>
          <mc:Fallback>
            <p:pic>
              <p:nvPicPr>
                <p:cNvPr id="65" name="Ink 64">
                  <a:extLst>
                    <a:ext uri="{FF2B5EF4-FFF2-40B4-BE49-F238E27FC236}">
                      <a16:creationId xmlns:a16="http://schemas.microsoft.com/office/drawing/2014/main" id="{90E82151-CBCF-2352-D04F-80BECFEB7432}"/>
                    </a:ext>
                  </a:extLst>
                </p:cNvPr>
                <p:cNvPicPr/>
                <p:nvPr/>
              </p:nvPicPr>
              <p:blipFill>
                <a:blip r:embed="rId147"/>
                <a:stretch>
                  <a:fillRect/>
                </a:stretch>
              </p:blipFill>
              <p:spPr>
                <a:xfrm>
                  <a:off x="7780970" y="2548131"/>
                  <a:ext cx="874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66" name="Ink 65">
                  <a:extLst>
                    <a:ext uri="{FF2B5EF4-FFF2-40B4-BE49-F238E27FC236}">
                      <a16:creationId xmlns:a16="http://schemas.microsoft.com/office/drawing/2014/main" id="{F611D65C-CA09-6989-746F-0EDA40D0B606}"/>
                    </a:ext>
                  </a:extLst>
                </p14:cNvPr>
                <p14:cNvContentPartPr/>
                <p14:nvPr/>
              </p14:nvContentPartPr>
              <p14:xfrm>
                <a:off x="7733090" y="2574771"/>
                <a:ext cx="580320" cy="184320"/>
              </p14:xfrm>
            </p:contentPart>
          </mc:Choice>
          <mc:Fallback>
            <p:pic>
              <p:nvPicPr>
                <p:cNvPr id="66" name="Ink 65">
                  <a:extLst>
                    <a:ext uri="{FF2B5EF4-FFF2-40B4-BE49-F238E27FC236}">
                      <a16:creationId xmlns:a16="http://schemas.microsoft.com/office/drawing/2014/main" id="{F611D65C-CA09-6989-746F-0EDA40D0B606}"/>
                    </a:ext>
                  </a:extLst>
                </p:cNvPr>
                <p:cNvPicPr/>
                <p:nvPr/>
              </p:nvPicPr>
              <p:blipFill>
                <a:blip r:embed="rId149"/>
                <a:stretch>
                  <a:fillRect/>
                </a:stretch>
              </p:blipFill>
              <p:spPr>
                <a:xfrm>
                  <a:off x="7715450" y="2556771"/>
                  <a:ext cx="6159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67" name="Ink 66">
                  <a:extLst>
                    <a:ext uri="{FF2B5EF4-FFF2-40B4-BE49-F238E27FC236}">
                      <a16:creationId xmlns:a16="http://schemas.microsoft.com/office/drawing/2014/main" id="{ECE84726-EB4D-1A3D-AAEF-59CF9B3950DD}"/>
                    </a:ext>
                  </a:extLst>
                </p14:cNvPr>
                <p14:cNvContentPartPr/>
                <p14:nvPr/>
              </p14:nvContentPartPr>
              <p14:xfrm>
                <a:off x="8351210" y="2529411"/>
                <a:ext cx="122760" cy="261000"/>
              </p14:xfrm>
            </p:contentPart>
          </mc:Choice>
          <mc:Fallback>
            <p:pic>
              <p:nvPicPr>
                <p:cNvPr id="67" name="Ink 66">
                  <a:extLst>
                    <a:ext uri="{FF2B5EF4-FFF2-40B4-BE49-F238E27FC236}">
                      <a16:creationId xmlns:a16="http://schemas.microsoft.com/office/drawing/2014/main" id="{ECE84726-EB4D-1A3D-AAEF-59CF9B3950DD}"/>
                    </a:ext>
                  </a:extLst>
                </p:cNvPr>
                <p:cNvPicPr/>
                <p:nvPr/>
              </p:nvPicPr>
              <p:blipFill>
                <a:blip r:embed="rId151"/>
                <a:stretch>
                  <a:fillRect/>
                </a:stretch>
              </p:blipFill>
              <p:spPr>
                <a:xfrm>
                  <a:off x="8333210" y="2511771"/>
                  <a:ext cx="15840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69" name="Ink 68">
                  <a:extLst>
                    <a:ext uri="{FF2B5EF4-FFF2-40B4-BE49-F238E27FC236}">
                      <a16:creationId xmlns:a16="http://schemas.microsoft.com/office/drawing/2014/main" id="{187E457C-9078-8D54-1416-F6172859B7B8}"/>
                    </a:ext>
                  </a:extLst>
                </p14:cNvPr>
                <p14:cNvContentPartPr/>
                <p14:nvPr/>
              </p14:nvContentPartPr>
              <p14:xfrm>
                <a:off x="8398370" y="2594211"/>
                <a:ext cx="173160" cy="198360"/>
              </p14:xfrm>
            </p:contentPart>
          </mc:Choice>
          <mc:Fallback>
            <p:pic>
              <p:nvPicPr>
                <p:cNvPr id="69" name="Ink 68">
                  <a:extLst>
                    <a:ext uri="{FF2B5EF4-FFF2-40B4-BE49-F238E27FC236}">
                      <a16:creationId xmlns:a16="http://schemas.microsoft.com/office/drawing/2014/main" id="{187E457C-9078-8D54-1416-F6172859B7B8}"/>
                    </a:ext>
                  </a:extLst>
                </p:cNvPr>
                <p:cNvPicPr/>
                <p:nvPr/>
              </p:nvPicPr>
              <p:blipFill>
                <a:blip r:embed="rId153"/>
                <a:stretch>
                  <a:fillRect/>
                </a:stretch>
              </p:blipFill>
              <p:spPr>
                <a:xfrm>
                  <a:off x="8380370" y="2576211"/>
                  <a:ext cx="2088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0" name="Ink 69">
                  <a:extLst>
                    <a:ext uri="{FF2B5EF4-FFF2-40B4-BE49-F238E27FC236}">
                      <a16:creationId xmlns:a16="http://schemas.microsoft.com/office/drawing/2014/main" id="{CAE237FF-4CAA-DB95-F8F4-522AA7DF0920}"/>
                    </a:ext>
                  </a:extLst>
                </p14:cNvPr>
                <p14:cNvContentPartPr/>
                <p14:nvPr/>
              </p14:nvContentPartPr>
              <p14:xfrm>
                <a:off x="8568650" y="2642451"/>
                <a:ext cx="92160" cy="68400"/>
              </p14:xfrm>
            </p:contentPart>
          </mc:Choice>
          <mc:Fallback>
            <p:pic>
              <p:nvPicPr>
                <p:cNvPr id="70" name="Ink 69">
                  <a:extLst>
                    <a:ext uri="{FF2B5EF4-FFF2-40B4-BE49-F238E27FC236}">
                      <a16:creationId xmlns:a16="http://schemas.microsoft.com/office/drawing/2014/main" id="{CAE237FF-4CAA-DB95-F8F4-522AA7DF0920}"/>
                    </a:ext>
                  </a:extLst>
                </p:cNvPr>
                <p:cNvPicPr/>
                <p:nvPr/>
              </p:nvPicPr>
              <p:blipFill>
                <a:blip r:embed="rId155"/>
                <a:stretch>
                  <a:fillRect/>
                </a:stretch>
              </p:blipFill>
              <p:spPr>
                <a:xfrm>
                  <a:off x="8550650" y="2624811"/>
                  <a:ext cx="1278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1" name="Ink 70">
                  <a:extLst>
                    <a:ext uri="{FF2B5EF4-FFF2-40B4-BE49-F238E27FC236}">
                      <a16:creationId xmlns:a16="http://schemas.microsoft.com/office/drawing/2014/main" id="{BC3D75EB-4ED8-93E8-B394-F02255211B63}"/>
                    </a:ext>
                  </a:extLst>
                </p14:cNvPr>
                <p14:cNvContentPartPr/>
                <p14:nvPr/>
              </p14:nvContentPartPr>
              <p14:xfrm>
                <a:off x="8728490" y="2521851"/>
                <a:ext cx="109080" cy="147960"/>
              </p14:xfrm>
            </p:contentPart>
          </mc:Choice>
          <mc:Fallback>
            <p:pic>
              <p:nvPicPr>
                <p:cNvPr id="71" name="Ink 70">
                  <a:extLst>
                    <a:ext uri="{FF2B5EF4-FFF2-40B4-BE49-F238E27FC236}">
                      <a16:creationId xmlns:a16="http://schemas.microsoft.com/office/drawing/2014/main" id="{BC3D75EB-4ED8-93E8-B394-F02255211B63}"/>
                    </a:ext>
                  </a:extLst>
                </p:cNvPr>
                <p:cNvPicPr/>
                <p:nvPr/>
              </p:nvPicPr>
              <p:blipFill>
                <a:blip r:embed="rId157"/>
                <a:stretch>
                  <a:fillRect/>
                </a:stretch>
              </p:blipFill>
              <p:spPr>
                <a:xfrm>
                  <a:off x="8710850" y="2504211"/>
                  <a:ext cx="1447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2" name="Ink 71">
                  <a:extLst>
                    <a:ext uri="{FF2B5EF4-FFF2-40B4-BE49-F238E27FC236}">
                      <a16:creationId xmlns:a16="http://schemas.microsoft.com/office/drawing/2014/main" id="{1C12C1BD-AE84-9DAD-4C47-3626D81CD1E7}"/>
                    </a:ext>
                  </a:extLst>
                </p14:cNvPr>
                <p14:cNvContentPartPr/>
                <p14:nvPr/>
              </p14:nvContentPartPr>
              <p14:xfrm>
                <a:off x="8868530" y="2565051"/>
                <a:ext cx="82080" cy="91440"/>
              </p14:xfrm>
            </p:contentPart>
          </mc:Choice>
          <mc:Fallback>
            <p:pic>
              <p:nvPicPr>
                <p:cNvPr id="72" name="Ink 71">
                  <a:extLst>
                    <a:ext uri="{FF2B5EF4-FFF2-40B4-BE49-F238E27FC236}">
                      <a16:creationId xmlns:a16="http://schemas.microsoft.com/office/drawing/2014/main" id="{1C12C1BD-AE84-9DAD-4C47-3626D81CD1E7}"/>
                    </a:ext>
                  </a:extLst>
                </p:cNvPr>
                <p:cNvPicPr/>
                <p:nvPr/>
              </p:nvPicPr>
              <p:blipFill>
                <a:blip r:embed="rId159"/>
                <a:stretch>
                  <a:fillRect/>
                </a:stretch>
              </p:blipFill>
              <p:spPr>
                <a:xfrm>
                  <a:off x="8850530" y="2547051"/>
                  <a:ext cx="1177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73" name="Ink 72">
                  <a:extLst>
                    <a:ext uri="{FF2B5EF4-FFF2-40B4-BE49-F238E27FC236}">
                      <a16:creationId xmlns:a16="http://schemas.microsoft.com/office/drawing/2014/main" id="{69FF883B-898D-D1EF-1983-5DDC01F7828A}"/>
                    </a:ext>
                  </a:extLst>
                </p14:cNvPr>
                <p14:cNvContentPartPr/>
                <p14:nvPr/>
              </p14:nvContentPartPr>
              <p14:xfrm>
                <a:off x="8937290" y="2430771"/>
                <a:ext cx="89280" cy="307080"/>
              </p14:xfrm>
            </p:contentPart>
          </mc:Choice>
          <mc:Fallback>
            <p:pic>
              <p:nvPicPr>
                <p:cNvPr id="73" name="Ink 72">
                  <a:extLst>
                    <a:ext uri="{FF2B5EF4-FFF2-40B4-BE49-F238E27FC236}">
                      <a16:creationId xmlns:a16="http://schemas.microsoft.com/office/drawing/2014/main" id="{69FF883B-898D-D1EF-1983-5DDC01F7828A}"/>
                    </a:ext>
                  </a:extLst>
                </p:cNvPr>
                <p:cNvPicPr/>
                <p:nvPr/>
              </p:nvPicPr>
              <p:blipFill>
                <a:blip r:embed="rId161"/>
                <a:stretch>
                  <a:fillRect/>
                </a:stretch>
              </p:blipFill>
              <p:spPr>
                <a:xfrm>
                  <a:off x="8919650" y="2413131"/>
                  <a:ext cx="12492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2" name="Ink 101">
                  <a:extLst>
                    <a:ext uri="{FF2B5EF4-FFF2-40B4-BE49-F238E27FC236}">
                      <a16:creationId xmlns:a16="http://schemas.microsoft.com/office/drawing/2014/main" id="{97000DC1-E879-208C-38C2-9E1DE0F29B78}"/>
                    </a:ext>
                  </a:extLst>
                </p14:cNvPr>
                <p14:cNvContentPartPr/>
                <p14:nvPr/>
              </p14:nvContentPartPr>
              <p14:xfrm>
                <a:off x="7027130" y="2979771"/>
                <a:ext cx="1727280" cy="116640"/>
              </p14:xfrm>
            </p:contentPart>
          </mc:Choice>
          <mc:Fallback>
            <p:pic>
              <p:nvPicPr>
                <p:cNvPr id="102" name="Ink 101">
                  <a:extLst>
                    <a:ext uri="{FF2B5EF4-FFF2-40B4-BE49-F238E27FC236}">
                      <a16:creationId xmlns:a16="http://schemas.microsoft.com/office/drawing/2014/main" id="{97000DC1-E879-208C-38C2-9E1DE0F29B78}"/>
                    </a:ext>
                  </a:extLst>
                </p:cNvPr>
                <p:cNvPicPr/>
                <p:nvPr/>
              </p:nvPicPr>
              <p:blipFill>
                <a:blip r:embed="rId163"/>
                <a:stretch>
                  <a:fillRect/>
                </a:stretch>
              </p:blipFill>
              <p:spPr>
                <a:xfrm>
                  <a:off x="7009490" y="2961771"/>
                  <a:ext cx="17629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4" name="Ink 103">
                  <a:extLst>
                    <a:ext uri="{FF2B5EF4-FFF2-40B4-BE49-F238E27FC236}">
                      <a16:creationId xmlns:a16="http://schemas.microsoft.com/office/drawing/2014/main" id="{DCD6E6B8-F207-DCFB-0542-4BB9DCED661F}"/>
                    </a:ext>
                  </a:extLst>
                </p14:cNvPr>
                <p14:cNvContentPartPr/>
                <p14:nvPr/>
              </p14:nvContentPartPr>
              <p14:xfrm>
                <a:off x="3018890" y="4383411"/>
                <a:ext cx="25560" cy="195480"/>
              </p14:xfrm>
            </p:contentPart>
          </mc:Choice>
          <mc:Fallback>
            <p:pic>
              <p:nvPicPr>
                <p:cNvPr id="104" name="Ink 103">
                  <a:extLst>
                    <a:ext uri="{FF2B5EF4-FFF2-40B4-BE49-F238E27FC236}">
                      <a16:creationId xmlns:a16="http://schemas.microsoft.com/office/drawing/2014/main" id="{DCD6E6B8-F207-DCFB-0542-4BB9DCED661F}"/>
                    </a:ext>
                  </a:extLst>
                </p:cNvPr>
                <p:cNvPicPr/>
                <p:nvPr/>
              </p:nvPicPr>
              <p:blipFill>
                <a:blip r:embed="rId165"/>
                <a:stretch>
                  <a:fillRect/>
                </a:stretch>
              </p:blipFill>
              <p:spPr>
                <a:xfrm>
                  <a:off x="3001250" y="4365411"/>
                  <a:ext cx="612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5" name="Ink 104">
                  <a:extLst>
                    <a:ext uri="{FF2B5EF4-FFF2-40B4-BE49-F238E27FC236}">
                      <a16:creationId xmlns:a16="http://schemas.microsoft.com/office/drawing/2014/main" id="{8FCBF7C6-8E86-1FD2-4AA0-FC2779C17B1A}"/>
                    </a:ext>
                  </a:extLst>
                </p14:cNvPr>
                <p14:cNvContentPartPr/>
                <p14:nvPr/>
              </p14:nvContentPartPr>
              <p14:xfrm>
                <a:off x="3111770" y="4415451"/>
                <a:ext cx="149040" cy="122040"/>
              </p14:xfrm>
            </p:contentPart>
          </mc:Choice>
          <mc:Fallback>
            <p:pic>
              <p:nvPicPr>
                <p:cNvPr id="105" name="Ink 104">
                  <a:extLst>
                    <a:ext uri="{FF2B5EF4-FFF2-40B4-BE49-F238E27FC236}">
                      <a16:creationId xmlns:a16="http://schemas.microsoft.com/office/drawing/2014/main" id="{8FCBF7C6-8E86-1FD2-4AA0-FC2779C17B1A}"/>
                    </a:ext>
                  </a:extLst>
                </p:cNvPr>
                <p:cNvPicPr/>
                <p:nvPr/>
              </p:nvPicPr>
              <p:blipFill>
                <a:blip r:embed="rId167"/>
                <a:stretch>
                  <a:fillRect/>
                </a:stretch>
              </p:blipFill>
              <p:spPr>
                <a:xfrm>
                  <a:off x="3093770" y="4397451"/>
                  <a:ext cx="1846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6" name="Ink 105">
                  <a:extLst>
                    <a:ext uri="{FF2B5EF4-FFF2-40B4-BE49-F238E27FC236}">
                      <a16:creationId xmlns:a16="http://schemas.microsoft.com/office/drawing/2014/main" id="{C8972D11-417E-83ED-98FF-7A6C06D13A42}"/>
                    </a:ext>
                  </a:extLst>
                </p14:cNvPr>
                <p14:cNvContentPartPr/>
                <p14:nvPr/>
              </p14:nvContentPartPr>
              <p14:xfrm>
                <a:off x="3325610" y="4415811"/>
                <a:ext cx="218880" cy="130320"/>
              </p14:xfrm>
            </p:contentPart>
          </mc:Choice>
          <mc:Fallback>
            <p:pic>
              <p:nvPicPr>
                <p:cNvPr id="106" name="Ink 105">
                  <a:extLst>
                    <a:ext uri="{FF2B5EF4-FFF2-40B4-BE49-F238E27FC236}">
                      <a16:creationId xmlns:a16="http://schemas.microsoft.com/office/drawing/2014/main" id="{C8972D11-417E-83ED-98FF-7A6C06D13A42}"/>
                    </a:ext>
                  </a:extLst>
                </p:cNvPr>
                <p:cNvPicPr/>
                <p:nvPr/>
              </p:nvPicPr>
              <p:blipFill>
                <a:blip r:embed="rId169"/>
                <a:stretch>
                  <a:fillRect/>
                </a:stretch>
              </p:blipFill>
              <p:spPr>
                <a:xfrm>
                  <a:off x="3307610" y="4397811"/>
                  <a:ext cx="2545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7" name="Ink 106">
                  <a:extLst>
                    <a:ext uri="{FF2B5EF4-FFF2-40B4-BE49-F238E27FC236}">
                      <a16:creationId xmlns:a16="http://schemas.microsoft.com/office/drawing/2014/main" id="{08F38D8D-9E26-CADF-C57F-37BB0F889CCE}"/>
                    </a:ext>
                  </a:extLst>
                </p14:cNvPr>
                <p14:cNvContentPartPr/>
                <p14:nvPr/>
              </p14:nvContentPartPr>
              <p14:xfrm>
                <a:off x="3606050" y="4409691"/>
                <a:ext cx="295920" cy="115560"/>
              </p14:xfrm>
            </p:contentPart>
          </mc:Choice>
          <mc:Fallback>
            <p:pic>
              <p:nvPicPr>
                <p:cNvPr id="107" name="Ink 106">
                  <a:extLst>
                    <a:ext uri="{FF2B5EF4-FFF2-40B4-BE49-F238E27FC236}">
                      <a16:creationId xmlns:a16="http://schemas.microsoft.com/office/drawing/2014/main" id="{08F38D8D-9E26-CADF-C57F-37BB0F889CCE}"/>
                    </a:ext>
                  </a:extLst>
                </p:cNvPr>
                <p:cNvPicPr/>
                <p:nvPr/>
              </p:nvPicPr>
              <p:blipFill>
                <a:blip r:embed="rId171"/>
                <a:stretch>
                  <a:fillRect/>
                </a:stretch>
              </p:blipFill>
              <p:spPr>
                <a:xfrm>
                  <a:off x="3588410" y="4391691"/>
                  <a:ext cx="3315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9" name="Ink 108">
                  <a:extLst>
                    <a:ext uri="{FF2B5EF4-FFF2-40B4-BE49-F238E27FC236}">
                      <a16:creationId xmlns:a16="http://schemas.microsoft.com/office/drawing/2014/main" id="{66D7BAB3-81D3-5F82-40D1-149D94DF9326}"/>
                    </a:ext>
                  </a:extLst>
                </p14:cNvPr>
                <p14:cNvContentPartPr/>
                <p14:nvPr/>
              </p14:nvContentPartPr>
              <p14:xfrm>
                <a:off x="2203130" y="1267611"/>
                <a:ext cx="2156400" cy="3249000"/>
              </p14:xfrm>
            </p:contentPart>
          </mc:Choice>
          <mc:Fallback>
            <p:pic>
              <p:nvPicPr>
                <p:cNvPr id="109" name="Ink 108">
                  <a:extLst>
                    <a:ext uri="{FF2B5EF4-FFF2-40B4-BE49-F238E27FC236}">
                      <a16:creationId xmlns:a16="http://schemas.microsoft.com/office/drawing/2014/main" id="{66D7BAB3-81D3-5F82-40D1-149D94DF9326}"/>
                    </a:ext>
                  </a:extLst>
                </p:cNvPr>
                <p:cNvPicPr/>
                <p:nvPr/>
              </p:nvPicPr>
              <p:blipFill>
                <a:blip r:embed="rId173"/>
                <a:stretch>
                  <a:fillRect/>
                </a:stretch>
              </p:blipFill>
              <p:spPr>
                <a:xfrm>
                  <a:off x="2185490" y="1249971"/>
                  <a:ext cx="2192040" cy="32846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1" name="Ink 110">
                  <a:extLst>
                    <a:ext uri="{FF2B5EF4-FFF2-40B4-BE49-F238E27FC236}">
                      <a16:creationId xmlns:a16="http://schemas.microsoft.com/office/drawing/2014/main" id="{6132C7E4-ED94-E9DF-2A00-9B39AF66C588}"/>
                    </a:ext>
                  </a:extLst>
                </p14:cNvPr>
                <p14:cNvContentPartPr/>
                <p14:nvPr/>
              </p14:nvContentPartPr>
              <p14:xfrm>
                <a:off x="4126250" y="4202691"/>
                <a:ext cx="187920" cy="328680"/>
              </p14:xfrm>
            </p:contentPart>
          </mc:Choice>
          <mc:Fallback>
            <p:pic>
              <p:nvPicPr>
                <p:cNvPr id="111" name="Ink 110">
                  <a:extLst>
                    <a:ext uri="{FF2B5EF4-FFF2-40B4-BE49-F238E27FC236}">
                      <a16:creationId xmlns:a16="http://schemas.microsoft.com/office/drawing/2014/main" id="{6132C7E4-ED94-E9DF-2A00-9B39AF66C588}"/>
                    </a:ext>
                  </a:extLst>
                </p:cNvPr>
                <p:cNvPicPr/>
                <p:nvPr/>
              </p:nvPicPr>
              <p:blipFill>
                <a:blip r:embed="rId175"/>
                <a:stretch>
                  <a:fillRect/>
                </a:stretch>
              </p:blipFill>
              <p:spPr>
                <a:xfrm>
                  <a:off x="4108250" y="4184691"/>
                  <a:ext cx="22356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3" name="Ink 112">
                  <a:extLst>
                    <a:ext uri="{FF2B5EF4-FFF2-40B4-BE49-F238E27FC236}">
                      <a16:creationId xmlns:a16="http://schemas.microsoft.com/office/drawing/2014/main" id="{D6E12131-F1B3-5064-ACD7-4F5A52523644}"/>
                    </a:ext>
                  </a:extLst>
                </p14:cNvPr>
                <p14:cNvContentPartPr/>
                <p14:nvPr/>
              </p14:nvContentPartPr>
              <p14:xfrm>
                <a:off x="4322450" y="4352811"/>
                <a:ext cx="87840" cy="141840"/>
              </p14:xfrm>
            </p:contentPart>
          </mc:Choice>
          <mc:Fallback>
            <p:pic>
              <p:nvPicPr>
                <p:cNvPr id="113" name="Ink 112">
                  <a:extLst>
                    <a:ext uri="{FF2B5EF4-FFF2-40B4-BE49-F238E27FC236}">
                      <a16:creationId xmlns:a16="http://schemas.microsoft.com/office/drawing/2014/main" id="{D6E12131-F1B3-5064-ACD7-4F5A52523644}"/>
                    </a:ext>
                  </a:extLst>
                </p:cNvPr>
                <p:cNvPicPr/>
                <p:nvPr/>
              </p:nvPicPr>
              <p:blipFill>
                <a:blip r:embed="rId177"/>
                <a:stretch>
                  <a:fillRect/>
                </a:stretch>
              </p:blipFill>
              <p:spPr>
                <a:xfrm>
                  <a:off x="4304450" y="4334811"/>
                  <a:ext cx="1234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4" name="Ink 113">
                  <a:extLst>
                    <a:ext uri="{FF2B5EF4-FFF2-40B4-BE49-F238E27FC236}">
                      <a16:creationId xmlns:a16="http://schemas.microsoft.com/office/drawing/2014/main" id="{5F716333-997C-583E-13FC-9737752272C3}"/>
                    </a:ext>
                  </a:extLst>
                </p14:cNvPr>
                <p14:cNvContentPartPr/>
                <p14:nvPr/>
              </p14:nvContentPartPr>
              <p14:xfrm>
                <a:off x="4360250" y="4262091"/>
                <a:ext cx="25560" cy="46800"/>
              </p14:xfrm>
            </p:contentPart>
          </mc:Choice>
          <mc:Fallback>
            <p:pic>
              <p:nvPicPr>
                <p:cNvPr id="114" name="Ink 113">
                  <a:extLst>
                    <a:ext uri="{FF2B5EF4-FFF2-40B4-BE49-F238E27FC236}">
                      <a16:creationId xmlns:a16="http://schemas.microsoft.com/office/drawing/2014/main" id="{5F716333-997C-583E-13FC-9737752272C3}"/>
                    </a:ext>
                  </a:extLst>
                </p:cNvPr>
                <p:cNvPicPr/>
                <p:nvPr/>
              </p:nvPicPr>
              <p:blipFill>
                <a:blip r:embed="rId179"/>
                <a:stretch>
                  <a:fillRect/>
                </a:stretch>
              </p:blipFill>
              <p:spPr>
                <a:xfrm>
                  <a:off x="4342250" y="4244091"/>
                  <a:ext cx="6120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5" name="Ink 114">
                  <a:extLst>
                    <a:ext uri="{FF2B5EF4-FFF2-40B4-BE49-F238E27FC236}">
                      <a16:creationId xmlns:a16="http://schemas.microsoft.com/office/drawing/2014/main" id="{13DA26BA-E0F8-0D32-0A5B-C2FBA192C4AD}"/>
                    </a:ext>
                  </a:extLst>
                </p14:cNvPr>
                <p14:cNvContentPartPr/>
                <p14:nvPr/>
              </p14:nvContentPartPr>
              <p14:xfrm>
                <a:off x="4528010" y="4330131"/>
                <a:ext cx="127080" cy="113400"/>
              </p14:xfrm>
            </p:contentPart>
          </mc:Choice>
          <mc:Fallback>
            <p:pic>
              <p:nvPicPr>
                <p:cNvPr id="115" name="Ink 114">
                  <a:extLst>
                    <a:ext uri="{FF2B5EF4-FFF2-40B4-BE49-F238E27FC236}">
                      <a16:creationId xmlns:a16="http://schemas.microsoft.com/office/drawing/2014/main" id="{13DA26BA-E0F8-0D32-0A5B-C2FBA192C4AD}"/>
                    </a:ext>
                  </a:extLst>
                </p:cNvPr>
                <p:cNvPicPr/>
                <p:nvPr/>
              </p:nvPicPr>
              <p:blipFill>
                <a:blip r:embed="rId181"/>
                <a:stretch>
                  <a:fillRect/>
                </a:stretch>
              </p:blipFill>
              <p:spPr>
                <a:xfrm>
                  <a:off x="4510370" y="4312131"/>
                  <a:ext cx="16272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6" name="Ink 115">
                  <a:extLst>
                    <a:ext uri="{FF2B5EF4-FFF2-40B4-BE49-F238E27FC236}">
                      <a16:creationId xmlns:a16="http://schemas.microsoft.com/office/drawing/2014/main" id="{CE84479A-23E6-06C3-BCE0-3357907B95CF}"/>
                    </a:ext>
                  </a:extLst>
                </p14:cNvPr>
                <p14:cNvContentPartPr/>
                <p14:nvPr/>
              </p14:nvContentPartPr>
              <p14:xfrm>
                <a:off x="4744730" y="4204131"/>
                <a:ext cx="132120" cy="182160"/>
              </p14:xfrm>
            </p:contentPart>
          </mc:Choice>
          <mc:Fallback>
            <p:pic>
              <p:nvPicPr>
                <p:cNvPr id="116" name="Ink 115">
                  <a:extLst>
                    <a:ext uri="{FF2B5EF4-FFF2-40B4-BE49-F238E27FC236}">
                      <a16:creationId xmlns:a16="http://schemas.microsoft.com/office/drawing/2014/main" id="{CE84479A-23E6-06C3-BCE0-3357907B95CF}"/>
                    </a:ext>
                  </a:extLst>
                </p:cNvPr>
                <p:cNvPicPr/>
                <p:nvPr/>
              </p:nvPicPr>
              <p:blipFill>
                <a:blip r:embed="rId183"/>
                <a:stretch>
                  <a:fillRect/>
                </a:stretch>
              </p:blipFill>
              <p:spPr>
                <a:xfrm>
                  <a:off x="4726730" y="4186491"/>
                  <a:ext cx="16776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7" name="Ink 116">
                  <a:extLst>
                    <a:ext uri="{FF2B5EF4-FFF2-40B4-BE49-F238E27FC236}">
                      <a16:creationId xmlns:a16="http://schemas.microsoft.com/office/drawing/2014/main" id="{D28CE7C6-8A36-D878-1C43-10B7CBEE5F46}"/>
                    </a:ext>
                  </a:extLst>
                </p14:cNvPr>
                <p14:cNvContentPartPr/>
                <p14:nvPr/>
              </p14:nvContentPartPr>
              <p14:xfrm>
                <a:off x="4974410" y="4249851"/>
                <a:ext cx="115920" cy="101520"/>
              </p14:xfrm>
            </p:contentPart>
          </mc:Choice>
          <mc:Fallback>
            <p:pic>
              <p:nvPicPr>
                <p:cNvPr id="117" name="Ink 116">
                  <a:extLst>
                    <a:ext uri="{FF2B5EF4-FFF2-40B4-BE49-F238E27FC236}">
                      <a16:creationId xmlns:a16="http://schemas.microsoft.com/office/drawing/2014/main" id="{D28CE7C6-8A36-D878-1C43-10B7CBEE5F46}"/>
                    </a:ext>
                  </a:extLst>
                </p:cNvPr>
                <p:cNvPicPr/>
                <p:nvPr/>
              </p:nvPicPr>
              <p:blipFill>
                <a:blip r:embed="rId185"/>
                <a:stretch>
                  <a:fillRect/>
                </a:stretch>
              </p:blipFill>
              <p:spPr>
                <a:xfrm>
                  <a:off x="4956770" y="4231851"/>
                  <a:ext cx="15156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8" name="Ink 117">
                  <a:extLst>
                    <a:ext uri="{FF2B5EF4-FFF2-40B4-BE49-F238E27FC236}">
                      <a16:creationId xmlns:a16="http://schemas.microsoft.com/office/drawing/2014/main" id="{A190E769-5333-9554-A138-0B79FC9B3CF1}"/>
                    </a:ext>
                  </a:extLst>
                </p14:cNvPr>
                <p14:cNvContentPartPr/>
                <p14:nvPr/>
              </p14:nvContentPartPr>
              <p14:xfrm>
                <a:off x="5197970" y="4303131"/>
                <a:ext cx="42120" cy="110520"/>
              </p14:xfrm>
            </p:contentPart>
          </mc:Choice>
          <mc:Fallback>
            <p:pic>
              <p:nvPicPr>
                <p:cNvPr id="118" name="Ink 117">
                  <a:extLst>
                    <a:ext uri="{FF2B5EF4-FFF2-40B4-BE49-F238E27FC236}">
                      <a16:creationId xmlns:a16="http://schemas.microsoft.com/office/drawing/2014/main" id="{A190E769-5333-9554-A138-0B79FC9B3CF1}"/>
                    </a:ext>
                  </a:extLst>
                </p:cNvPr>
                <p:cNvPicPr/>
                <p:nvPr/>
              </p:nvPicPr>
              <p:blipFill>
                <a:blip r:embed="rId187"/>
                <a:stretch>
                  <a:fillRect/>
                </a:stretch>
              </p:blipFill>
              <p:spPr>
                <a:xfrm>
                  <a:off x="5179970" y="4285131"/>
                  <a:ext cx="7776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0" name="Ink 119">
                  <a:extLst>
                    <a:ext uri="{FF2B5EF4-FFF2-40B4-BE49-F238E27FC236}">
                      <a16:creationId xmlns:a16="http://schemas.microsoft.com/office/drawing/2014/main" id="{EEE30021-CD53-82D9-0298-C9357C275763}"/>
                    </a:ext>
                  </a:extLst>
                </p14:cNvPr>
                <p14:cNvContentPartPr/>
                <p14:nvPr/>
              </p14:nvContentPartPr>
              <p14:xfrm>
                <a:off x="5421890" y="4163451"/>
                <a:ext cx="233280" cy="161640"/>
              </p14:xfrm>
            </p:contentPart>
          </mc:Choice>
          <mc:Fallback>
            <p:pic>
              <p:nvPicPr>
                <p:cNvPr id="120" name="Ink 119">
                  <a:extLst>
                    <a:ext uri="{FF2B5EF4-FFF2-40B4-BE49-F238E27FC236}">
                      <a16:creationId xmlns:a16="http://schemas.microsoft.com/office/drawing/2014/main" id="{EEE30021-CD53-82D9-0298-C9357C275763}"/>
                    </a:ext>
                  </a:extLst>
                </p:cNvPr>
                <p:cNvPicPr/>
                <p:nvPr/>
              </p:nvPicPr>
              <p:blipFill>
                <a:blip r:embed="rId189"/>
                <a:stretch>
                  <a:fillRect/>
                </a:stretch>
              </p:blipFill>
              <p:spPr>
                <a:xfrm>
                  <a:off x="5404250" y="4145811"/>
                  <a:ext cx="26892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1" name="Ink 120">
                  <a:extLst>
                    <a:ext uri="{FF2B5EF4-FFF2-40B4-BE49-F238E27FC236}">
                      <a16:creationId xmlns:a16="http://schemas.microsoft.com/office/drawing/2014/main" id="{BFB8C097-64C3-4DCD-83DD-464F69D5BFEE}"/>
                    </a:ext>
                  </a:extLst>
                </p14:cNvPr>
                <p14:cNvContentPartPr/>
                <p14:nvPr/>
              </p14:nvContentPartPr>
              <p14:xfrm>
                <a:off x="5759210" y="4167411"/>
                <a:ext cx="79920" cy="86400"/>
              </p14:xfrm>
            </p:contentPart>
          </mc:Choice>
          <mc:Fallback>
            <p:pic>
              <p:nvPicPr>
                <p:cNvPr id="121" name="Ink 120">
                  <a:extLst>
                    <a:ext uri="{FF2B5EF4-FFF2-40B4-BE49-F238E27FC236}">
                      <a16:creationId xmlns:a16="http://schemas.microsoft.com/office/drawing/2014/main" id="{BFB8C097-64C3-4DCD-83DD-464F69D5BFEE}"/>
                    </a:ext>
                  </a:extLst>
                </p:cNvPr>
                <p:cNvPicPr/>
                <p:nvPr/>
              </p:nvPicPr>
              <p:blipFill>
                <a:blip r:embed="rId191"/>
                <a:stretch>
                  <a:fillRect/>
                </a:stretch>
              </p:blipFill>
              <p:spPr>
                <a:xfrm>
                  <a:off x="5741210" y="4149411"/>
                  <a:ext cx="1155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2" name="Ink 121">
                  <a:extLst>
                    <a:ext uri="{FF2B5EF4-FFF2-40B4-BE49-F238E27FC236}">
                      <a16:creationId xmlns:a16="http://schemas.microsoft.com/office/drawing/2014/main" id="{2247A2FA-ADFA-0049-3C69-2EE2261ED0AD}"/>
                    </a:ext>
                  </a:extLst>
                </p14:cNvPr>
                <p14:cNvContentPartPr/>
                <p14:nvPr/>
              </p14:nvContentPartPr>
              <p14:xfrm>
                <a:off x="5893850" y="4080291"/>
                <a:ext cx="25560" cy="174240"/>
              </p14:xfrm>
            </p:contentPart>
          </mc:Choice>
          <mc:Fallback>
            <p:pic>
              <p:nvPicPr>
                <p:cNvPr id="122" name="Ink 121">
                  <a:extLst>
                    <a:ext uri="{FF2B5EF4-FFF2-40B4-BE49-F238E27FC236}">
                      <a16:creationId xmlns:a16="http://schemas.microsoft.com/office/drawing/2014/main" id="{2247A2FA-ADFA-0049-3C69-2EE2261ED0AD}"/>
                    </a:ext>
                  </a:extLst>
                </p:cNvPr>
                <p:cNvPicPr/>
                <p:nvPr/>
              </p:nvPicPr>
              <p:blipFill>
                <a:blip r:embed="rId193"/>
                <a:stretch>
                  <a:fillRect/>
                </a:stretch>
              </p:blipFill>
              <p:spPr>
                <a:xfrm>
                  <a:off x="5875850" y="4062291"/>
                  <a:ext cx="6120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3" name="Ink 122">
                  <a:extLst>
                    <a:ext uri="{FF2B5EF4-FFF2-40B4-BE49-F238E27FC236}">
                      <a16:creationId xmlns:a16="http://schemas.microsoft.com/office/drawing/2014/main" id="{76346C41-66C7-7F09-EC30-CB009C163736}"/>
                    </a:ext>
                  </a:extLst>
                </p14:cNvPr>
                <p14:cNvContentPartPr/>
                <p14:nvPr/>
              </p14:nvContentPartPr>
              <p14:xfrm>
                <a:off x="5806370" y="4092531"/>
                <a:ext cx="488520" cy="103320"/>
              </p14:xfrm>
            </p:contentPart>
          </mc:Choice>
          <mc:Fallback>
            <p:pic>
              <p:nvPicPr>
                <p:cNvPr id="123" name="Ink 122">
                  <a:extLst>
                    <a:ext uri="{FF2B5EF4-FFF2-40B4-BE49-F238E27FC236}">
                      <a16:creationId xmlns:a16="http://schemas.microsoft.com/office/drawing/2014/main" id="{76346C41-66C7-7F09-EC30-CB009C163736}"/>
                    </a:ext>
                  </a:extLst>
                </p:cNvPr>
                <p:cNvPicPr/>
                <p:nvPr/>
              </p:nvPicPr>
              <p:blipFill>
                <a:blip r:embed="rId195"/>
                <a:stretch>
                  <a:fillRect/>
                </a:stretch>
              </p:blipFill>
              <p:spPr>
                <a:xfrm>
                  <a:off x="5788370" y="4074531"/>
                  <a:ext cx="5241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4" name="Ink 123">
                  <a:extLst>
                    <a:ext uri="{FF2B5EF4-FFF2-40B4-BE49-F238E27FC236}">
                      <a16:creationId xmlns:a16="http://schemas.microsoft.com/office/drawing/2014/main" id="{377503D9-0A26-DB5B-E524-C0CA3FE6C490}"/>
                    </a:ext>
                  </a:extLst>
                </p14:cNvPr>
                <p14:cNvContentPartPr/>
                <p14:nvPr/>
              </p14:nvContentPartPr>
              <p14:xfrm>
                <a:off x="6405410" y="3977331"/>
                <a:ext cx="108720" cy="232560"/>
              </p14:xfrm>
            </p:contentPart>
          </mc:Choice>
          <mc:Fallback>
            <p:pic>
              <p:nvPicPr>
                <p:cNvPr id="124" name="Ink 123">
                  <a:extLst>
                    <a:ext uri="{FF2B5EF4-FFF2-40B4-BE49-F238E27FC236}">
                      <a16:creationId xmlns:a16="http://schemas.microsoft.com/office/drawing/2014/main" id="{377503D9-0A26-DB5B-E524-C0CA3FE6C490}"/>
                    </a:ext>
                  </a:extLst>
                </p:cNvPr>
                <p:cNvPicPr/>
                <p:nvPr/>
              </p:nvPicPr>
              <p:blipFill>
                <a:blip r:embed="rId197"/>
                <a:stretch>
                  <a:fillRect/>
                </a:stretch>
              </p:blipFill>
              <p:spPr>
                <a:xfrm>
                  <a:off x="6387410" y="3959331"/>
                  <a:ext cx="14436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5" name="Ink 124">
                  <a:extLst>
                    <a:ext uri="{FF2B5EF4-FFF2-40B4-BE49-F238E27FC236}">
                      <a16:creationId xmlns:a16="http://schemas.microsoft.com/office/drawing/2014/main" id="{CBA2A355-715A-7616-8E6A-0703FB33D317}"/>
                    </a:ext>
                  </a:extLst>
                </p14:cNvPr>
                <p14:cNvContentPartPr/>
                <p14:nvPr/>
              </p14:nvContentPartPr>
              <p14:xfrm>
                <a:off x="6644090" y="3957531"/>
                <a:ext cx="187560" cy="41760"/>
              </p14:xfrm>
            </p:contentPart>
          </mc:Choice>
          <mc:Fallback>
            <p:pic>
              <p:nvPicPr>
                <p:cNvPr id="125" name="Ink 124">
                  <a:extLst>
                    <a:ext uri="{FF2B5EF4-FFF2-40B4-BE49-F238E27FC236}">
                      <a16:creationId xmlns:a16="http://schemas.microsoft.com/office/drawing/2014/main" id="{CBA2A355-715A-7616-8E6A-0703FB33D317}"/>
                    </a:ext>
                  </a:extLst>
                </p:cNvPr>
                <p:cNvPicPr/>
                <p:nvPr/>
              </p:nvPicPr>
              <p:blipFill>
                <a:blip r:embed="rId199"/>
                <a:stretch>
                  <a:fillRect/>
                </a:stretch>
              </p:blipFill>
              <p:spPr>
                <a:xfrm>
                  <a:off x="6626090" y="3939891"/>
                  <a:ext cx="22320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6" name="Ink 125">
                  <a:extLst>
                    <a:ext uri="{FF2B5EF4-FFF2-40B4-BE49-F238E27FC236}">
                      <a16:creationId xmlns:a16="http://schemas.microsoft.com/office/drawing/2014/main" id="{B1BB3B0B-766B-0759-1AF8-1DA67755EE05}"/>
                    </a:ext>
                  </a:extLst>
                </p14:cNvPr>
                <p14:cNvContentPartPr/>
                <p14:nvPr/>
              </p14:nvContentPartPr>
              <p14:xfrm>
                <a:off x="6642650" y="4010451"/>
                <a:ext cx="152280" cy="199080"/>
              </p14:xfrm>
            </p:contentPart>
          </mc:Choice>
          <mc:Fallback>
            <p:pic>
              <p:nvPicPr>
                <p:cNvPr id="126" name="Ink 125">
                  <a:extLst>
                    <a:ext uri="{FF2B5EF4-FFF2-40B4-BE49-F238E27FC236}">
                      <a16:creationId xmlns:a16="http://schemas.microsoft.com/office/drawing/2014/main" id="{B1BB3B0B-766B-0759-1AF8-1DA67755EE05}"/>
                    </a:ext>
                  </a:extLst>
                </p:cNvPr>
                <p:cNvPicPr/>
                <p:nvPr/>
              </p:nvPicPr>
              <p:blipFill>
                <a:blip r:embed="rId201"/>
                <a:stretch>
                  <a:fillRect/>
                </a:stretch>
              </p:blipFill>
              <p:spPr>
                <a:xfrm>
                  <a:off x="6625010" y="3992451"/>
                  <a:ext cx="1879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7" name="Ink 126">
                  <a:extLst>
                    <a:ext uri="{FF2B5EF4-FFF2-40B4-BE49-F238E27FC236}">
                      <a16:creationId xmlns:a16="http://schemas.microsoft.com/office/drawing/2014/main" id="{D8CE17E1-AF27-E24E-1F5F-4F4B15B9B717}"/>
                    </a:ext>
                  </a:extLst>
                </p14:cNvPr>
                <p14:cNvContentPartPr/>
                <p14:nvPr/>
              </p14:nvContentPartPr>
              <p14:xfrm>
                <a:off x="6868010" y="3988131"/>
                <a:ext cx="111240" cy="83520"/>
              </p14:xfrm>
            </p:contentPart>
          </mc:Choice>
          <mc:Fallback>
            <p:pic>
              <p:nvPicPr>
                <p:cNvPr id="127" name="Ink 126">
                  <a:extLst>
                    <a:ext uri="{FF2B5EF4-FFF2-40B4-BE49-F238E27FC236}">
                      <a16:creationId xmlns:a16="http://schemas.microsoft.com/office/drawing/2014/main" id="{D8CE17E1-AF27-E24E-1F5F-4F4B15B9B717}"/>
                    </a:ext>
                  </a:extLst>
                </p:cNvPr>
                <p:cNvPicPr/>
                <p:nvPr/>
              </p:nvPicPr>
              <p:blipFill>
                <a:blip r:embed="rId203"/>
                <a:stretch>
                  <a:fillRect/>
                </a:stretch>
              </p:blipFill>
              <p:spPr>
                <a:xfrm>
                  <a:off x="6850370" y="3970491"/>
                  <a:ext cx="14688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8" name="Ink 127">
                  <a:extLst>
                    <a:ext uri="{FF2B5EF4-FFF2-40B4-BE49-F238E27FC236}">
                      <a16:creationId xmlns:a16="http://schemas.microsoft.com/office/drawing/2014/main" id="{775EB4BF-80A9-44A3-A18A-E6456E266826}"/>
                    </a:ext>
                  </a:extLst>
                </p14:cNvPr>
                <p14:cNvContentPartPr/>
                <p14:nvPr/>
              </p14:nvContentPartPr>
              <p14:xfrm>
                <a:off x="7081490" y="3890571"/>
                <a:ext cx="109080" cy="169920"/>
              </p14:xfrm>
            </p:contentPart>
          </mc:Choice>
          <mc:Fallback>
            <p:pic>
              <p:nvPicPr>
                <p:cNvPr id="128" name="Ink 127">
                  <a:extLst>
                    <a:ext uri="{FF2B5EF4-FFF2-40B4-BE49-F238E27FC236}">
                      <a16:creationId xmlns:a16="http://schemas.microsoft.com/office/drawing/2014/main" id="{775EB4BF-80A9-44A3-A18A-E6456E266826}"/>
                    </a:ext>
                  </a:extLst>
                </p:cNvPr>
                <p:cNvPicPr/>
                <p:nvPr/>
              </p:nvPicPr>
              <p:blipFill>
                <a:blip r:embed="rId205"/>
                <a:stretch>
                  <a:fillRect/>
                </a:stretch>
              </p:blipFill>
              <p:spPr>
                <a:xfrm>
                  <a:off x="7063850" y="3872931"/>
                  <a:ext cx="1447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9" name="Ink 128">
                  <a:extLst>
                    <a:ext uri="{FF2B5EF4-FFF2-40B4-BE49-F238E27FC236}">
                      <a16:creationId xmlns:a16="http://schemas.microsoft.com/office/drawing/2014/main" id="{FF5329C9-790D-5475-43D9-58BC99237C3E}"/>
                    </a:ext>
                  </a:extLst>
                </p14:cNvPr>
                <p14:cNvContentPartPr/>
                <p14:nvPr/>
              </p14:nvContentPartPr>
              <p14:xfrm>
                <a:off x="7257170" y="3946731"/>
                <a:ext cx="135720" cy="94320"/>
              </p14:xfrm>
            </p:contentPart>
          </mc:Choice>
          <mc:Fallback>
            <p:pic>
              <p:nvPicPr>
                <p:cNvPr id="129" name="Ink 128">
                  <a:extLst>
                    <a:ext uri="{FF2B5EF4-FFF2-40B4-BE49-F238E27FC236}">
                      <a16:creationId xmlns:a16="http://schemas.microsoft.com/office/drawing/2014/main" id="{FF5329C9-790D-5475-43D9-58BC99237C3E}"/>
                    </a:ext>
                  </a:extLst>
                </p:cNvPr>
                <p:cNvPicPr/>
                <p:nvPr/>
              </p:nvPicPr>
              <p:blipFill>
                <a:blip r:embed="rId207"/>
                <a:stretch>
                  <a:fillRect/>
                </a:stretch>
              </p:blipFill>
              <p:spPr>
                <a:xfrm>
                  <a:off x="7239530" y="3928731"/>
                  <a:ext cx="17136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0" name="Ink 129">
                  <a:extLst>
                    <a:ext uri="{FF2B5EF4-FFF2-40B4-BE49-F238E27FC236}">
                      <a16:creationId xmlns:a16="http://schemas.microsoft.com/office/drawing/2014/main" id="{08DDBA3E-0E12-1A35-9522-74CD8AB82D5A}"/>
                    </a:ext>
                  </a:extLst>
                </p14:cNvPr>
                <p14:cNvContentPartPr/>
                <p14:nvPr/>
              </p14:nvContentPartPr>
              <p14:xfrm>
                <a:off x="7472810" y="3848811"/>
                <a:ext cx="110160" cy="230040"/>
              </p14:xfrm>
            </p:contentPart>
          </mc:Choice>
          <mc:Fallback>
            <p:pic>
              <p:nvPicPr>
                <p:cNvPr id="130" name="Ink 129">
                  <a:extLst>
                    <a:ext uri="{FF2B5EF4-FFF2-40B4-BE49-F238E27FC236}">
                      <a16:creationId xmlns:a16="http://schemas.microsoft.com/office/drawing/2014/main" id="{08DDBA3E-0E12-1A35-9522-74CD8AB82D5A}"/>
                    </a:ext>
                  </a:extLst>
                </p:cNvPr>
                <p:cNvPicPr/>
                <p:nvPr/>
              </p:nvPicPr>
              <p:blipFill>
                <a:blip r:embed="rId209"/>
                <a:stretch>
                  <a:fillRect/>
                </a:stretch>
              </p:blipFill>
              <p:spPr>
                <a:xfrm>
                  <a:off x="7454810" y="3830811"/>
                  <a:ext cx="14580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1" name="Ink 130">
                  <a:extLst>
                    <a:ext uri="{FF2B5EF4-FFF2-40B4-BE49-F238E27FC236}">
                      <a16:creationId xmlns:a16="http://schemas.microsoft.com/office/drawing/2014/main" id="{8B0114F2-AC55-E198-1ADF-586DCB79D7AE}"/>
                    </a:ext>
                  </a:extLst>
                </p14:cNvPr>
                <p14:cNvContentPartPr/>
                <p14:nvPr/>
              </p14:nvContentPartPr>
              <p14:xfrm>
                <a:off x="7591970" y="3508971"/>
                <a:ext cx="451800" cy="387000"/>
              </p14:xfrm>
            </p:contentPart>
          </mc:Choice>
          <mc:Fallback>
            <p:pic>
              <p:nvPicPr>
                <p:cNvPr id="131" name="Ink 130">
                  <a:extLst>
                    <a:ext uri="{FF2B5EF4-FFF2-40B4-BE49-F238E27FC236}">
                      <a16:creationId xmlns:a16="http://schemas.microsoft.com/office/drawing/2014/main" id="{8B0114F2-AC55-E198-1ADF-586DCB79D7AE}"/>
                    </a:ext>
                  </a:extLst>
                </p:cNvPr>
                <p:cNvPicPr/>
                <p:nvPr/>
              </p:nvPicPr>
              <p:blipFill>
                <a:blip r:embed="rId211"/>
                <a:stretch>
                  <a:fillRect/>
                </a:stretch>
              </p:blipFill>
              <p:spPr>
                <a:xfrm>
                  <a:off x="7573970" y="3491331"/>
                  <a:ext cx="487440" cy="422640"/>
                </a:xfrm>
                <a:prstGeom prst="rect">
                  <a:avLst/>
                </a:prstGeom>
              </p:spPr>
            </p:pic>
          </mc:Fallback>
        </mc:AlternateContent>
      </p:grpSp>
      <p:grpSp>
        <p:nvGrpSpPr>
          <p:cNvPr id="135" name="Group 134">
            <a:extLst>
              <a:ext uri="{FF2B5EF4-FFF2-40B4-BE49-F238E27FC236}">
                <a16:creationId xmlns:a16="http://schemas.microsoft.com/office/drawing/2014/main" id="{330C79A5-3C12-6757-258C-C07BD94DE559}"/>
              </a:ext>
            </a:extLst>
          </p:cNvPr>
          <p:cNvGrpSpPr/>
          <p:nvPr/>
        </p:nvGrpSpPr>
        <p:grpSpPr>
          <a:xfrm>
            <a:off x="1397090" y="3469011"/>
            <a:ext cx="366120" cy="470160"/>
            <a:chOff x="1397090" y="3469011"/>
            <a:chExt cx="366120" cy="470160"/>
          </a:xfrm>
        </p:grpSpPr>
        <mc:AlternateContent xmlns:mc="http://schemas.openxmlformats.org/markup-compatibility/2006">
          <mc:Choice xmlns:p14="http://schemas.microsoft.com/office/powerpoint/2010/main" Requires="p14">
            <p:contentPart p14:bwMode="auto" r:id="rId212">
              <p14:nvContentPartPr>
                <p14:cNvPr id="133" name="Ink 132">
                  <a:extLst>
                    <a:ext uri="{FF2B5EF4-FFF2-40B4-BE49-F238E27FC236}">
                      <a16:creationId xmlns:a16="http://schemas.microsoft.com/office/drawing/2014/main" id="{0AF78F02-2CFA-7641-72BB-85C1C153EE42}"/>
                    </a:ext>
                  </a:extLst>
                </p14:cNvPr>
                <p14:cNvContentPartPr/>
                <p14:nvPr/>
              </p14:nvContentPartPr>
              <p14:xfrm>
                <a:off x="1497890" y="3491691"/>
                <a:ext cx="252720" cy="237600"/>
              </p14:xfrm>
            </p:contentPart>
          </mc:Choice>
          <mc:Fallback>
            <p:pic>
              <p:nvPicPr>
                <p:cNvPr id="133" name="Ink 132">
                  <a:extLst>
                    <a:ext uri="{FF2B5EF4-FFF2-40B4-BE49-F238E27FC236}">
                      <a16:creationId xmlns:a16="http://schemas.microsoft.com/office/drawing/2014/main" id="{0AF78F02-2CFA-7641-72BB-85C1C153EE42}"/>
                    </a:ext>
                  </a:extLst>
                </p:cNvPr>
                <p:cNvPicPr/>
                <p:nvPr/>
              </p:nvPicPr>
              <p:blipFill>
                <a:blip r:embed="rId213"/>
                <a:stretch>
                  <a:fillRect/>
                </a:stretch>
              </p:blipFill>
              <p:spPr>
                <a:xfrm>
                  <a:off x="1480250" y="3473691"/>
                  <a:ext cx="28836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4" name="Ink 133">
                  <a:extLst>
                    <a:ext uri="{FF2B5EF4-FFF2-40B4-BE49-F238E27FC236}">
                      <a16:creationId xmlns:a16="http://schemas.microsoft.com/office/drawing/2014/main" id="{FDE2FE83-E9D2-9664-1341-973B2FC37941}"/>
                    </a:ext>
                  </a:extLst>
                </p14:cNvPr>
                <p14:cNvContentPartPr/>
                <p14:nvPr/>
              </p14:nvContentPartPr>
              <p14:xfrm>
                <a:off x="1397090" y="3469011"/>
                <a:ext cx="366120" cy="470160"/>
              </p14:xfrm>
            </p:contentPart>
          </mc:Choice>
          <mc:Fallback>
            <p:pic>
              <p:nvPicPr>
                <p:cNvPr id="134" name="Ink 133">
                  <a:extLst>
                    <a:ext uri="{FF2B5EF4-FFF2-40B4-BE49-F238E27FC236}">
                      <a16:creationId xmlns:a16="http://schemas.microsoft.com/office/drawing/2014/main" id="{FDE2FE83-E9D2-9664-1341-973B2FC37941}"/>
                    </a:ext>
                  </a:extLst>
                </p:cNvPr>
                <p:cNvPicPr/>
                <p:nvPr/>
              </p:nvPicPr>
              <p:blipFill>
                <a:blip r:embed="rId215"/>
                <a:stretch>
                  <a:fillRect/>
                </a:stretch>
              </p:blipFill>
              <p:spPr>
                <a:xfrm>
                  <a:off x="1379450" y="3451011"/>
                  <a:ext cx="401760" cy="505800"/>
                </a:xfrm>
                <a:prstGeom prst="rect">
                  <a:avLst/>
                </a:prstGeom>
              </p:spPr>
            </p:pic>
          </mc:Fallback>
        </mc:AlternateContent>
      </p:grpSp>
    </p:spTree>
    <p:extLst>
      <p:ext uri="{BB962C8B-B14F-4D97-AF65-F5344CB8AC3E}">
        <p14:creationId xmlns:p14="http://schemas.microsoft.com/office/powerpoint/2010/main" val="261143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8FBD36AD-DF8B-883F-1E00-EFC149710401}"/>
              </a:ext>
            </a:extLst>
          </p:cNvPr>
          <p:cNvSpPr txBox="1"/>
          <p:nvPr/>
        </p:nvSpPr>
        <p:spPr>
          <a:xfrm>
            <a:off x="467544" y="1114318"/>
            <a:ext cx="8064896" cy="2308324"/>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Inference in First-Order Logic (FoL) refers to the process of deriving new statements (conclusions) from a set of known premises or facts using rules of logical deduction. </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Inference is the cornerstone of automated reasoning and is widely used in AI, logic programming, and theorem proving.</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Unlike propositional logic, FoL supports quantifiers, predicates, and variables, making it more expressive and allowing for complex statements about objects and their relationships.</a:t>
            </a:r>
            <a:endParaRPr lang="en-IN"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6292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25542-AA27-C2C9-0C0D-8B5A51EC0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AC4E6-246F-A772-1699-02958A774D9A}"/>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28AF2C9C-DD62-A3EF-7F4C-38F658F201B0}"/>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5AEE4FA7-89B2-8785-7A57-E44C6A504B39}"/>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9774E34D-EE9D-A965-060E-CA8C90A9523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17C9D894-9D71-ECEB-53FC-84E2AC3A7198}"/>
              </a:ext>
            </a:extLst>
          </p:cNvPr>
          <p:cNvSpPr txBox="1"/>
          <p:nvPr/>
        </p:nvSpPr>
        <p:spPr>
          <a:xfrm>
            <a:off x="467544" y="574913"/>
            <a:ext cx="8136904" cy="4247317"/>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Key Components of Inference in FoL</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Knowledge Base (KB):</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 set of facts, rules, and axioms representing what is known about the world. </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Inference aims to derive new knowledge from this base.</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Inference Rules: </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Rules that allow valid conclusions to be derived from existing statements.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Common inference rules used in FoL include:</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Modus Ponens: If P → Q (if P implies Q) and P is true, then Q is true.</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Universal Elimination: If ∀x P(x) is true, then P(c) is true for any specific c (where c is a constant in the domain).</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Existential Introduction: If P(c) is true for some constant c, then ∃x P(x) is true.</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Existential Elimination: If ∃x P(x) is true, then we can introduce a new constant c such that P(c) is true, as long as c is a "fresh" (not used elsewhere) constant.</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38640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5CF8-2154-F6C3-9417-6116057DF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8E4F2-406C-AED3-87C3-ED19E640585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Unification and Lifting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DA6C51FE-B424-C166-F798-32F57DA73F7E}"/>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147087CB-8588-41DC-561C-96F96EB5CE29}"/>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31BD5BE-98C3-B61F-7454-6A4CB3F7A75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10" name="TextBox 9">
            <a:extLst>
              <a:ext uri="{FF2B5EF4-FFF2-40B4-BE49-F238E27FC236}">
                <a16:creationId xmlns:a16="http://schemas.microsoft.com/office/drawing/2014/main" id="{89E86EBB-CD4D-E879-7EE7-BA7C4E426D19}"/>
              </a:ext>
            </a:extLst>
          </p:cNvPr>
          <p:cNvSpPr txBox="1"/>
          <p:nvPr/>
        </p:nvSpPr>
        <p:spPr>
          <a:xfrm>
            <a:off x="503547" y="863590"/>
            <a:ext cx="8365547" cy="3416320"/>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Unification</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Unification is a process of finding a substitution (a mapping of variables to terms) that makes different logical expressions identical.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It is a fundamental operation used in logic programming, automated theorem proving, and AI systems.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When two expressions are unified, they become syntactically identical under some substitution.</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Key Concepts of Unification: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Terms: A term can be a constant, a variable, or a function applied to terms.</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Substitution: It is a mapping of variables to terms (e.g., {x → John, y → Mary}).</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Most General Unifier (MGU): When multiple substitutions can unify two expressions, the most general unifier is the "simplest" unifier that makes them identical.</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750964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85E20-8B55-12F0-2470-429368ED1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DFEC8-D37A-38D1-C6DA-B53257533B76}"/>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Unification and Lifting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E68F8C21-194F-21AC-CFEB-CF0049531A19}"/>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6E113807-22F9-A895-7798-7C90A097DEE3}"/>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50C0F42C-467B-7248-7F6E-5FAB737E87D7}"/>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F74AA662-0B2D-2C0A-71C7-2E2E7F055AB8}"/>
              </a:ext>
            </a:extLst>
          </p:cNvPr>
          <p:cNvSpPr txBox="1"/>
          <p:nvPr/>
        </p:nvSpPr>
        <p:spPr>
          <a:xfrm>
            <a:off x="550565" y="827227"/>
            <a:ext cx="6984776" cy="1754326"/>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 of Unification:</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Suppose we have two expressions: P(x, y) and P(John, y)</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The unification process finds a substitution {x → John} that makes the two expressions identical:</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Applying the substitution, we get P(John, y) and P(John, y), which are identical.</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TextBox 10">
            <a:extLst>
              <a:ext uri="{FF2B5EF4-FFF2-40B4-BE49-F238E27FC236}">
                <a16:creationId xmlns:a16="http://schemas.microsoft.com/office/drawing/2014/main" id="{23A6BF56-ECB9-462D-54E9-27A4346226F0}"/>
              </a:ext>
            </a:extLst>
          </p:cNvPr>
          <p:cNvSpPr txBox="1"/>
          <p:nvPr/>
        </p:nvSpPr>
        <p:spPr>
          <a:xfrm>
            <a:off x="611559" y="2506707"/>
            <a:ext cx="8257535" cy="2308324"/>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Unification Algorithm: The unification algorithm works by recursively examining terms in the expressions to be unified:</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Constant Matching: If two constants are compared, they must be identical for unification to succeed.</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Variable Matching: If a variable is compared with another term (constant, variable, or function), the variable is substituted by the term.</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Function Matching: If two functions are compared, they must have the same name and arity (number of arguments), and their arguments must be unified.</a:t>
            </a:r>
            <a:endParaRPr lang="en-IN"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971320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59160-CA0A-BF05-C79A-641879872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E3DEB-F63E-09F8-5109-767A5D595346}"/>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0E663C61-B0B5-8129-1AD7-9DC0446F26E4}"/>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E77E7FFB-0A68-86FD-51FB-A98ED9C9E087}"/>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554872D6-C540-41D5-3DAE-E5344F5B6D6F}"/>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63588F2-66B9-C641-50D1-A9B4A2695671}"/>
              </a:ext>
            </a:extLst>
          </p:cNvPr>
          <p:cNvSpPr txBox="1"/>
          <p:nvPr/>
        </p:nvSpPr>
        <p:spPr>
          <a:xfrm>
            <a:off x="395535" y="752313"/>
            <a:ext cx="8432283" cy="3416320"/>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Lifting</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Lifting is a concept in inference in first-order logic that involves generalizing ground-level (specific) inferences to variable-based (general) inferences.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It essentially takes reasoning steps that are specific to particular constants and elevates them to the variable-based, symbolic level.</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Why Lifting is Important:</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Lifting allows generalization of proofs and logical deductions, enabling the application of inference rules more broadly across different scenarios or contexts.</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Lifting in the Context of Unification</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 many cases, the unification process operates on expressions that contain variables. When these variables are unified with other variables or constants, the process generalizes the inference to apply to all instances that meet the criteria.</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40599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19FE2-6F82-01F1-B470-4C2A92AFC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C2C8E-B87E-E062-C0E8-2754EB93E0CE}"/>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0E53A14E-0CA2-CB0D-DDEC-3CDB04D8893D}"/>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23051630-F2E9-D83D-D878-923A41102399}"/>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F71BEF8D-DCC4-285A-EC21-7F6E02FA9F63}"/>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4F9A4A9-24B2-178A-43CD-686BDCF52CDE}"/>
              </a:ext>
            </a:extLst>
          </p:cNvPr>
          <p:cNvSpPr txBox="1"/>
          <p:nvPr/>
        </p:nvSpPr>
        <p:spPr>
          <a:xfrm>
            <a:off x="395535" y="752313"/>
            <a:ext cx="8432283" cy="2031325"/>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 of Lifting:</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Consider a rule: ∀x (Human(x) → Mortal(x)).</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If we know a specific fact Human(Socrates), we can deduce Mortal(Socrates) through forward chaining or resolution.</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This process can be generalized to any entity x such that Human(x) holds true. This generalization step is an example of "lifting" a specific inference (for Socrates) to a general form for all humans.</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2604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60AE-4E59-4CF5-F62E-018B4E6A1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59486-5937-C3B3-C6C1-5163C9643B76}"/>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Forward Chaining</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9EC72AAC-F774-4A52-9998-6450C29CFA63}"/>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533A493B-0870-FB13-497A-D77494307642}"/>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169DD186-ADAB-E72E-4F57-91DB88BA5698}"/>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1A030A6D-723D-9143-A3B4-21E1BA0E4DEE}"/>
              </a:ext>
            </a:extLst>
          </p:cNvPr>
          <p:cNvSpPr txBox="1"/>
          <p:nvPr/>
        </p:nvSpPr>
        <p:spPr>
          <a:xfrm>
            <a:off x="539551" y="915566"/>
            <a:ext cx="8288267" cy="3416320"/>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Forward chaining starts with the known facts and applies inference rules to derive new facts. It continues to add new facts to the knowledge base until a desired conclusion is reached or no more inferences can be made.</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It is often referred to as a data-driven approach because it starts with available data and works "forward" to deduce new facts or reach conclusions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How It Works: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Start with a set of known facts.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Match these facts against the antecedents (if-parts) of inference rules.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When the antecedents of a rule are satisfied, infer the consequent (then-part) and add it to the knowledge base as a new fact.</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Repeat this process until no more new facts can be derived or the goal is reached.</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14630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69923-5181-FC1B-BBA7-13ABE47AB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939E6-81F5-C5A7-4237-51968EE015E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Forward Chaining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8B317B86-606E-7F3A-5D2C-61250747B72F}"/>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3B6ECB5C-86DB-9360-518C-6A8AD1ACA7F7}"/>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1EDBF75-BE13-E074-817C-C86433EA1040}"/>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3626B54-03D0-682F-7188-E083FB1B8BC1}"/>
              </a:ext>
            </a:extLst>
          </p:cNvPr>
          <p:cNvSpPr txBox="1"/>
          <p:nvPr/>
        </p:nvSpPr>
        <p:spPr>
          <a:xfrm>
            <a:off x="395536" y="1114318"/>
            <a:ext cx="8208912" cy="2862322"/>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a:t>
            </a: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Rules: </a:t>
            </a:r>
          </a:p>
          <a:p>
            <a:pPr marL="342900"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∀x (Person(x) ∧ Likes(x, Chocolate) → Happy(x)) (If a person likes chocolate, they are happy.)</a:t>
            </a:r>
          </a:p>
          <a:p>
            <a:pPr marL="342900"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Person(John)</a:t>
            </a:r>
          </a:p>
          <a:p>
            <a:pPr marL="342900"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Likes(John, Chocolate)</a:t>
            </a: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Process:</a:t>
            </a:r>
          </a:p>
          <a:p>
            <a:pPr marL="342900"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Start with known facts: Person(John) and Likes(John, Chocolate).</a:t>
            </a:r>
          </a:p>
          <a:p>
            <a:pPr marL="342900"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Apply rule 1: Since John is a Person and Likes(John, Chocolate) is true, infer Happy(John).</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00317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6FFB6-BF02-A42F-6E32-CB1886BA9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42FA2-949D-043E-5219-09928F0D348E}"/>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Backward Chaining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4FA7A168-47BB-9BEA-2BF3-05399D6EC5F0}"/>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1B5A340E-4ED5-97DD-207B-7BEE8D5CCFB7}"/>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5DFD037E-7C42-2E0B-8AE6-634CED8C743A}"/>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739858E0-BBD1-51A0-7444-8E091529961E}"/>
              </a:ext>
            </a:extLst>
          </p:cNvPr>
          <p:cNvSpPr txBox="1"/>
          <p:nvPr/>
        </p:nvSpPr>
        <p:spPr>
          <a:xfrm>
            <a:off x="539552" y="771550"/>
            <a:ext cx="8208912" cy="3970318"/>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Backward chaining starts with a goal or query and works "backward" by breaking it down into sub-goals, checking if there are rules or facts that can satisfy these sub-goals. </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It tries to prove the goal by searching for rules that lead to it and checking if their premises (antecedents) are true.</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It is often referred to as a goal-driven approach because it starts with a goal and works backward to see if it can be proven using available facts and rules.</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How It Works:</a:t>
            </a:r>
          </a:p>
          <a:p>
            <a:pPr marL="685800" lvl="1" indent="-342900">
              <a:buFont typeface="+mj-lt"/>
              <a:buAutoNum type="arabicPeriod"/>
            </a:pPr>
            <a:r>
              <a:rPr lang="en-US" sz="1800" dirty="0">
                <a:latin typeface="Calibri Light" panose="020F0302020204030204" pitchFamily="34" charset="0"/>
                <a:ea typeface="Calibri Light" panose="020F0302020204030204" pitchFamily="34" charset="0"/>
                <a:cs typeface="Calibri Light" panose="020F0302020204030204" pitchFamily="34" charset="0"/>
              </a:rPr>
              <a:t>Start with a goal or query you want to prove.</a:t>
            </a:r>
          </a:p>
          <a:p>
            <a:pPr marL="685800" lvl="1" indent="-342900">
              <a:buFont typeface="+mj-lt"/>
              <a:buAutoNum type="arabicPeriod"/>
            </a:pPr>
            <a:r>
              <a:rPr lang="en-US" sz="1800" dirty="0">
                <a:latin typeface="Calibri Light" panose="020F0302020204030204" pitchFamily="34" charset="0"/>
                <a:ea typeface="Calibri Light" panose="020F0302020204030204" pitchFamily="34" charset="0"/>
                <a:cs typeface="Calibri Light" panose="020F0302020204030204" pitchFamily="34" charset="0"/>
              </a:rPr>
              <a:t>Search for rules that have the goal as their consequent (then-part).Try to prove the antecedents (if-parts) of those rules by finding matching facts or recursively applying backward chaining on sub-goals.</a:t>
            </a:r>
          </a:p>
          <a:p>
            <a:pPr marL="685800" lvl="1" indent="-342900">
              <a:buFont typeface="+mj-lt"/>
              <a:buAutoNum type="arabicPeriod"/>
            </a:pPr>
            <a:r>
              <a:rPr lang="en-US" sz="1800" dirty="0">
                <a:latin typeface="Calibri Light" panose="020F0302020204030204" pitchFamily="34" charset="0"/>
                <a:ea typeface="Calibri Light" panose="020F0302020204030204" pitchFamily="34" charset="0"/>
                <a:cs typeface="Calibri Light" panose="020F0302020204030204" pitchFamily="34" charset="0"/>
              </a:rPr>
              <a:t>Continue this process until all sub-goals are proven true or no more rules can be applied.</a:t>
            </a:r>
            <a:endParaRPr lang="en-IN" sz="18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21934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26A4-042D-516C-6351-07AF5D591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EF7B7-4B6B-940E-7590-F979C3BBDC41}"/>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Backward Chaining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31E0485B-1564-658A-5212-843A90A88DC9}"/>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B394DEE3-FE87-795C-DA58-74371F648C16}"/>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F1FD357D-9CC3-A734-0DEB-C9546062E0A3}"/>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071A62E-1D27-C72E-79AA-7F70C81E1BF6}"/>
              </a:ext>
            </a:extLst>
          </p:cNvPr>
          <p:cNvSpPr txBox="1"/>
          <p:nvPr/>
        </p:nvSpPr>
        <p:spPr>
          <a:xfrm>
            <a:off x="520305" y="936979"/>
            <a:ext cx="8307513" cy="3139321"/>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Example:</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Goal: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Prove Happy(John).</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Rules: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∀x (Person(x) ∧ Likes(x, Chocolate) → Happy(x)) (If a person likes chocolate, they are happy.)</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Process:</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To prove Happy(John), find a rule that has Happy(x) as a consequent: ∀x (Person(x) ∧ Likes(x, Chocolate) → Happy(x)).</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Break down the antecedents: Check if Person(John) and Likes(John, Chocolate) are true.</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If Person(John) and Likes(John, Chocolate) are facts in the knowledge base, then Happy(John) is proven.</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26807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0D3A0-1411-861C-0E07-3D02F0F21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6E47B-CECE-FF2A-9C5E-7EAFBD97AE79}"/>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84866508-8F5E-43C4-34C3-67EEDDD845AD}"/>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D49AAA99-75E4-5240-12E4-3C8810F3C004}"/>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1FA0A60-6419-7538-FD85-F09748E51E6B}"/>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F611AAEF-940D-C0F6-A1E7-84D82807CD1B}"/>
              </a:ext>
            </a:extLst>
          </p:cNvPr>
          <p:cNvSpPr txBox="1"/>
          <p:nvPr/>
        </p:nvSpPr>
        <p:spPr>
          <a:xfrm>
            <a:off x="352070" y="765644"/>
            <a:ext cx="8396393" cy="3693319"/>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How Resolution Works in First-Order Logic</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Converting to Clausal Form (Conjunctive Normal Form - CNF):</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Resolution requires that all statements be represented in a standardized form called clausal form or Conjunctive Normal Form (CNF).</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CNF is a conjunction of one or more clauses, where each clause is a disjunction of literals (a literal is an atomic formula or its negation).</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Steps to convert a statement to CNF:</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Eliminate implications (rewrite A → B as ¬A ∨ B).</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Move negations inward using De Morgan's laws.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Standardize variables to avoid conflicts (e.g., renaming variables).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Move all quantifiers to the front and use Skolemization to eliminate existential quantifiers.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Distribute ∨ over ∧ to obtain a conjunction of disjunctions.</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2040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0A77C-7C02-B14C-0B4B-516C0CEF2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7665A-113E-0721-DC3A-F82D09C0C646}"/>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F9838D77-987A-E3DE-8C82-FBFDD7E0CD4C}"/>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EB97818B-EBFC-726E-901D-59D03D0CCC1A}"/>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0B5A8CC2-E071-EE03-A9D9-6F24A7493076}"/>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CA574DD-95E1-0407-7743-4F3FA24AB070}"/>
              </a:ext>
            </a:extLst>
          </p:cNvPr>
          <p:cNvSpPr txBox="1"/>
          <p:nvPr/>
        </p:nvSpPr>
        <p:spPr>
          <a:xfrm>
            <a:off x="352070" y="765644"/>
            <a:ext cx="8396393" cy="3416320"/>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How Resolution Works in First-Order Logic</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Unification: The unification process matches terms between different clauses to make the literals identical through variable substitution.</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For example, if one clause contains P(x) and another contains P(John), they can be unified by substituting x with John.</a:t>
            </a:r>
          </a:p>
          <a:p>
            <a:pPr marL="285750" indent="-285750">
              <a:buFont typeface="Wingdings" panose="05000000000000000000" pitchFamily="2" charset="2"/>
              <a:buChar char="§"/>
            </a:pPr>
            <a:endPar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Applying the Resolution Rule:</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The resolution rule states that if you have two clauses: </a:t>
            </a:r>
          </a:p>
          <a:p>
            <a:pPr lvl="1"/>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 ∨ C   ¬A ∨ D</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You can infer a new clause C ∨ D by resolving the two clauses on the literal A (assuming A and ¬A are unified).</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This new clause represents a logical conclusion derived from the premises..</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88192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10CAB-678E-37E2-847B-FC16B73C2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93CB9-26DC-9139-B987-31945AE2C089}"/>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A4C8D22F-F73C-2410-7305-057C29AE7EE1}"/>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669FEDEA-7235-D174-2DDB-117EB3E0C8A2}"/>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0019666-AEC1-9131-17F8-7E26663553F6}"/>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39A5C59C-B18A-6FC4-FB30-7BEBEB4DAE0A}"/>
              </a:ext>
            </a:extLst>
          </p:cNvPr>
          <p:cNvSpPr txBox="1"/>
          <p:nvPr/>
        </p:nvSpPr>
        <p:spPr>
          <a:xfrm>
            <a:off x="352070" y="765644"/>
            <a:ext cx="8396393" cy="2031325"/>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How Resolution Works in First-Order Logic</a:t>
            </a:r>
          </a:p>
          <a:p>
            <a:endPar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Proof by Refutation:</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To prove that a proposition P is entailed by a set of premises, you negate P and add it to the premises.</a:t>
            </a:r>
          </a:p>
          <a:p>
            <a:pPr marL="628650" lvl="1"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If the resolution process leads to a contradiction (an empty clause, denoted by ⊥), then P is proven to be true.</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0777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E2FE-ED01-5D9B-4E64-43C0EC20E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6DAA5-0C94-33AA-2ABB-B85131A6358F}"/>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8F2B6595-D9B8-F587-24AC-30E72EB4697F}"/>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EEC93A4D-53DD-5A49-8170-A8C039AFC9D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195E2309-7BCC-6589-F4D1-90E43D2B3B2F}"/>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9AA304CE-53F7-0E7E-65FE-B1FC1ADAAEDB}"/>
              </a:ext>
            </a:extLst>
          </p:cNvPr>
          <p:cNvSpPr txBox="1"/>
          <p:nvPr/>
        </p:nvSpPr>
        <p:spPr>
          <a:xfrm>
            <a:off x="352070" y="765644"/>
            <a:ext cx="8396393" cy="3477875"/>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 of Resolution in First-Order Logic</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Problem: Prove that "Socrates is mortal" given the following premises:</a:t>
            </a: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"All humans are mortal": ∀x (Human(x) → Mortal(x))</a:t>
            </a:r>
          </a:p>
          <a:p>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"Socrates is a human": Human(Socrates)</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Solution Using Resolution:</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Negate the Goal: </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685800" lvl="1"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To prove Mortal(Socrates), negate it: ¬Mortal(Socrates).</a:t>
            </a:r>
          </a:p>
          <a:p>
            <a:pPr marL="685800" lvl="1" indent="-342900">
              <a:buFont typeface="+mj-lt"/>
              <a:buAutoNum type="arabicPeriod"/>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Add ¬Mortal(Socrates) to the set of premises.</a:t>
            </a:r>
          </a:p>
          <a:p>
            <a:pPr lvl="1"/>
            <a:endPar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63999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CEC8-2D0E-34BE-1F7D-1B27FAD3C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A18E6-91AB-AD6F-A591-AB7E4DBBFD5E}"/>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6676F89B-549B-3738-12F7-806478F6516F}"/>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220ECA14-3747-DE94-97B4-C93D47C2EA53}"/>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012F0913-99A9-EBA4-3E95-22F01BCA3028}"/>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94A13219-E0F6-71A3-08A4-7589665A001C}"/>
              </a:ext>
            </a:extLst>
          </p:cNvPr>
          <p:cNvSpPr txBox="1"/>
          <p:nvPr/>
        </p:nvSpPr>
        <p:spPr>
          <a:xfrm>
            <a:off x="352070" y="765644"/>
            <a:ext cx="8396393" cy="3293209"/>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 of Resolution in First-Order Logic</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Problem: Prove that "Socrates is mortal" given the following premises:</a:t>
            </a: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"All humans are mortal": ∀x (Human(x) → Mortal(x))</a:t>
            </a:r>
          </a:p>
          <a:p>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"Socrates is a human": Human(Socrates)</a:t>
            </a: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Solution Using Resolution:</a:t>
            </a:r>
          </a:p>
          <a:p>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Convert Premises to Clausal Form: </a:t>
            </a:r>
          </a:p>
          <a:p>
            <a:pPr marL="685800" lvl="1" indent="-342900">
              <a:buFont typeface="+mj-lt"/>
              <a:buAutoNum type="arabicPeriod"/>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Premise 1: ∀x (Human(x) → Mortal(x))</a:t>
            </a:r>
          </a:p>
          <a:p>
            <a:pPr lvl="3"/>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Rewrite as ¬Human(x) ∨ Mortal(x) (using the implication rule).</a:t>
            </a:r>
          </a:p>
          <a:p>
            <a:pPr marL="685800" lvl="1" indent="-342900">
              <a:buFont typeface="+mj-lt"/>
              <a:buAutoNum type="arabicPeriod"/>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Convert to a clause: ¬Human(x) ∨ Mortal(x).</a:t>
            </a:r>
          </a:p>
          <a:p>
            <a:pPr lvl="3"/>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Premise 2: Human(Socrates) is already in clausal form.</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7816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9A47F-5484-315E-A300-FE306ED00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CE33C-5392-4A96-1953-63852F00DFD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Inference in First-Order Logic: Resolution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89B72C58-E019-4D30-716A-C994935E3F5E}"/>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AC1488DD-6214-1B76-60FD-67C18D1D0D55}"/>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A649310C-C7B5-AC02-BF71-AAD0F60E1FB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04062624-523E-0E36-11B2-DD389E1187D3}"/>
              </a:ext>
            </a:extLst>
          </p:cNvPr>
          <p:cNvSpPr txBox="1"/>
          <p:nvPr/>
        </p:nvSpPr>
        <p:spPr>
          <a:xfrm>
            <a:off x="352070" y="765644"/>
            <a:ext cx="8396393" cy="3416320"/>
          </a:xfrm>
          <a:prstGeom prst="rect">
            <a:avLst/>
          </a:prstGeom>
          <a:noFill/>
        </p:spPr>
        <p:txBody>
          <a:bodyPr wrap="square">
            <a:spAutoFit/>
          </a:bodyPr>
          <a:lstStyle/>
          <a:p>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Unification and Resolution:</a:t>
            </a: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We have:</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Clause 1: ¬Human(x) ∨ Mortal(x)</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Clause 2: Human(Socrates)</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Clause 3: ¬Mortal(Socrates) (negated goal)</a:t>
            </a:r>
          </a:p>
          <a:p>
            <a:pPr lvl="2"/>
            <a:endPar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Unify x with Socrates in Clause 1, resulting in:</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¬Human(Socrates) ∨ Mortal(Socrates)</a:t>
            </a:r>
          </a:p>
          <a:p>
            <a:pPr marL="285750" indent="-285750">
              <a:buFont typeface="Wingdings" panose="05000000000000000000" pitchFamily="2" charset="2"/>
              <a:buChar char="§"/>
            </a:pPr>
            <a:endPar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Resolving ¬Human(Socrates) ∨ Mortal(Socrates) with Human(Socrates) results in:</a:t>
            </a:r>
          </a:p>
          <a:p>
            <a:pPr marL="971550" lvl="2"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Mortal(Socrates)Resolving Mortal(Socrates) with ¬Mortal(Socrates) results in a contradiction (empty clause ⊥).</a:t>
            </a:r>
            <a:endPar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4243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DF31117-E534-50E6-F68C-10CC388FAB17}"/>
              </a:ext>
            </a:extLst>
          </p:cNvPr>
          <p:cNvSpPr txBox="1">
            <a:spLocks/>
          </p:cNvSpPr>
          <p:nvPr/>
        </p:nvSpPr>
        <p:spPr>
          <a:xfrm>
            <a:off x="179512" y="195486"/>
            <a:ext cx="1944216" cy="432048"/>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E3E0550-D2A0-DDE1-D0EE-059D4A4D6ED3}"/>
                  </a:ext>
                </a:extLst>
              </p14:cNvPr>
              <p14:cNvContentPartPr/>
              <p14:nvPr/>
            </p14:nvContentPartPr>
            <p14:xfrm>
              <a:off x="3655080" y="984960"/>
              <a:ext cx="38160" cy="11880"/>
            </p14:xfrm>
          </p:contentPart>
        </mc:Choice>
        <mc:Fallback xmlns="">
          <p:pic>
            <p:nvPicPr>
              <p:cNvPr id="3" name="Ink 2">
                <a:extLst>
                  <a:ext uri="{FF2B5EF4-FFF2-40B4-BE49-F238E27FC236}">
                    <a16:creationId xmlns:a16="http://schemas.microsoft.com/office/drawing/2014/main" id="{EE3E0550-D2A0-DDE1-D0EE-059D4A4D6ED3}"/>
                  </a:ext>
                </a:extLst>
              </p:cNvPr>
              <p:cNvPicPr/>
              <p:nvPr/>
            </p:nvPicPr>
            <p:blipFill>
              <a:blip r:embed="rId3"/>
              <a:stretch>
                <a:fillRect/>
              </a:stretch>
            </p:blipFill>
            <p:spPr>
              <a:xfrm>
                <a:off x="3645720" y="975600"/>
                <a:ext cx="56880" cy="30600"/>
              </a:xfrm>
              <a:prstGeom prst="rect">
                <a:avLst/>
              </a:prstGeom>
            </p:spPr>
          </p:pic>
        </mc:Fallback>
      </mc:AlternateContent>
    </p:spTree>
    <p:extLst>
      <p:ext uri="{BB962C8B-B14F-4D97-AF65-F5344CB8AC3E}">
        <p14:creationId xmlns:p14="http://schemas.microsoft.com/office/powerpoint/2010/main" val="2831852493"/>
      </p:ext>
    </p:extLst>
  </p:cSld>
  <p:clrMapOvr>
    <a:masterClrMapping/>
  </p:clrMapOvr>
</p:sld>
</file>

<file path=ppt/theme/theme1.xml><?xml version="1.0" encoding="utf-8"?>
<a:theme xmlns:a="http://schemas.openxmlformats.org/drawingml/2006/main" name="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2.xml><?xml version="1.0" encoding="utf-8"?>
<a:theme xmlns:a="http://schemas.openxmlformats.org/drawingml/2006/main" name="2_Section Header">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3.xml><?xml version="1.0" encoding="utf-8"?>
<a:theme xmlns:a="http://schemas.openxmlformats.org/drawingml/2006/main" name="2_Thank You">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21D58A44272E40AE2FBCEDA96F816B" ma:contentTypeVersion="0" ma:contentTypeDescription="Create a new document." ma:contentTypeScope="" ma:versionID="01e8ac6b750e5908eeca9f0b57c104a1">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C8B173-9972-4D14-A3AC-BB811AEEC89B}">
  <ds:schemaRefs>
    <ds:schemaRef ds:uri="http://schemas.microsoft.com/sharepoint/v3/contenttype/forms"/>
  </ds:schemaRefs>
</ds:datastoreItem>
</file>

<file path=customXml/itemProps2.xml><?xml version="1.0" encoding="utf-8"?>
<ds:datastoreItem xmlns:ds="http://schemas.openxmlformats.org/officeDocument/2006/customXml" ds:itemID="{278259F1-D46F-4C1F-B26F-8AF262256A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C6A22B0-BCBA-4EBF-85DA-1389332CD98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Corp PPT Template 2015_16x9</Template>
  <TotalTime>58202</TotalTime>
  <Words>2004</Words>
  <Application>Microsoft Office PowerPoint</Application>
  <PresentationFormat>On-screen Show (16:9)</PresentationFormat>
  <Paragraphs>148</Paragraphs>
  <Slides>18</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18</vt:i4>
      </vt:variant>
    </vt:vector>
  </HeadingPairs>
  <TitlesOfParts>
    <vt:vector size="27" baseType="lpstr">
      <vt:lpstr>Arial</vt:lpstr>
      <vt:lpstr>Calibri</vt:lpstr>
      <vt:lpstr>Calibri Light</vt:lpstr>
      <vt:lpstr>Courier New</vt:lpstr>
      <vt:lpstr>Myriad Pro</vt:lpstr>
      <vt:lpstr>Wingdings</vt:lpstr>
      <vt:lpstr>Corp PPT Template 2017_16x9</vt:lpstr>
      <vt:lpstr>2_Section Header</vt:lpstr>
      <vt:lpstr>2_Thank You</vt:lpstr>
      <vt:lpstr>PowerPoint Presentation</vt:lpstr>
      <vt:lpstr>Inference in First-Order Logic</vt:lpstr>
      <vt:lpstr>Inference in First-Order Logic</vt:lpstr>
      <vt:lpstr>Inference in First-Order Logic: Unification and Lifting </vt:lpstr>
      <vt:lpstr>Inference in First-Order Logic: Unification and Lifting </vt:lpstr>
      <vt:lpstr>Inference in First-Order Logic</vt:lpstr>
      <vt:lpstr>Inference in First-Order Logic</vt:lpstr>
      <vt:lpstr>Inference in First-Order Logic: Forward Chaining</vt:lpstr>
      <vt:lpstr>Inference in First-Order Logic: Forward Chaining </vt:lpstr>
      <vt:lpstr>Inference in First-Order Logic: Backward Chaining </vt:lpstr>
      <vt:lpstr>Inference in First-Order Logic: Backward Chaining </vt:lpstr>
      <vt:lpstr>Inference in First-Order Logic: Resolution </vt:lpstr>
      <vt:lpstr>Inference in First-Order Logic: Resolution </vt:lpstr>
      <vt:lpstr>Inference in First-Order Logic: Resolution </vt:lpstr>
      <vt:lpstr>Inference in First-Order Logic: Resolution </vt:lpstr>
      <vt:lpstr>Inference in First-Order Logic: Resolution </vt:lpstr>
      <vt:lpstr>Inference in First-Order Logic: Resolution </vt:lpstr>
      <vt:lpstr>PowerPoint Presentation</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Presentation</dc:title>
  <dc:subject>Learn how TCS is positioned for longer term sustainable growth</dc:subject>
  <dc:creator>Tata Consultancy Services</dc:creator>
  <cp:lastModifiedBy>Tarachand Amgoth</cp:lastModifiedBy>
  <cp:revision>1357</cp:revision>
  <dcterms:created xsi:type="dcterms:W3CDTF">2015-09-29T05:13:53Z</dcterms:created>
  <dcterms:modified xsi:type="dcterms:W3CDTF">2025-10-25T06:50:35Z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0x0101009D21D58A44272E40AE2FBCEDA96F816B</vt:lpwstr>
  </property>
</Properties>
</file>