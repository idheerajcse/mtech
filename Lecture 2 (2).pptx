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4"/>
    <p:sldMasterId id="2147484036" r:id="rId5"/>
    <p:sldMasterId id="2147484038" r:id="rId6"/>
  </p:sldMasterIdLst>
  <p:notesMasterIdLst>
    <p:notesMasterId r:id="rId26"/>
  </p:notesMasterIdLst>
  <p:handoutMasterIdLst>
    <p:handoutMasterId r:id="rId27"/>
  </p:handoutMasterIdLst>
  <p:sldIdLst>
    <p:sldId id="256" r:id="rId7"/>
    <p:sldId id="326" r:id="rId8"/>
    <p:sldId id="327" r:id="rId9"/>
    <p:sldId id="335" r:id="rId10"/>
    <p:sldId id="328" r:id="rId11"/>
    <p:sldId id="336" r:id="rId12"/>
    <p:sldId id="329" r:id="rId13"/>
    <p:sldId id="330" r:id="rId14"/>
    <p:sldId id="337" r:id="rId15"/>
    <p:sldId id="338" r:id="rId16"/>
    <p:sldId id="331" r:id="rId17"/>
    <p:sldId id="339" r:id="rId18"/>
    <p:sldId id="340" r:id="rId19"/>
    <p:sldId id="341" r:id="rId20"/>
    <p:sldId id="342" r:id="rId21"/>
    <p:sldId id="343" r:id="rId22"/>
    <p:sldId id="345" r:id="rId23"/>
    <p:sldId id="344" r:id="rId24"/>
    <p:sldId id="258" r:id="rId2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37CA7"/>
    <a:srgbClr val="93478C"/>
    <a:srgbClr val="D53E85"/>
    <a:srgbClr val="612C91"/>
    <a:srgbClr val="007DC5"/>
    <a:srgbClr val="F15A2D"/>
    <a:srgbClr val="724698"/>
    <a:srgbClr val="262626"/>
    <a:srgbClr val="07B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B666B-A6FD-47A7-81F4-FBB33449D73B}" v="1" dt="2025-10-22T13:27:12.798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3741" autoAdjust="0"/>
  </p:normalViewPr>
  <p:slideViewPr>
    <p:cSldViewPr snapToObjects="1">
      <p:cViewPr varScale="1">
        <p:scale>
          <a:sx n="84" d="100"/>
          <a:sy n="84" d="100"/>
        </p:scale>
        <p:origin x="1120" y="56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B46EE4E9-ACEE-4AD4-BABA-713776423D28}"/>
    <pc:docChg chg="modSld">
      <pc:chgData name="Tarachand Amgoth" userId="ea017c71-c3c5-459d-b04b-915c0e816ad1" providerId="ADAL" clId="{B46EE4E9-ACEE-4AD4-BABA-713776423D28}" dt="2025-10-22T13:27:12.797" v="0"/>
      <pc:docMkLst>
        <pc:docMk/>
      </pc:docMkLst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2611437373" sldId="256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2611437373" sldId="256"/>
            <ac:inkMk id="5" creationId="{5E7DCDCA-79D1-9617-9725-43E384679B8D}"/>
          </ac:inkMkLst>
        </pc:inkChg>
      </pc:sldChg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2862923213" sldId="326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2862923213" sldId="326"/>
            <ac:inkMk id="7" creationId="{DFD17130-77B9-1621-ABED-3E0051039880}"/>
          </ac:inkMkLst>
        </pc:inkChg>
      </pc:sldChg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4250952236" sldId="327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4250952236" sldId="327"/>
            <ac:inkMk id="8" creationId="{63EB3595-DA69-493C-FCD4-9877682BCBE3}"/>
          </ac:inkMkLst>
        </pc:inkChg>
      </pc:sldChg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2036720285" sldId="328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2036720285" sldId="328"/>
            <ac:inkMk id="3" creationId="{3E7E961F-7AAD-7D91-0EC3-5AC24566BA6B}"/>
          </ac:inkMkLst>
        </pc:inkChg>
      </pc:sldChg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338448497" sldId="329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338448497" sldId="329"/>
            <ac:inkMk id="7" creationId="{68380DAF-D4C6-F69B-AF85-5EE901F0FEAA}"/>
          </ac:inkMkLst>
        </pc:inkChg>
      </pc:sldChg>
      <pc:sldChg chg="addSp">
        <pc:chgData name="Tarachand Amgoth" userId="ea017c71-c3c5-459d-b04b-915c0e816ad1" providerId="ADAL" clId="{B46EE4E9-ACEE-4AD4-BABA-713776423D28}" dt="2025-10-22T13:27:12.797" v="0"/>
        <pc:sldMkLst>
          <pc:docMk/>
          <pc:sldMk cId="1675401315" sldId="335"/>
        </pc:sldMkLst>
        <pc:inkChg chg="add">
          <ac:chgData name="Tarachand Amgoth" userId="ea017c71-c3c5-459d-b04b-915c0e816ad1" providerId="ADAL" clId="{B46EE4E9-ACEE-4AD4-BABA-713776423D28}" dt="2025-10-22T13:27:12.797" v="0"/>
          <ac:inkMkLst>
            <pc:docMk/>
            <pc:sldMk cId="1675401315" sldId="335"/>
            <ac:inkMk id="3" creationId="{8315E338-9611-1C2F-D4F0-4FAE59C4CEFB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15:56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7117 6649 605 0,'0'0'291'0,"0"0"-104"0,0 0 7 0,0 0-116 0,0 0 283 0,0 0-122 0,13-81-120 0,-11 67-13 16,-2 1-11 0,1 0 11-16,3 2-17 0,-1 1-38 15,0 1-4-15,1 4-35 16,-2-1 37-16,-1 4-10 15,-1 1-12-15,0 1-8 16,0 0 7-16,-8 0-13 16,-14 17-13-16,-10 12 7 15,-10 9-6-15,2 10 0 16,2 3 5-16,5 6-6 16,6 1 0-16,5 4 0 15,12 2 0-15,5-5 0 16,5-1 0-16,0-4-1 15,9-6 1-15,8-6 0 16,7-6-1-16,4-7 1 0,6-8-1 16,1-3 1-16,2-5 0 15,-2-5-2-15,-2-4-26 16,-1-2-33-16,-5-2-61 16,-4 0-77-16,2 0-88 15,-9-9-248-15,-2-2-184 0</inkml:trace>
  <inkml:trace contextRef="#ctx0" brushRef="#br0" timeOffset="333.82">7473 6855 834 0,'0'0'308'0,"0"0"-191"0,0 0 24 0,0 0 52 15,0 0-66-15,0 0-76 16,0 0 21-16,20 36 23 16,-20 0 1-16,0 6-34 15,0 1-34-15,0 6-10 16,0-3 2-16,0-6-18 15,0-4-1-15,0-6 0 0,0-8-1 16,0-5-7 0,0-7-44-16,-4 1-69 0,2-7-109 15,-4-4-10-15,1 0-43 16,0-7-123-16</inkml:trace>
  <inkml:trace contextRef="#ctx0" brushRef="#br0" timeOffset="651.01">7493 6812 586 0,'0'0'213'0,"0"0"-94"16,0 0 29-16,0 0 8 16,77-91-37-16,-47 76-12 15,0 4-15-15,1 4-14 0,-1 4 0 16,-4 3-10-16,-8 3-28 15,-7 15 6-15,-7 9 9 16,-4 8-7-16,-7 3-14 16,-15 8 4-16,-1-4-8 15,-5-3-15-15,0-5 7 16,-1-4-6-16,4-5-5 16,5-6-10-16,3-5 5 15,5-8-6-15,6-1 0 16,6-5-59-16,2 0-158 15,12 0-99-15,3-11-324 0</inkml:trace>
  <inkml:trace contextRef="#ctx0" brushRef="#br0" timeOffset="982.63">7873 6803 514 0,'0'0'610'15,"0"0"-403"-15,0 0-104 16,0 0 78-16,0 0 1 16,0 0-83-16,0 0-59 15,69-48-17-15,-69 57 17 16,0 9 14-16,-14 9 12 16,-5 7 9-16,-7 0-19 15,2 4-13-15,-5 0-3 16,11-3-12-16,1-3-19 0,9-5 0 15,4-5-8-15,4-4-1 16,5-5 1-16,17-7-1 16,8-5 8-16,12-1-8 15,3 0-3-15,4-1-122 16,13-15-113-16,-13 5-422 16,-7-5-406-16</inkml:trace>
  <inkml:trace contextRef="#ctx0" brushRef="#br0" timeOffset="1233.54">8238 6504 765 0,'0'0'316'0,"0"0"-212"16,0 0 46-16,0 0 111 15,0 0-45-15,105 91-15 16,-86-40-53-16,-5 7-74 16,-3 7-43-16,-3 2-8 15,-5-1-9-15,-3-4-8 16,0 5-6-16,-22 16-70 16,-4-16-214-16,-3-11-450 0</inkml:trace>
  <inkml:trace contextRef="#ctx0" brushRef="#br0" timeOffset="2297.48">1335 7700 523 0,'0'0'387'0,"0"0"-155"0,0 0-60 0,0 0 22 0,0 0 4 16,0 0-62-16,0 0-58 15,-6 0-33-15,6 0-11 16,-3 0-18-16,3 9-8 16,-3 6 26-16,2 2 0 15,-3 2-12-15,2 2-6 16,-1-3 5-16,2 0-8 16,-3 2-11-16,-1-2-1 0,4-2 1 15,-3 1-2-15,-1-2-14 16,2-3-44-16,1 0-112 15,2-8-112 1,0-1-238-16,0-3-125 0</inkml:trace>
  <inkml:trace contextRef="#ctx0" brushRef="#br0" timeOffset="2797.33">1371 7637 814 0,'0'0'245'16,"0"0"-144"-16,0 0 18 0,0 0 63 16,0 0-49-16,0 0-59 15,-49-80-39-15,30 74-6 16,2 4-13-16,-5 2-15 16,-6 2 12-16,1 11-12 15,-1 7 15-15,0 3-14 16,3 4 5-16,1 2 6 15,6 7-4-15,3 3 4 16,1 1-4-16,11-1 11 16,2 3 10-16,1-3 2 15,0-3-4-15,13-2-3 16,7-7-19-16,8-6 2 16,8-7 1-16,3-7-3 15,7-7 4-15,-1 0-4 0,4-12 0 16,-1-14-4-16,-2-2-1 15,-1-6 15-15,-5-5-15 16,-6-1 7-16,-12-1 17 16,-14-1-2-16,-8-1-2 15,-3 1-1-15,-23 4-8 16,-5 3 9-16,-11 12 14 16,-2 10-16-16,-1 13 1 15,2 0-19-15,5 18 1 16,6 11-2-16,3 6 0 15,8 5-12-15,4 8-22 16,4 18-129-16,6-10-213 16,3-11-435-16</inkml:trace>
  <inkml:trace contextRef="#ctx0" brushRef="#br0" timeOffset="3597.32">1260 8866 882 0,'0'0'255'0,"0"0"-174"0,0 0 87 0,0 0 22 0,0 0-78 15,0 0-71 1,0 0-22-16,38-27 3 0,-10 19 4 15,1 4 5-15,-6 1 23 16,-3 3-16-16,-8 0-16 16,-9 16-11-16,-3 5 12 15,-3 8 12-15,-20 5-7 16,-7-1 19-16,-9 2-6 16,5-4 22-16,3-3-12 15,6-7-19-15,6-4-5 16,13-4-18-16,6-7-9 15,0-4-2-15,23-2 2 16,14 0 0-16,12-8 16 0,7-11-16 16,-1 1-25-1,2-4-131-15,0-13-120 0,-15 5-285 16,-13 2-12-16</inkml:trace>
  <inkml:trace contextRef="#ctx0" brushRef="#br0" timeOffset="3995.97">1457 8631 783 0,'0'0'280'0,"0"0"-165"16,0 0-4-16,-104-41 56 15,73 39-42-15,-5 2-36 16,-5 5-10-16,1 18-28 16,-11 11-3-16,1 13 28 15,-11 23-1-15,7-3-12 16,7 7 12-16,12 2-29 15,19-11-24-15,9 4 0 16,7-2-21-16,1-11-1 16,28-6 0-16,7-11 0 0,9-12 0 15,14-17-6-15,6-10 6 16,14-5 0-16,-3-19 0 16,5-16-10-16,-3-6 4 15,-13-4 6-15,1-7 6 16,-9-5-6-16,-19 0 10 15,-8-3-3-15,-18-3-7 16,-12 1 1-16,-5 6 0 16,-24 9 5-16,-2 11 7 0,-8 13 8 15,-1 15-5 1,0 13-16-16,0 11 0 0,6 20 0 16,6 15-7-16,8 37-7 15,8-10-158-15,9-10-419 0</inkml:trace>
  <inkml:trace contextRef="#ctx0" brushRef="#br0" timeOffset="5096.38">2438 8736 401 0,'0'0'196'0,"0"0"-99"0,0 0-25 16,0 0 29-16,0 0-44 15,0 0 18-15,0 0 13 16,0-39 26-16,0 32 5 0,0 2 31 16,0-1-1-16,0 1 25 15,0 2-26-15,0 3-36 16,0 3-60-16,-9 20-36 16,-2 26 43-16,-2 9 25 15,-3 10-25-15,1 5-29 16,4-8-6-16,-3 4-8 15,1-5-8-15,1-9-2 16,2-9-5-16,0-8-2 16,5-9-13-16,1-11-63 15,3-7-69-15,1-11-158 16,0 0-225-16,0-8 40 0</inkml:trace>
  <inkml:trace contextRef="#ctx0" brushRef="#br0" timeOffset="5429.93">2336 8804 550 0,'0'0'228'0,"0"0"-101"15,0 0-81-15,0 0 42 16,0 0 79-16,0 0-31 15,0 0-39-15,53-58 15 0,-44 57-4 16,5 1-18-16,3-2-2 16,8 1-6-16,5-1-32 15,4 0-12 1,-1-3-22-16,-1 2-6 0,-3 0-9 16,-8 3 5-16,-4 0-6 15,-7 0-6-15,-3 0-3 16,-4 0-21-16,-3 0-47 15,0 5-35-15,0 3-42 16,-15 12-83-16,-2-2-103 16,-2 1-168-16</inkml:trace>
  <inkml:trace contextRef="#ctx0" brushRef="#br0" timeOffset="5679.95">2224 9083 687 0,'0'0'306'0,"0"0"-177"16,0 0 52-16,0 0 42 15,0 0-71-15,85-34-41 16,-60 25-44-16,2 1-19 16,1 2-13-16,1 2-13 15,3-2-4-15,1 3-18 16,0-2 2-16,-1 2-2 15,-3 3-1-15,-3 0-34 16,-6 0-139-16,5-1-139 16,-6 1-227-16,-8-3-215 0</inkml:trace>
  <inkml:trace contextRef="#ctx0" brushRef="#br0" timeOffset="5911.51">2753 8945 763 0,'0'0'305'0,"0"0"-188"16,0 0 13-16,0 0 68 16,0 0-91-16,0 0-48 15,0 0 3-15,14 11 14 16,-14 5-13-16,0 5-23 16,-4 2-18-16,-6 2-8 15,0-1-13-15,0 0 1 16,0-5-2-16,0-3-9 0,4-2-84 15,-4-7-117-15,3-2-75 16,2-5-209-16</inkml:trace>
  <inkml:trace contextRef="#ctx0" brushRef="#br0" timeOffset="6344.89">2784 8794 662 0,'0'0'197'0,"0"0"-76"16,0 0 63-16,0 0-19 16,0 0-29-16,0 0-62 0,0 0-42 15,-7-5-17-15,7 5-9 16,0 0-5-16,0 2 13 15,0 1-4-15,0 0 6 16,10 2 2-16,3-5-8 16,2 0 8-16,0 0-17 15,-1-8 6-15,-2-3-7 16,-6 0 0-16,-5 1-1 16,-1 1-6-16,0 2 6 15,-1 4 1-15,-14 3 0 16,-5 0 7-16,-5 3 0 15,5 11-1-15,0 1 12 16,5 4-10-16,5 0-8 0,3 0 0 16,7-3-16-16,0-3-69 15,20 1-137-15,2-7-116 16,1-4-46-16</inkml:trace>
  <inkml:trace contextRef="#ctx0" brushRef="#br0" timeOffset="6711.68">2919 8878 36 0,'0'0'912'0,"0"0"-685"15,0 0-6-15,0 0-35 0,0 0-35 16,0 0-63-16,0 0-5 16,22-6-17-16,-16 24 6 15,-2 1-22-15,-1 5-9 16,-1-1-19-16,-2-4-12 15,0 1-4-15,0-5-5 16,0-4-1-16,0-6 1 16,-5-3 4-16,-2-2 1 15,0 0-6-15,2 0-10 16,2-12-14-16,3-8 12 16,0-5-13-16,2-8 6 15,11 0 7-15,3-2-1 16,3 4 3-16,0 5 10 15,1 7-6-15,-6 11 6 0,0 5-1 16,-3 3-7-16,-2 3-1 16,-4 15-22-16,-2 13-185 15,0-5-154-15,-3-3-282 0</inkml:trace>
  <inkml:trace contextRef="#ctx0" brushRef="#br0" timeOffset="7110.17">3365 8750 1014 0,'0'0'269'0,"0"0"-144"0,0 0-12 0,0 0 27 0,0 0-36 0,0 0-72 16,0 0-16-16,-67-14 9 15,40 31 17-15,-1 2 15 16,5 0-18-16,1 1-7 16,12-3-12-16,5-3-19 15,5 1 1-15,0-3-2 16,15-2 1-16,9 1 8 16,-3 1 2-16,1 0-10 15,-6 1-1-15,-7 2 0 16,-8 0 0-16,-1 0 0 0,-8-1 0 15,-17 2 13-15,-5-2-13 16,-5-4 13 0,2-1-4-16,-1-6-2 0,7 0 2 15,7-1-8-15,7-2-1 16,10 0-68-16,3-20-209 16,16 1-324-16,4-5-163 0</inkml:trace>
  <inkml:trace contextRef="#ctx0" brushRef="#br0" timeOffset="7360.95">3553 8564 937 0,'0'0'513'0,"0"0"-317"16,0 0 6-16,0 0-37 0,0 0-78 15,0 0-64-15,0 0 20 16,-6 64 11-16,-4-22-23 15,0 6-8-15,-2 1 0 16,-1 5-12-16,5-3-2 16,-1-5-9-16,3-7-1 15,-1-4 0-15,7-11-60 16,0-9-82-16,0-6-84 16,20-9-75-16,2 0-189 15,0-5-191-15</inkml:trace>
  <inkml:trace contextRef="#ctx0" brushRef="#br0" timeOffset="7593.74">3430 8954 398 0,'0'0'633'15,"0"0"-497"-15,0 0-84 16,0 0 45-16,0 0 15 15,0 0 61-15,0 0-40 16,82-21-65-16,-35 8-37 16,3 2-28-16,2 2-3 15,16 3-98-15,-13 2-269 16,-10 4-226-16</inkml:trace>
  <inkml:trace contextRef="#ctx0" brushRef="#br0" timeOffset="8093.14">4331 8775 745 0,'0'0'335'0,"0"0"-173"16,0 0-96-16,0 0 93 15,0 0-38-15,0 0-38 16,0 0-12-16,18-53-1 15,-18 53-7-15,-5 0-39 0,-8 0-14 16,-3 11 8 0,-3 6 4-16,0 8 11 0,3 4 0 15,2 6-12-15,8 1 4 16,6-2-6-16,0-1-10 16,13-7-1-16,12-4 2 15,7-8 0-15,3-8-2 16,3-6 3-16,3 0-9 15,-1-14 7-15,-5-7-9 16,-5-4 1-16,-12-5 0 16,-8 0-1-16,-10-1-1 15,-3 0-12-15,-20 0-3 16,-6 1 7-16,-4 8-1 16,-4 4 4-16,-2 6 5 15,1 9 0-15,-2 3 0 0,4 4-8 16,7 12 0-16,3 2 8 15,6 4-4-15,13 0-1 16,3-1-3-16,4-1-90 16,8-1-20-16,14-6-44 15,18-8-99-15,-3-2-140 16,-4-3-357-16</inkml:trace>
  <inkml:trace contextRef="#ctx0" brushRef="#br0" timeOffset="8410.83">4540 8791 899 0,'0'0'544'0,"0"0"-400"0,0 0 0 0,0 0 10 16,0 0-44-16,0 0-34 16,0 0-16-16,77 17-14 15,-67 5-32-15,-7 0-8 16,-3 4 0-16,0 1 2 15,-8-3-8-15,-9-3 7 16,-1-3 2-16,-1-11-8 16,4 1 0-16,2-8 10 15,5 0 0-15,8-12-5 16,0-12 0-16,8-8-4 16,15-5-1-16,12-4-1 15,4 1-21-15,1 8-29 16,-2 3-47-16,6 4-98 0,-11 6-182 15,-10 6-269-15</inkml:trace>
  <inkml:trace contextRef="#ctx0" brushRef="#br0" timeOffset="9325.83">4891 8477 803 0,'0'0'230'16,"0"0"-83"-16,0 0 92 15,0 0 11-15,0 0-60 16,0 0-89-16,0 0-19 16,55-36 21-16,-47 54-51 15,4 6 14-15,-2 9 33 0,-2 7-32 16,-5 3-40 0,-1 2-16-16,-2 1-11 0,0-4 0 15,-5-7 0-15,-3-5-1 16,-2-6-28-16,5-6-7 15,2-9-19-15,3-6-23 16,0-3-14-16,0 0 24 16,0 0-8-16,2-12-51 15,1-6 51-15,-2-1-9 16,-1-2-6-16,0 0 24 16,-3 1 11-16,-10 4 31 15,-4 6 22-15,-8 4 3 16,-1 6 9-16,-3 8 11 15,-1 14 28-15,1 7 47 16,7 1-9-16,6 7-36 0,8-2 2 16,6-4-12-16,2-5-12 15,6-8-2-15,14-6 0 16,8-11 1-16,5-1-15 16,6 0 0-16,7-9-6 15,4-7-5-15,3-4-1 16,-4 1 0-16,-9-2-9 15,-8 3-10-15,-14 3-35 16,-9-3 27-16,-8 1 27 16,-1 2 7-16,-3 1 0 0,-13 6 14 15,-1 3 13-15,-5 5-1 16,2 0-8-16,4 13-3 16,2 6 6-16,3 2 3 15,4 4-5-15,6 1-6 16,1-2 6-16,0 0-13 15,7-6-4-15,9-6 0 16,7-6 3-16,3-3-6 16,1-3-6-16,6 0-42 15,-3-9-111-15,-1-5-170 16,-2-1 55-16,-8-1-222 16,-3-2 213-16,-5-2 206 15,-8 4 71-15,1 1 136 16,-4 0 108-16,5 4-36 15,0 4-25-15,0 4-48 0,7 3-41 16,1 0 29 0,-2 3 3-16,1 15-19 0,-3 4-2 15,-6 2-39-15,-3 3 4 16,0-1-10-16,0-7-14 16,0-5-15-16,0-5-11 15,-2-8-11-15,2-1 5 16,0 0 16-16,2-16-6 15,13-8-19-15,5-6-5 16,8-6-18-16,4-4-51 16,2 1-87-16,7-9-148 15,-7 9-334-15,-9 9-447 0</inkml:trace>
  <inkml:trace contextRef="#ctx0" brushRef="#br0" timeOffset="9842.59">6112 8255 971 0,'0'0'290'0,"0"0"-129"0,0 0-20 0,0 0 16 0,0 0-75 15,0 0 44-15,-6 99 38 16,-4-30-45-16,-2 26-55 15,0-7-38-15,4-7-17 16,-2-12-3-16,2-17-6 16,-4 6-14-16,0-4-64 15,2-6-89-15,5-18-191 16,2-14-323-16</inkml:trace>
  <inkml:trace contextRef="#ctx0" brushRef="#br0" timeOffset="10725.81">6179 8697 889 0,'0'0'375'16,"0"0"-203"-16,0 0 4 16,0 0-39-16,0 0-84 15,0 0 10-15,0 0 0 16,-22 89-21-16,16-51-8 15,2-4-19-15,4-2-3 16,0-7-6-16,2-4-6 16,12-7 1-16,4-8-1 15,4-6-1-15,1 0-11 16,5-9-61-16,-1-11-57 16,-2-2 0-16,-3-5 39 0,-9-3 39 15,-6 0 40-15,-7 3 12 16,0 0 1-16,-5 1 12 15,-12 7 16 1,-3 5 9-16,-5 4-18 0,-2 5 5 16,-1 5-2-16,5 0-11 15,1 7-3-15,5 7-9 16,4-3 0-16,11 3-5 16,2-4-11-16,2-3-10 15,21-4-5-15,7-2 30 16,5-1-5-16,6 0-36 15,4 0-11-15,-2-3 24 0,9-6 20 16,-2-1 7 0,-2-3 2-16,0 3 18 0,-9-1 1 15,-10 4-5-15,-11 1 7 16,-10 0 17-16,-8 1 31 16,0-1 39-16,-3 0-51 15,-12 1-11-15,-7 0-27 16,-1 2 6-16,5 3-2 15,1 0-10-15,4 0-13 16,4 5 0-16,6 8-9 16,3 5 8-16,0 2 0 15,0 8 1-15,12 3 9 16,1-1-9-16,0 5 0 16,1 0 0-16,-6-3 1 15,-4-2-1-15,-4-6 0 0,0-6 0 16,-11-3-15-16,-6-3-35 15,-1-6-29-15,0-2 1 16,3-4 22-16,0 0 12 16,6-6 28-16,2-10-13 15,7-4-3-15,0-8-53 16,19-2-29-16,4-6 17 16,6 4-56-16,4 2 43 15,2 6 80-15,1 8 30 16,-1 10 38-16,-5 4 61 15,-4 2 10-15,-6 8 39 16,-3 11 29-16,-5 3-36 16,-7 2-53-16,-4-1-37 0,-1 0-31 15,0-4-20 1,-13-1-10-16,-12-4-161 0,2-5-188 16,-1-6-216-16</inkml:trace>
  <inkml:trace contextRef="#ctx0" brushRef="#br0" timeOffset="10908.21">6799 8626 1023 0,'0'0'320'0,"0"0"-178"0,0 0-7 0,0 0-49 0,0 0-62 16,94 2-24-16,-76 22-41 15,-4-5-269-15,-4 0-343 0</inkml:trace>
  <inkml:trace contextRef="#ctx0" brushRef="#br0" timeOffset="11142.73">7160 8706 624 0,'0'0'357'15,"0"0"-128"-15,0 0-9 16,0 0 29-16,0 0-42 15,0 0-103-15,32-80-26 16,-32 77-19-16,-8 3-45 16,-11 0-13-16,-4 18 7 15,-4 8 0-15,-1 8 0 0,0 5 4 16,11 4 10-16,7-2-13 16,10-4-9-16,3-2 0 15,24-11-11-15,43-12-75 16,-5-8-194-16,1-4-412 0</inkml:trace>
  <inkml:trace contextRef="#ctx0" brushRef="#br0" timeOffset="11473.95">7940 8489 418 0,'0'0'286'16,"0"0"-93"-16,0 0-42 15,0 0 61-15,0 0 49 16,0 0-92-16,-15-78-68 16,-13 78-7-16,-9 6 23 15,1 17-3-15,-5 9 3 16,1 12-14-16,7 11-29 15,3 5-25-15,11 6-13 16,7 2-20-16,11-2-4 16,1-4-12-16,5-10 0 15,19-11-15-15,12-11-75 16,13-11-76-16,39-16-112 16,-7-3-295-16,-8 0-275 0</inkml:trace>
  <inkml:trace contextRef="#ctx0" brushRef="#br0" timeOffset="12105.88">8281 8574 912 0,'0'0'506'0,"0"0"-385"0,0 0-11 15,0 0 101-15,0 0 45 16,-33 108-96-16,23-52-73 15,5 3-28-15,-2 5-23 16,6-5-14-16,-3-5-21 16,4-9 0-16,0-12 5 0,0-10-6 15,0-9-76-15,0-9-140 16,-3-5-79-16,-1-11-195 16,1-4-443-16</inkml:trace>
  <inkml:trace contextRef="#ctx0" brushRef="#br0" timeOffset="12373.78">8196 8556 849 0,'0'0'369'0,"0"0"-234"0,0 0 10 15,0 0 79-15,0 0-15 16,0 0-74-16,112-56-32 15,-67 45-19-15,7-1-29 16,-2 2-6-16,-1 2-1 16,-9 5-27-16,-10 3-19 15,-10 0-2-15,-5 0-13 16,-10 6-49-16,-5 8-124 16,-22 12-75-16,-8-4-139 15,-7-1-284-15</inkml:trace>
  <inkml:trace contextRef="#ctx0" brushRef="#br0" timeOffset="12555.58">8131 8858 994 0,'0'0'202'16,"0"0"8"-16,98-27 53 15,-46 7-71-15,2 0-60 16,3-4-62-16,-6 10-41 15,-9 1-29-15,-3 8-4 16,-9 5-144-16,-8 0-249 16,-9 3-339-16</inkml:trace>
  <inkml:trace contextRef="#ctx0" brushRef="#br0" timeOffset="13225.94">8894 8753 424 0,'0'0'234'0,"0"0"-77"16,0 0-9-16,0 0 70 16,0 0-5-16,0 0-43 15,0 0-14-15,0-52 19 16,0 46-15-16,-4 1-54 15,-6 3-25-15,-2 2-42 16,-1 0-22-16,-4 0-11 16,0 13 3-16,2 4 0 15,2 3 4-15,3-1 7 16,5 5-9-16,5-3 0 16,0-2-11-16,0 0 0 15,13-5 7-15,5-4 11 0,6-2 6 16,6-8-2-1,0 0-3-15,0 0-7 0,0-6-11 16,-5-8 7-16,-5-3-8 16,-7 0 9-16,-9-4 4 15,-4-1-7-15,0-3 2 16,-15 2-8-16,-5 2 0 16,-5 3 0-16,-4 4-7 15,0 5 7-15,-2 7 0 16,4 2-3-16,2 0 3 15,5 1 0-15,4 9-1 16,4 1-5-16,5 2-10 16,2 1 9-16,5 0 1 0,0 0-11 15,0 0-36-15,5-1-71 16,16-2-110-16,-4-3-125 16,2-3-317-16</inkml:trace>
  <inkml:trace contextRef="#ctx0" brushRef="#br0" timeOffset="13837.9">9147 8592 224 0,'0'0'193'0,"0"0"-109"0,0 0-15 0,0 0-17 0,0 0-17 16,0 0-22-16,0 0 5 15,10-17 65-15,-8 14 61 16,2-2 70-16,-1 2 22 16,0-2 8-16,-2 0-16 15,2 2-54-15,0 2-23 0,-2 1-44 16,-1 0-38 0,3 0-17-16,-1 0-27 0,-2 3-4 15,0 11 7-15,0 9 9 16,-5 4 18-16,-6 6 5 15,-3 1-23-15,2-3-19 16,0-4-16-16,8-7-1 16,0-7 1-16,4-4-1 15,0-7-1-15,0 1 1 16,15-3 0-16,9 0 15 16,9 0-14-16,4-6-1 15,4-2 0-15,-2 0 0 16,0 6 0-16,-10-3-1 0,-9 2 0 15,-8 2 0 1,-5 1 0-16,-7 0 6 0,0 0-6 16,0 0-1-16,0 0-64 15,-2-3-121-15,-3 0-117 16,-1-2-360-16</inkml:trace>
  <inkml:trace contextRef="#ctx0" brushRef="#br0" timeOffset="14173.98">9488 8339 717 0,'0'0'167'0,"0"0"-25"15,0 0 14-15,0 0 43 0,0 0 13 0,0 0-32 0,37-80-5 16,-26 76-36-16,9 4-32 16,5 0 0-16,4 0-11 15,4 9-8-15,2 12-11 16,1 9-4-16,-5 14-21 16,-10 7-16-16,-7 6-6 15,-14 3-12-15,-1 6-12 16,-26 1-5-16,-13-1-1 15,-9-1 0-15,-11-4-48 0,-39 10-116 16,16-19-365 0,1-14-570-16</inkml:trace>
  <inkml:trace contextRef="#ctx0" brushRef="#br0" timeOffset="15853.59">9543 8657 565 0,'0'0'160'0,"0"0"-75"0,0 0 68 0,0 0 58 16,0 0 30-16,0 0-33 16,0 0-13-16,-1-34-34 15,1 34-17-15,0 0-36 16,0 0-17-16,0 0-31 16,0 0-13-16,0 0-10 15,16 0 0-15,11 0 5 16,26 3 6-16,40-3-1 15,56 0-9-15,35-7-13 16,17-10-19-16,-4 1 3 16,-28 2-9-16,-15 6 0 15,-25 3-4-15,-38 2 4 16,-24 3 1-16,-30 0-1 0,-17 0 0 16,-7 0 1-16,-7 0 0 15,-3 0 11-15,-3 0 37 16,-12-2-12-16,-10 2-28 15,-3 0 2-15,2 0-1 16,3 0-9-16,6 0 0 16,7 0-1-16,4 0-7 15,3 0 5-15,0 0-22 16,-1 0-67-16,-5 13-108 16,2 0-132-16,1-3-563 0</inkml:trace>
  <inkml:trace contextRef="#ctx0" brushRef="#br0" timeOffset="16685.56">11349 8467 682 0,'0'0'344'0,"0"0"-233"0,0 0-27 0,0 0 97 15,0 0-27-15,0 0-40 16,0 0-9-16,49 0-25 0,-24-3-17 15,5-6-8 1,2-5-29-16,0 2-8 0,-6-3-10 16,-7 2-1-16,-8 4 4 15,-8 3 17-15,-3 3 10 16,0 3-28-16,-17 0-10 16,-9 3 1-16,-6 12 1 15,-10 7 11-15,-4 4 10 16,-1 4 11-16,2 4-3 15,7-3 6-15,9-3-25 16,11-4-10-16,10-4-2 16,8-5 1-16,3-6-1 15,21-5-1-15,12-4 1 16,6 0 0-16,1-3-17 16,1-2-12-16,-9-1-5 0,-11-1 34 15,-6 6 0-15,-11 1-11 16,-7 0-6-16,-6 12 17 15,-19 9 19-15,-8 6 6 16,-6 3 4-16,0 1 4 16,5 1 1-16,7-5-15 15,7-2-12-15,13-7-6 16,7-2-1-16,3-5 1 16,24-5 6-16,8-6 8 15,9 0-3-15,11 0-11 16,-2-9 1-16,6-2 4 15,-9 1-6-15,-6-1-31 16,-9 2-57-16,-10-6-90 0,-12 3-173 16,-6-3-347-16</inkml:trace>
  <inkml:trace contextRef="#ctx0" brushRef="#br0" timeOffset="17154.55">11738 8596 527 0,'0'0'586'0,"0"0"-397"0,0 0-80 0,0 0 87 15,94-40 0-15,-67 38-43 16,-2 2-59-16,-5 0-26 0,-7 10-17 16,-7 8-6-16,-6 4-1 15,-7 5 2-15,-15 2 0 16,-5 1-9-16,-1-4-14 15,1-4-15-15,7-6-7 16,7-6 1-16,8-9-2 16,5-1-12-16,9-3-31 15,15-17-37-15,11-4 18 16,6-4 7-16,0-4-8 16,-1 0 22-16,-4-1 26 15,-10 7 15-15,-7 7 12 16,-12 5 50-16,-7 3 49 15,0 8-28-15,-14 3-11 16,-4 0-35-16,-6 14-16 16,-3 8 9-16,3 8 7 0,2 3 6 15,6 2-15-15,8-4-14 16,8 0-4-16,0-4-9 16,10-5-1-16,9-6-1 15,4-6-14-15,4-7-76 16,3-3-58-16,8-5-80 15,-8-11-328-15,-5-1-345 0</inkml:trace>
  <inkml:trace contextRef="#ctx0" brushRef="#br0" timeOffset="17420.29">12172 8229 912 0,'0'0'382'0,"0"0"-176"0,0 0-75 0,0 0 46 0,0 0-32 0,0 0-94 0,0 0 6 15,16 29 77-15,-18 16-11 16,-11 8-51-16,0 2-27 16,-1 4-23-16,8-5-15 15,-1-3-6-15,2-7 1 16,0-6-2-16,-1-10-36 15,3-7-75-15,-1-8-102 16,-3-2-151-16,1-6-210 0,0-5-34 16</inkml:trace>
  <inkml:trace contextRef="#ctx0" brushRef="#br0" timeOffset="17752.16">12141 8590 933 0,'0'0'295'16,"0"0"-142"-16,0 0 72 15,0 0-5-15,0 0-72 16,97-53-38-16,-72 53-3 16,-3 0-31-16,-5 17-23 15,-5 4-14-15,-11 3 1 16,-1 3-21-16,0-1-4 16,-11-1 2-16,-4-4-8 15,-1-5-8-15,3-6 6 16,1-7-7-16,5-3 10 0,6 0-2 15,1-12-1-15,3-11-7 16,17-5-15-16,6-5-1 16,0 0-15-16,7-1-35 15,-2 4 7-15,-1 6 2 16,-4 10-38-16,0 7-24 16,-3 7-128-16,7 8-91 15,-3 11-50-15,-7 2 8 0</inkml:trace>
  <inkml:trace contextRef="#ctx0" brushRef="#br0" timeOffset="18120.24">12643 8609 22 0,'0'0'627'0,"0"0"-341"15,0 0 6-15,0 0-6 0,0 0-62 16,0 0-67-16,0 0-37 16,6-89-3-16,-9 76-15 15,0 8-47-15,-4 0-17 16,-6 5-9-16,-3 0-15 15,-8 6-13-15,-5 14 1 16,-1 2 11-16,9 4 4 16,2-4-4-16,11 1-7 15,8-8-6-15,0-2 0 16,17-8 0-16,9-5 9 16,9 0-9-16,4-5 0 15,-3-9-53-15,-2-4-12 16,-4-1 7-16,-10 1 14 15,-9 5 29-15,-4 2 15 0,-7 5 5 16,0 5 15-16,0 1 17 16,0 0-26-16,-3 15-10 15,-4 1 12-15,3 5-13 16,4-1 0-16,0 0-44 16,21-4-164-16,6-5-358 15,0-6-348-15</inkml:trace>
  <inkml:trace contextRef="#ctx0" brushRef="#br0" timeOffset="18720.31">12990 8534 595 0,'0'0'499'0,"0"0"-255"0,0 0 29 0,0 0-21 16,0 0-82-16,0 0-60 15,0 0-43-15,62-31-26 16,-31 28-25-16,-2 3-16 16,1 0 0-16,0 0-55 15,5 4-139-15,-9 5-282 16,-3-2-177-16</inkml:trace>
  <inkml:trace contextRef="#ctx0" brushRef="#br0" timeOffset="19002.73">13396 8453 947 0,'0'0'412'0,"0"0"-274"16,0 0 11-16,0 0-11 15,0 0-49-15,0 0-34 16,0 0 0-16,-14-75 1 16,0 72-3-16,-8 3-31 15,-1 0-15-15,-9 9 8 16,-4 11 7-16,2 5 24 15,0 5 8-15,12 7-31 16,15-1-1-16,7-1-8 16,7-3-13-16,28-8-1 15,10-3 7-15,6-10-4 16,3-8-3-16,-1-3-75 16,-3 0-68-16,7-19-115 0,-12-1-264 15,-10-1 150-15</inkml:trace>
  <inkml:trace contextRef="#ctx0" brushRef="#br0" timeOffset="20000.66">13583 8170 861 0,'0'0'253'16,"0"0"-52"-16,0 0 47 15,0 0-37-15,0 0-130 16,0 0 24-16,0 0 30 15,3 59-33-15,-3-12-18 16,0 3-25-16,-6 4-25 0,3 0-10 16,3-2-14-16,0-4-4 15,0-7-4-15,10-4-2 16,3-10-9-16,8-9-13 16,2-8-27-16,2-6-22 15,3-4-59-15,1 0-35 16,-1-13-26-16,-1-4 15 15,-5-2 62-15,-6-4 91 16,-4-1 23-16,-9-3 74 16,-3-1 47-16,0 4 22 15,0 0-23-15,-1 7-10 16,-6 3-15-16,0 7-15 0,1 2-56 16,-1 5-24-16,-2 0 0 15,5 0-9-15,-2 16-2 16,3-2 5-16,3 4 5 15,0 2-8-15,9 1 9 16,9-5 6-16,4-2-5 16,0-1 0-16,-3-7 0 15,-3 1 1-15,-8-3-1 16,-5 1 0-16,-3-2-1 16,0 1 0-16,-8-1 0 15,-2 0 13-15,3-1 1 16,3-2-8-16,4 0 8 15,0 0 1-15,6 0-13 16,10-10-2-16,11-6 0 0,5-2-1 16,0-2-15-16,1-7-20 15,-3 6 8-15,-5-6 20 16,-2 8 8-16,-4 1 1 16,-6 4 12-16,-7 7 33 15,0 4 7-15,-5 3-4 16,3 0-42-16,-1 0-7 15,2 12 16-15,0 6 8 16,-1 1 0-16,-1 4-8 16,-3-4-14-16,0-1 5 15,0-1 3-15,0-7-10 16,0-2 0-16,0-5 1 16,0-3 5-16,0 0 1 15,0 0 8-15,5 0-6 0,7-8-8 16,-1-5-1-1,10 2 0-15,0-5 0 0,2 5-6 16,-1-3 6-16,-2 1 0 16,-3 1 1-16,-2-1 5 15,-2 1-6-15,-4 1 6 16,-2 4 4-16,-4 2-8 16,-3 5 19-16,0 0-21 15,0 2-11-15,0 14 11 16,1 4 18-16,1 2-9 15,2 5 12-15,-1-6 1 16,4-2-8-16,-2-8-5 16,-4 0-8-16,-1-5 0 0,0-4 5 15,0 1-5-15,-8 0-1 16,-9-1 0-16,-3 1-44 16,-2 4-69-16,-12 1-101 15,3-1-398-15,1-3-714 0</inkml:trace>
  <inkml:trace contextRef="#ctx0" brushRef="#br0" timeOffset="20417.02">11404 9312 973 0,'0'0'346'0,"0"0"-173"0,0 0-68 0,0 0 141 15,141-36 0-15,-31 13-94 16,59-5-48-16,37-6-32 15,23-1-18-15,5 3 28 16,-20 8-4-16,-13 5-22 16,-22 3 2-16,-30 2-40 15,-40 4-8-15,-33 4-9 0,-32 2-1 16,-23 1 6-16,0 3-6 16,-10-2 0-16,-7-1 6 15,-4 3 8-15,-22-1-14 16,-8 1-8-16,-9 0-2 15,-4 1-33-15,-31 16-132 16,13-4-138-16,-1-4-396 0</inkml:trace>
  <inkml:trace contextRef="#ctx0" brushRef="#br0" timeOffset="21883.81">8363 7032 398 0,'0'0'248'0,"0"0"-44"0,0 0 15 16,0 0-29-16,0 0 11 15,0 0-61-15,0 0-25 16,-43-41-40-16,36 38 5 16,-2-1-4-16,5 1-10 0,-1 0-15 15,0-2-2-15,2 2 13 16,-1-3 0-16,2 5-9 15,1-3-4-15,-1 1-2 16,2 0 11-16,0 1-6 16,0 2-30-16,5-2-11 15,12-1-1-15,6 0 5 16,12-3-5-16,8 1-4 16,11-6 0-16,6 1-4 15,7-3-1-15,3 0 0 16,-1 2 0-16,-4 2 8 15,-5 2-9-15,-9 3-7 16,-10-1 7-16,-7 2 1 0,-11 0-1 16,-7 1 0-16,-4 2 0 15,-5-2 8-15,-2 2-8 16,-2 0 0-16,1-3 0 16,-1 3 14-16,1 0-1 15,-3 0 2-15,4-3-2 16,-1 1-2-16,-1 2-5 15,-2 0-5-15,1 0 1 16,-2 0 4-16,0 0-2 16,0 0-4-16,0 0 0 15,0 0-1-15,0 0 0 16,0 0-12-16,0 0-19 0,-3 0-52 16,-4 2-62-16,-10 12-74 15,2 0-302-15,3-2-305 16</inkml:trace>
  <inkml:trace contextRef="#ctx0" brushRef="#br0" timeOffset="22365.64">9000 6691 684 0,'0'0'318'0,"0"0"-114"0,0 0-48 0,0 0 36 0,0 0-16 15,0 0-43-15,0 0-38 16,50-32-30-16,-35 32 8 15,0 0-1-15,2 3-16 16,3 5-11-16,10 1-1 16,0 1 12-16,10 4-7 15,0-1-15-15,-1 1-2 16,-4 1-17-16,-8-2-4 0,-5-2-10 16,-15-1-1-1,-1-4 0-15,-6 2 0 0,-6 0 0 16,-12 0 14-1,-7 3 5-15,-5 0-3 0,-5-1-8 16,1 3-7-16,0-2 8 16,-1 1-9-16,-1 2-9 15,3 1 1-15,2 0-14 16,5-1-94-16,8 4-118 16,9-7-143-16,4-2-312 0</inkml:trace>
  <inkml:trace contextRef="#ctx0" brushRef="#br0" timeOffset="23532.58">10133 6638 651 0,'0'0'277'0,"0"0"-171"0,0 0-17 0,0 0 33 16,0 0 40-16,0 0-25 16,43-79-21-16,-43 74-15 15,0 2 3-15,0 2 3 16,0 1-43-16,0 0-33 15,-8 10-15-15,-8 11 7 0,-3 8 30 16,2 4-17-16,-1 3 5 16,4 0-14-16,8 0-14 15,6-5-13-15,0-1 0 16,22-11 1-16,9-3 9 16,11-8 1-16,6-5-11 15,7-3-11-15,-1 0-82 16,-5-12-69-16,-3-9-109 15,-14 2-77-15,-13 1-283 0</inkml:trace>
  <inkml:trace contextRef="#ctx0" brushRef="#br0" timeOffset="23830.72">10101 6623 636 0,'0'0'367'0,"0"0"-123"16,0 0-44-16,0 0 11 15,0 0 10-15,0 0-71 16,86-69-41-16,-56 56-22 16,3-3-36-16,2 5-23 15,-2 0 3-15,-4 5-16 16,-7 2-15-16,-9 4 0 15,-6 4-12-15,-7 13-44 16,0 10-88-16,-17 4-71 0,-6 4-89 16,-15 10-62-1,9-9 16-15,3-8 66 0</inkml:trace>
  <inkml:trace contextRef="#ctx0" brushRef="#br0" timeOffset="24280.38">10227 6752 575 0,'0'0'228'0,"0"0"25"16,0 0 22-16,0 0-43 15,0 0-53-15,91-42-49 16,-62 32-49-16,3-1-30 16,-2 2-23-16,5 2-15 15,0-1-11-15,-2 4 0 0,2-1 4 16,-5 2-6 0,0 3 34-16,-11 0 25 0,-7 3-18 15,-9 11-19-15,-3 2 5 16,-17 5 16-16,-10 3-6 15,-1-3-27-15,3-2-9 16,3-8 6-16,7 0-7 16,7-6-6-16,6-5-19 15,2 0-7-15,9 0-4 16,13-11-11-16,7-5 14 16,3-4 0-16,3-3 5 15,-3-1 6-15,-7 2 21 16,-9 4 1-16,-3 4 9 15,-12 7 41-15,-1 4 21 16,-7 3-19-16,-7 0-28 0,-8 12-5 16,3 6-4-16,1 3 2 15,5 1 0-15,6-2-8 16,7-2-9-16,0-5 0 16,15-2 1-16,10-4-1 15,7-7-12-15,1 0-93 16,12 0-129-16,-12-13-272 15,-4-1-120-15</inkml:trace>
  <inkml:trace contextRef="#ctx0" brushRef="#br0" timeOffset="25162.13">10885 6332 527 0,'0'0'359'0,"0"0"-112"0,0 0-38 0,0 0-23 0,0 0-99 16,0 0 73-16,0 0 20 16,-2 94-67-16,2-38-20 15,0 3-41-15,0-5 5 16,0-5-29-16,0-7-14 16,0-7-14-16,2-8 0 15,-2-7-51-15,0-6-95 16,0-8-128-16,0-2-55 15,-5-4-2-15,0 0 10 16,-4-10 83-16,8-3 185 16,-2-5 53-16,3-2 67 15,0-1 30-15,4 2 81 16,15 1 17-16,6 4-26 0,2 5-21 16,6 3-14-16,2 6 0 15,0 0-20-15,-2 2 13 16,-2 10-3-16,-11 4-37 15,-9 2-45-15,-11 3-16 16,-3-1-1-16,-20-1-6 16,-10-2-1-16,1-4-17 15,-1-8 0-15,2-4 6 16,6-1-7-16,12 0 0 16,8-9-6-16,5-7-28 15,16-5-57-15,17-3-1 0,11-2-48 16,6 2-69-1,4 3-18-15,-1 3 18 0,-2 8-7 16,-6 4 44-16,-12 4 114 16,-8 2 58-16,-10 0 28 15,-9 0 105-15,-2 0 91 16,-4 0 94-16,0 0-15 16,0 0-104-16,0-6-111 15,-1-1-26-15,-12-1-18 16,0 2-29-16,-3 3-14 15,-1 3-1-15,-3 0-9 16,2 5 9-16,-1 11 1 16,2 4 7-16,4 2 3 0,5-1 0 15,6 0-5-15,2-4-5 16,5-5 6-16,19-3 3 16,0-6-2-16,11-3-7 15,-1 0-1-15,0-6-38 16,-5-8-21-16,-5 1-1 15,-6-2 24-15,-8 1 13 16,-6 2 17-16,-4 2 4 16,0 2 2-16,0 5-6 15,-2 3 6-15,-4 0 13 16,-1 12-6-16,2 8 23 16,-1 4 1-16,6 0 3 15,0-2-11-15,0-4-11 16,11-2-12-16,0-5 0 0,5-3-66 15,7-7-114-15,-3-1-301 16,-4 0-182-16</inkml:trace>
  <inkml:trace contextRef="#ctx0" brushRef="#br0" timeOffset="25629.22">12173 6590 333 0,'0'0'295'0,"0"0"-8"0,0 0-66 0,0 0-6 16,0 0-2-16,0 0-42 15,0 0-21-15,3-59-27 16,-7 49-42-16,-6 0 19 16,-6 3-38-16,3 3-19 15,-9 4-15-15,-3 0-9 16,-5 7 2-16,4 14 0 15,2 5 5-15,6 2-5 0,8 4-12 16,10-3-8-16,8-4-1 16,20-4 10-16,13-4-4 15,7-7-5-15,5-7-1 16,1-3-80-16,-1 0-59 16,-2-6-95-16,-3-13-102 15,-13 1-52-15,-13 1-725 0</inkml:trace>
  <inkml:trace contextRef="#ctx0" brushRef="#br0" timeOffset="26778.14">12304 6321 740 0,'0'0'306'16,"0"0"-53"0,0 0-61-16,0 0-26 0,0 0-57 15,0 0 46-15,0 0-56 16,33 65-1-16,-28-23-28 15,-2 4-31-15,2 1-8 16,0-2-21-16,2-6-1 16,1-7-7-16,2-10-1 15,4-5 6-15,1-8-7 16,4-5 0-16,2-2-1 16,2-2-12-16,2 0 7 15,-1-3-13-15,0-8 3 16,-7 2 10-16,0-3 6 15,-5 2 1-15,-3-2-1 0,-6-2 1 16,-3-1 7-16,0 0-8 16,0 0 0-16,0 3-1 15,0 4 1-15,0 5-1 16,0 3-8-16,0 0-17 16,7 0-7-16,-1 13 26 15,4 3 7-15,2 2 1 16,1 2 0-16,2-4 5 15,-2 1 2-15,-1-5-1 16,-5-3 0-16,-4-3-5 16,-3-2-2-16,0-1 6 15,-4-3-6-15,-10 2 9 16,7-2-8-16,0 0 14 0,4 0-9 16,3-9-6-1,0-3-17-15,15-5-22 0,5-4-26 16,9 0 12-16,-1-3 7 15,0 0 19-15,-3 0 20 16,-1 2 7-16,-9 5 10 16,-2 4-4-16,-6 5 35 15,-4 1 28-15,-3 7-4 16,0 0-36-16,0 0-29 16,0 0-1-16,2 10 0 15,3 1 0-15,1 5 0 16,3 0 1-16,3 3 1 15,-1-3 1-15,5 2 11 16,-5-3-5-16,-2-1-1 16,-8-4-6-16,3-2 0 0,-4-4 0 15,0-1 14-15,0-3-7 16,0 0-7-16,0 0 11 16,0 0-5-16,10 0-7 15,7-9-1-15,4-7-1 16,9-6-7-16,-2-1-5 15,-3-1 5-15,-3 3 0 16,-6 2 8-16,-8 6 1 16,-2 2 14-16,-6 6-4 15,0 5 14-15,0 0-23 0,-13 5 0 16,1 14 6-16,-2 5 5 16,1 0 0-16,4 3 4 15,4-5 2-15,5-4-10 16,0-4-7-16,0-5-2 15,5-5 1-15,8-2 0 16,5-2 12-16,6 0-11 16,2-14 9-16,5-5-8 15,-3-2-2-15,-3-2-18 16,-9 1-4-16,-2 1 17 16,-7 2 5-16,-5 6 1 15,-2 4 0-15,0 2 5 16,0 4 0-16,0 3-6 15,0 0-14-15,1 3 6 16,6 11 8-16,0 3 1 0,1 3 15 16,-2 1-6-16,0 3 1 15,-5-4 3-15,-1 0-13 16,0-3-1-16,-13-2 8 16,-12-2-2-16,-12 1 9 15,-6-1-15-15,-9 1 0 16,-3-2-23-16,-19 0-133 15,14-3-197-15,12-6-568 0</inkml:trace>
  <inkml:trace contextRef="#ctx0" brushRef="#br0" timeOffset="27678.23">13759 6458 525 0,'0'0'184'0,"0"0"-134"0,0 0 2 0,0 0 56 16,0 0 46-16,0 0 11 15,0 0 16-15,-23-2-11 16,23 1 12-16,-4-2-11 16,1-1-26-16,0 2-27 0,-1-2-7 15,3 1-19-15,-1 0-12 16,2 1-10-16,0-4-22 16,17-2-29-16,19-4-7 15,16-3-3-15,12-1-8 16,7-2 0-16,4 2 0 15,1 2-1-15,-9 0 1 16,-10 4-1-16,-15 2 0 16,-12 3-6-16,-14 2-5 15,-11 3 11-15,-5 0 1 16,0 0-1-16,-1 0 0 16,-13 0 5-16,2 0-4 15,-2 0 0-15,2 0 0 16,2 0-1-16,1 2-1 15,5 2-32-15,-5 2-61 0,-2 5-75 16,-13 7-88-16,-1-3-223 16,-2-1-397-16</inkml:trace>
  <inkml:trace contextRef="#ctx0" brushRef="#br0" timeOffset="30110.11">14551 6115 439 0,'0'0'176'0,"0"0"-73"0,0 0 27 16,0 0 23-16,0 0 48 15,0 0-11-15,0 0-55 16,-31-20-23-16,31 16-13 16,0 2-17-16,0-1-16 15,0-1-12-15,7-1-25 0,7-1-20 16,4 0 1-16,9-1-9 15,7 2 15-15,4 1-3 16,2 2 13-16,-3 2 18 16,-7 2-11-16,-10 14-27 15,-15 10 2-15,-5 8-2 16,-13 6 6-16,-19 4 1 16,-6-1-7-16,-3 0 0 15,3-6 0-15,6-8-5 16,9-7 0-16,9-11 11 15,13-4-12-15,1-7-6 16,18 0 6-16,17-10 15 16,10-6-8-16,9-3 6 0,6-1-7 15,-2 0 0 1,-2 2 2-16,-8 4-1 0,-11 1 0 16,-10 5 0-16,-14 5-7 15,-6 3 0-15,-6-3 0 16,-1 3 2-16,0 0-1 15,0 0-1-15,0 0 0 16,0 0-1-16,0 0 1 16,-3 0-11-16,-2 0-37 15,2 3-57-15,-3 4-55 16,-7 2-96-16,5 0-241 16,0-3-310-16</inkml:trace>
  <inkml:trace contextRef="#ctx0" brushRef="#br0" timeOffset="30793.53">15313 5882 864 0,'0'0'263'0,"0"0"-109"0,0 0 15 0,0 0 1 16,0 0 20-16,0 0-52 15,0 0-43-15,5-71-34 16,-5 71-45-16,0 10-15 16,0 14 23-16,0 11 37 15,-3 9 23-15,-1 6-28 16,3 1-19-16,1-5-15 0,0-4-13 16,5-6-1-16,11-6-3 15,6-6-4-15,4-8-1 16,2-5 0-16,-1-5-21 15,-1-4-102-15,3-2-104 16,-8 0-366-16,-6-2-188 0</inkml:trace>
  <inkml:trace contextRef="#ctx0" brushRef="#br0" timeOffset="32390.85">15545 6113 705 0,'0'0'525'0,"0"0"-342"15,0 0-76-15,0 0 20 16,0 0 34-16,0 0-66 0,0 0-28 16,41-9 24-16,-17 5-1 15,8-5-51-15,5 0-15 16,0-3-15-16,2-2-9 16,-6-1 7-16,-5-3-7 15,-6 1 0-15,-9 0 7 16,-9 0-6-16,-4 2-1 15,0 3 0-15,-19 5-8 16,-6 2 8-16,-5 5 2 16,-5 5-1-16,-2 17 8 15,2 2 1-15,7 2 7 16,6 4 2-16,10-5-7 16,12-4-6-16,0-3-5 15,20-7 0-15,13-2 8 0,9-6-2 16,9-3-7-16,4 0-4 15,1-6-5-15,0-9-37 16,-6 0-31-16,-7-3-16 16,-7 0-52-16,-11-3 35 15,-11 3 86-15,-7-2 24 16,-7 2 16-16,0 2 38 16,0 6 33-16,0 3 22 15,0 3-25-15,-5 4-14 16,2 0-61-16,-4 7 4 15,1 10-12-15,-1 4 35 16,0 3-17-16,5 0-3 16,2-2-8-16,0-2-7 0,9-5 6 15,11-5-6 1,3-2 19-16,6-7-6 0,4-1-8 16,2 0 1-16,1-10-7 15,-5-8-9-15,-4 1 3 16,-7-5-23-16,-10-2 17 15,-4-6-24-15,-6 0 16 16,-1-2-4-16,-16-2-1 16,-3-1 13-16,0 5 12 15,0 3 1-15,4 3 0 16,4 7 0-16,3 8 8 16,4 4 2-16,3 5-11 15,2 0-16-15,0 8-3 0,0 8 11 16,0 7 8-16,4 5 9 15,8 3 1-15,1 4 13 16,3-1-13-16,1-1-4 16,-2-4 0-16,1-4-6 15,-10-5-71-15,-6-4-145 16,0-2-101-16,-33-2-61 16,-9-5-162-16,0-4 178 15,4-3 114-15,18 0 248 16,5 0 307-16,1-7-23 15,2-1 31-15,2 1-34 16,9 2-33-16,1 1-17 16,3-1-104-16,19 1-56 0,9-4-19 15,7 1 16-15,3-4-30 16,3 1-23-16,4-5 1 16,-1 1-4-16,0-1-2 15,-5-1 0-15,-6 0-8 16,-10 2 10-16,-6 4-5 15,-9 3 12-15,-8 3 35 16,-3 4-7-16,0 0-20 16,0 0-27-16,0 2-13 15,0 9 13-15,0 7 0 16,-1 2 8-16,-3-2-2 16,2-2-6-16,2-2 6 15,0-5-5-15,0-2-1 16,4-5 0-16,4-2 1 0,4 0 5 15,2-4-6-15,0-10-1 16,2 0-12-16,-1-2-1 16,-7-1 5-16,1 0 8 15,-8 3-6-15,-1-2 7 16,0 3-2-16,0 2 2 16,0 3 0-16,0 5 0 15,0 3 0-15,0 0-10 16,0 3-4-16,0 11 14 15,0-1 0-15,6 3 9 16,3-1-2-16,3-4-5 16,1-1 7-16,1-4-1 15,0-3-7-15,3-3 0 0,3 0 6 16,5 0-6-16,2-9 0 16,3-3-1-16,-1 3 0 15,-3-1 0-15,-3 0 0 16,-6 4 6-16,-7-2-5 15,-5 5 7-15,-1-5 5 16,-4 0-4-16,2-1-2 16,-2-1 2-16,0-1-7 15,0-2-1-15,0 3-1 16,0 2 8-16,0 0-8 16,0 3-6-16,0 5 5 15,-9 0-8-15,-6 7 3 0,-2 10 6 16,-1 7 15-16,1 1 3 15,6 0 3-15,1-3-5 16,10-1-10-16,0-8 7 16,4-2-5-16,15-5-7 15,10 0 8-15,2-5 1 16,3-1-10-16,1 0-1 16,-7 1-57-16,-1 4-24 15,-9 3-110-15,-12 13-293 16,-6-2-43-16,0 1 2 0</inkml:trace>
  <inkml:trace contextRef="#ctx0" brushRef="#br0" timeOffset="33323.78">14227 8390 546 0,'0'0'247'0,"0"0"-95"0,0 0 91 0,0 0 3 15,0 0-57-15,0 0-24 16,0 0-65-16,-27-31-54 16,42 29 7-16,7-1 51 15,6-1-12-15,13-2-30 16,10-5-3-16,21-7-16 16,0 0-20-16,3 2-6 0,-5-1-7 15,-21 5-10-15,-7 2-1 16,-16 5 1-16,-10 2-1 15,-10 1-23-15,-6 2-69 16,0 0-38-16,0 0-48 16,0 7-73-16,0 2-292 15,0-4-230-15</inkml:trace>
  <inkml:trace contextRef="#ctx0" brushRef="#br0" timeOffset="33689.24">14934 8119 821 0,'0'0'272'16,"0"0"-114"-16,0 0-54 15,0 0 19-15,0 0-33 16,0 0-27-16,0 0-8 16,95-78 5-16,-63 71 28 15,7-1 7-15,-6 4-8 16,-3 1 9-16,-8 3-28 15,-11 3-28-15,-7 12-27 16,-4 5 11-16,-2 5 20 16,-17 5 1-16,-1 0-16 15,-1 2-12-15,0-5 6 16,7-2-10-16,4-6-12 16,5-5-2-16,5-6 1 15,0-3-5-15,18-1 5 0,17-4 12 16,10 0-12-16,10 0 0 15,11-4-34-15,-1-4-58 16,-2 2-79-16,7-7-153 16,-13 3-231-16,-17-2-228 0</inkml:trace>
  <inkml:trace contextRef="#ctx0" brushRef="#br0" timeOffset="34105.53">15646 7781 29 0,'0'0'192'0,"0"0"26"0,0 0-78 0,16-85 53 0,-10 68 34 15,-3 4 65-15,-2 10-71 16,1 3-25-16,-2 3-107 16,0 24-2-16,0 13 49 15,0 14-19-15,0 2-33 16,0 1-35-16,-3-3-6 0,1-4-16 15,2-7-17-15,0-5-1 16,0-5-6-16,0-9-2 16,12-4 0-16,4-8 6 15,6-5-7-15,5 0-33 16,5-6-119-16,16-1-152 16,-8-3-362-16,-6-9-317 0</inkml:trace>
  <inkml:trace contextRef="#ctx0" brushRef="#br0" timeOffset="34856.51">15966 8028 861 0,'0'0'306'0,"0"0"-167"0,0 0-8 16,0 0 13-16,0 0-29 16,0 0-45-16,0 0 25 15,37-6-6-15,-8 3-29 16,4-4-28-16,2-6-23 15,2 2-2-15,-2-6 4 16,-7 0-10-16,-4 0 0 16,-11 0 0-16,-6 0 6 15,-7 5-1-15,0 0-6 16,-8 4-8-16,-9 4 8 16,-6 4 9-16,-3 0-9 15,-3 13 1-15,-2 10 15 16,4 5 2-16,6 5 13 0,9-4-9 15,10 0-6-15,2-5-10 16,15-7 0-16,15-7 3 16,9-7 1-16,6-3-10 15,0 0-5-15,0-13-81 16,-5-4-10-16,-5-1 9 16,-9-1 46-16,-10-2 27 15,-9 4 13-15,-5 2 1 16,-2 1 23-16,0 6 2 15,0 1 17-15,0 3 11 16,0 4-19-16,0 0-33 16,1 11 9-16,16 2 25 15,6 1-1-15,8-1 16 0,5-5-25 16,4-2-10 0,2-6-6-16,-1 0-8 0,-5 0 1 15,-6-8-2-15,-8-8-19 16,-9 0-31-16,-11-5 15 15,-2-3-33-15,-3 1 25 16,-15-4-19-16,-1-3 12 16,-1-4 31-16,1-1 10 15,2 1 9-15,7-1 6 16,4 8-5-16,3 3 7 16,3 7-7-16,0 7 8 15,0 8 6-15,5 2-15 16,5 7 11-16,3 10 18 0,2 9 14 15,2 9 9 1,1 1-9-16,1 1-6 0,-1-2-15 16,-1-7-12-16,-7-1-10 15,-2-6-10-15,-8 1-62 16,0-5-119-16,-30-2-79 16,3-3-275-16,-6-2-72 0</inkml:trace>
  <inkml:trace contextRef="#ctx0" brushRef="#br0" timeOffset="35704.25">16534 7921 339 0,'0'0'610'0,"0"0"-444"0,0 0 53 0,0 0 12 15,0 0-54 1,0 0-55-16,117-66-56 0,-75 57-24 16,3-2-11-16,3 1-9 15,-5-4-11-15,-1 2 2 16,-7 2 1-16,-9 1-8 15,-9 0 5-15,-8 7-3 16,-8 2-7-16,-1 0 6 16,0 2 2-16,-10 14 44 15,0 4 3-15,-2-1-23 16,5 2-5-16,6-1-9 16,1-2-4-16,0-5-8 15,13-4-6-15,4-3 9 16,6-4-2-16,6-2-8 15,-1-2 0-15,1-10-22 0,-2-4-21 16,-4-2 8-16,-4-3-2 16,-8 0 22-16,-5-2 14 15,-4 1 1-15,-2 4 0 16,0 3 0-16,0 4 24 16,0 5 5-16,-2 6-11 15,-1 0-18-15,-2 6 0 16,-1 9 0-16,0 5 9 15,2 1 3-15,1-3 1 16,3-5-13-16,0-2 1 16,0-5-1-16,4-2 0 15,9-4 8-15,8 0-8 16,2 0 0-16,5-7 0 0,4-5-1 16,0-2-11-16,0 1 0 15,-4-4 0-15,-4-1 12 16,-8 3 0-16,0-4 0 15,-9 1 1-15,-1-3 5 16,-3 4-5-16,-3 5-1 16,0 3 6-16,0 4 16 15,0 5-22-15,0 0-9 16,0 3-16-16,0 10 25 16,-5 4 6-16,1-1-6 15,1 0 1-15,3-8 0 16,0 2-1-16,0-7 0 15,13-3 1-15,6 0 5 0,6-13-5 16,3 0-1-16,6-4-9 16,-2 0-2-16,-2-1 5 15,-5 5 6-15,-5 7 6 16,-9 1-5-16,-2 5 5 16,-6 0 6-16,-3 16 35 15,0 6 18-15,0 5-11 16,0 3-28-16,-3 0-15 15,-6-2-6-15,1-2-5 16,-5-2-6-16,-7-3-47 16,-7 3-128-16,-36 12-164 15,4-6-190-15,-1-1-174 0</inkml:trace>
  <inkml:trace contextRef="#ctx0" brushRef="#br0" timeOffset="36119.94">15369 8692 371 0,'0'0'1072'0,"0"0"-884"0,0 0-114 0,0 0 249 16,0 0-117-16,0 0-135 0,85-51-34 16,33 25 12-16,68-14-12 15,54-8-12-15,37-2 36 16,16 2 30-16,-24 8 33 16,-24 5-24-16,-38 7-36 15,-45 7-39-15,-51 6-15 16,-40 10-10-16,-33 2 0 15,-21 2-8-15,-11-2-11 16,-6 3 8-16,-12 0-2 16,-19 0 13-16,-13 0-15 15,-2 0 3-15,2 4 0 16,9 4-74-16,7-1-115 16,-2 4-83-16,6-4-268 0,4-2-368 15</inkml:trace>
  <inkml:trace contextRef="#ctx0" brushRef="#br0" timeOffset="36720.41">14820 7345 497 0,'0'0'276'0,"0"0"-71"0,0 0-13 0,0 0 53 0,0 0 21 0,0 0-34 16,0 0-98-16,-55-11-34 15,112 4 9-15,46-7-26 16,72-11-17-16,48-8-15 16,43-3-20-16,14 0 15 15,-17 4 33-15,-16 7-39 16,-38 8-13-16,-42 9-2 15,-48 7-19-15,-41 1-6 16,-31 0-32-16,-22 0-53 16,-12 0-68-16,-13 0-127 0,-4 0 107 15,-58 7-69-15,4 0-314 16,0 2-406-16</inkml:trace>
  <inkml:trace contextRef="#ctx0" brushRef="#br0" timeOffset="76838.22">16521 5681 993 0,'0'0'339'16,"0"0"-223"-16,0 0-9 0,0 0 87 0,0 0-18 16,0 0-55-16,2-54-69 15,9 43-17-15,6-2 15 16,5-5-7-16,1 0-25 0,12-3 2 15,6-1 8-15,14-7-5 16,28-11-7-16,41-17-15 16,60-17 5-16,26-5 0 15,6 8-5-15,-14 10-1 16,-36 18 2-16,-14 5-1 16,-10 6 0-16,-18 7-1 15,-26 7 0-15,-28 4 0 16,-20 8-1-16,-15 0 0 15,-5 0 1-15,-2 0 1 16,-7 0-1-16,-11 3 13 0,-7 2 22 16,-1 1 43-16,-2 0-23 15,0 0-21-15,0 0-19 16,0 0-7-16,0 0-8 16,0 0-10-16,0 0 2 15,0 0 7-15,0 0-18 16,0 0 19-16,0 0 0 15,0 0 1-15,0 0 0 16,0 0 0-16,0 0-1 16,0 0-39-16,0 0-79 15,0 1-104-15,2 8-162 16,-2 0-455-16</inkml:trace>
  <inkml:trace contextRef="#ctx0" brushRef="#br0" timeOffset="77419.63">19606 4486 986 0,'0'0'351'0,"0"0"-150"0,0 0 6 0,0 0-24 0,0 0-96 16,0 0-30-16,0 0 15 16,24 48-3-16,-18-16-16 15,-2 4-5-15,-4 6 20 16,0 0-4-16,0-1-11 16,0-3-31-16,0-3-7 15,0-3-14-15,0-8 0 16,0 0-1-16,0-4-22 15,1-1-123-15,2-4-189 16,0-7-508-16</inkml:trace>
  <inkml:trace contextRef="#ctx0" brushRef="#br0" timeOffset="78119.41">20026 4564 1066 0,'0'0'502'0,"0"0"-388"15,0 0-3-15,0 0 71 16,0 0-49-16,0 0-90 16,0 0-43-16,6-6 0 15,-5 20 27-15,-1 5-2 16,0 5-5-16,0 2 7 15,0 4-14-15,0-3-1 0,0 3 6 16,0-2-9-16,0-6-2 16,0-4-5-16,0-6-2 15,0-4 0-15,0-5 0 16,0-3 1-16,0 0-1 16,0 0-1-16,0-12-17 15,-1-6 0-15,-4-2 9 16,4-4 3-16,1-2 5 15,0 0 1-15,0-2-2 16,0 2-5-16,6 4 5 16,1 1 2-16,1 8-7 15,0 2 7-15,1 6 1 0,6 4 0 16,-2 1 0-16,2 0 0 16,2 3 6-16,-2 12 2 15,0 2-8-15,0 2 17 16,-2 2-5-16,1 6-5 15,-2-3-8-15,3-3 6 16,-1-2-5-16,3-5 6 16,0-4-6-16,-2-7-1 15,0 0 7-15,-1-3 4 16,1-3-4-16,2-10 1 16,-3-6-8-16,1-4 5 15,-1-1-5-15,-4-6-1 16,-4 2 1-16,0-3 0 15,-6-1 6-15,0 2-6 16,0 3-1-16,0 6 1 0,-7 4 0 16,0 7 0-16,1 7 0 15,-1 3-17-15,-2 0 8 16,-3 8-1-16,5 11-31 16,-6 5-75-16,6 11-151 15,1-5-244-15,6-7-66 0</inkml:trace>
  <inkml:trace contextRef="#ctx0" brushRef="#br0" timeOffset="78535.63">20662 4561 696 0,'0'0'593'0,"0"0"-325"0,0 0-34 0,0 0-35 16,0 0-4-16,0 0-78 0,0 0-94 15,0-35-23-15,0 48-1 16,-4 6 1-16,-3 6 0 16,-4 0 14-16,4 2-2 15,4-2 4-15,3-2-9 16,0-2-1-16,6-5 5 16,10-4-10-16,7-4 14 15,3-7-2-15,3-1-5 16,0-1-1-16,-4-11-7 15,-1-5 1-15,-8-1 0 0,-7-2 0 16,-6-4-1-16,-3-2-11 16,-5-1-7-16,-15 0-2 15,-7 3 8-15,1 5 1 16,-3 9-5-16,-1 6 10 16,2 4 6-16,2 0 0 15,7 10-7-15,3 5-15 16,10 2-132-16,6 6-101 15,6-7-135-15,10-1-253 0</inkml:trace>
  <inkml:trace contextRef="#ctx0" brushRef="#br0" timeOffset="78902.57">20951 4529 1018 0,'0'0'519'0,"0"0"-352"15,0 0 16-15,0 0-51 16,0 0-59-16,0 0-18 16,0 0-8-16,41 22 0 15,-34-4 0-15,3 4-2 16,-1-1-10-16,-2 0-5 16,1-1-18-16,-3-5-5 15,4-4-1-15,-5-4-4 16,3-6 4-16,-4-1 3 15,9 0 7-15,0-10 2 0,0-8-17 16,4-3 0 0,1-3 0-16,-3-2 0 0,-3 1 0 15,-2 1-1-15,-3 1 0 16,-2 5-1-16,-3 9 1 16,-1 3 0-16,0 6-7 15,0 0-18-15,0 6-6 16,0 10-60-16,0 11-192 15,5-3-376-15,2-5-398 0</inkml:trace>
  <inkml:trace contextRef="#ctx0" brushRef="#br0" timeOffset="79117.99">21526 4588 1431 0,'0'0'394'0,"0"0"-276"0,0 0 55 0,92-24-13 0,-50 16-80 16,3 3-37-16,-2 2-29 16,-6 3-14-16,-2 0-69 15,-10 0-164-15,-9 3-633 0</inkml:trace>
  <inkml:trace contextRef="#ctx0" brushRef="#br0" timeOffset="79635.5">22043 4426 588 0,'0'0'723'15,"0"0"-466"-15,0 0-63 16,0 0-25-16,0 0-16 16,0 0-79-16,0 0-53 15,26-83-11-15,-14 76-9 16,3-1 0-16,3 2-1 16,4 2-9-16,6 1 9 15,4 3 0-15,5 0-5 16,-2 0 5-16,-1 6 0 0,-8 7-1 15,-9 4-8-15,-11 2-9 16,-6 2 18-16,-13-1 12 16,-17 2 16-16,-7-2 4 15,1-2-11-15,2-6-6 16,9-3-9-16,10-3-6 16,10 1 0-16,5-4-6 15,4 1-13-15,19 0 18 16,7 2 1-16,5 1-9 15,0 1-10-15,-6 3 4 16,-3 2 9-16,-10 3 4 16,-12 0-10-16,-4 3 6 15,-10 1 6-15,-18-2 24 0,-7 0 13 16,-6-3-8-16,0-3-14 16,2-3-2-16,5-3-13 15,5-3-6-15,9-3-38 16,8 0-196-16,11 0-351 0</inkml:trace>
  <inkml:trace contextRef="#ctx0" brushRef="#br0" timeOffset="80251.39">22571 4502 952 0,'0'0'575'0,"0"0"-314"0,0 0 36 0,0 0-76 0,0 0-83 0,0 0-70 0,0 0-16 16,130-24-10-16,-74 21-26 15,3-1-8-15,-1 1-8 16,-7 3-2-16,-8 0-91 16,-12 0-142-16,-18 0-119 15,-9 0-343-15,-4 3-230 0</inkml:trace>
  <inkml:trace contextRef="#ctx0" brushRef="#br0" timeOffset="80599.97">23123 4363 565 0,'0'0'288'0,"0"0"-42"16,0 0 48-16,0 0 16 15,0 0-64-15,0 0-75 16,0 0-72-16,26-41-52 16,-28 41-22-16,-5 0-7 15,4 8 3-15,3 4-9 16,0 1-3-16,2 4-3 16,16-2 14-16,4 4 0 15,8-1-6-15,0-1 4 16,-1-1-12-16,-6-1 0 15,-9-1-4-15,-10-2-2 16,-4 2-5-16,-11 0 5 0,-18-1 7 16,-4 1 2-16,-6-3-8 15,1 0-1-15,-2-2-1 16,-5-3-131-16,6-3-219 16,9-3-409-16</inkml:trace>
  <inkml:trace contextRef="#ctx0" brushRef="#br0" timeOffset="80819.21">22985 4393 652 0,'0'0'653'0,"0"0"-413"16,0 0-70-16,85-33 66 0,-39 22-37 15,7 1-72-15,7 1-34 16,-1 0-32-16,-6 3-33 15,-8 3-26-15,-13 3-2 16,-9 0-29-16,-21 12-152 16,-2 3-214-16,0 1-414 0</inkml:trace>
  <inkml:trace contextRef="#ctx0" brushRef="#br0" timeOffset="81334.67">23578 4399 806 0,'0'0'372'15,"0"0"-175"-15,0 0-19 0,0 0 63 16,0 0-67-16,0 0-88 16,0 0-21-16,90 27 10 15,-78-2-8-15,-4 7-14 16,-2 1-19-16,-5 7-7 15,-1-3-8-15,0-4-7 16,0-3-11-16,0-6 5 16,-1-7-6-16,-6-7 0 15,-2-6-21-15,-2-4-6 16,-2 0-11-16,-6-4-1 0,4-10 11 16,-2-5 14-1,2-6 4-15,1-2 10 0,5-5 0 16,1-4 0-16,4-2 0 15,4 0-7-15,0-2 6 16,14 2-15-16,7 5 7 16,4 5 8-16,5 8-13 15,2 5 12-15,-2 8 1 16,0 4 1-16,-3 3 8 16,-5 1 1-16,-6 13 3 15,-7 5 11-15,-9 5-4 16,-4 5 4-16,-23 1-6 15,-2-2-6-15,-4-1-1 16,2-2-9-16,4-8-1 16,11-3-1-16,4-4-98 0,12-10-124 15,3 2-112-15,16-2-300 16</inkml:trace>
  <inkml:trace contextRef="#ctx0" brushRef="#br0" timeOffset="82048.45">23953 4381 995 0,'0'0'517'0,"0"0"-350"0,0 0 26 0,0 0 22 0,0 0-58 16,0 0-70-16,0 0-38 16,70-30-14-16,-69 42-8 15,-1 7-5-15,0 5 13 0,0 3-13 16,0 4-3-1,-6-3-8-15,0-1-4 0,2-6-7 16,0-5 0-16,2-8 6 16,2-3-6-16,0-5 0 15,0 0 1-15,0 0-1 16,0-10-13-16,0-4 0 16,4-5-1-16,2-2-1 15,0-3 2-15,2-1 12 16,-1 2 1-16,-2 1-6 15,-2 2 6-15,2 4 0 16,-3 4 1-16,1 4 0 0,0 2 0 16,-3 3 7-1,6 2 3-15,-3 1-11 0,0 0 2 16,1 0-2-16,0 4 8 16,0 7 1-16,6-1 1 15,-5 2 8-15,5 0-17 16,-2-1 13-16,-3-5-8 15,4 1-5-15,-6-5 0 16,0 2 5-16,-3-2-5 16,2-2 0-16,0 0 0 15,3 0 5-15,2 0 1 16,3-6-6-16,1-5-1 16,2-4-2-16,1-1-11 0,-1-4-4 15,1-2-1-15,-1-1 1 16,2-2 0-16,-4-2 16 15,-1 6 0-15,2 4 0 16,-2 4 1-16,-1 5 2 16,-2 5-2-16,-1 3-1 15,1 0 0-15,0 11 1 16,-4 8 13-16,5 8 5 16,-1 0 2-16,-2 5 6 15,-2-2-10-15,-3-2-1 16,0-1-14-16,0-1 0 15,-8-1-1-15,-10-4-98 16,-16 2-172-16,6-6-322 16,4-7-304-16</inkml:trace>
  <inkml:trace contextRef="#ctx0" brushRef="#br0" timeOffset="82200">24312 4526 1096 0,'0'0'379'0,"0"0"-264"0,0 0 21 0,0 0-19 16,0 0-110-16,0 0-7 16,0 0-130-16,-57 47-258 15,25-33-326-15</inkml:trace>
  <inkml:trace contextRef="#ctx0" brushRef="#br0" timeOffset="83298.1">18139 7623 611 0,'0'0'316'0,"0"0"-103"0,0 0-60 0,0 0 30 16,0 0 37-16,0 0-35 0,0 0-78 16,-29-18-51-16,48 15-2 15,11-3-10-15,17-2 9 16,33-3-14-16,49-9-14 16,58-13 0-16,30-3-9 15,8 2 20-15,-19 5-8 16,-39 11-1-16,-25 9-10 15,-35 3-17-15,-32 2-1 16,-30 1 0-16,-11 3-6 16,-10-3 7-16,-7-2 8 15,-10 3-1-15,-7-1 29 16,-3-1-15-16,-17 0-16 0,-2 3-4 16,1 1 5-16,2 0-5 15,6 0-1-15,4 0-8 16,5 1-5-16,-2 7-14 15,5 2-86-15,-8 1-95 16,5 2-274-16,-3-7-306 0</inkml:trace>
  <inkml:trace contextRef="#ctx0" brushRef="#br0" timeOffset="84050.29">20040 7205 671 0,'0'0'317'0,"0"0"-165"0,0 0-23 0,0 0 23 0,0 0-37 0,0 0-57 16,0 0-17-16,-46-16 16 15,29 22 11-15,-2 4 5 16,3 5 11-16,3 2-15 16,6 1-32-16,7 4-9 15,0 1-8-15,13-2-19 16,13 2 10-16,3-4-2 16,7-2-1-16,2-2-8 15,-6-3 2-15,-5 1-1 16,-10 0 0-16,-10-3-1 15,-7 1 0-15,-1-2 0 16,-21 4 6-16,-11-4 7 16,-4 1-1-16,0-3-2 0,5-3 11 15,9-4-11-15,8 0 5 16,10 0 3-16,5-8-5 16,9-8-13-16,20-3 0 15,10-7-2-15,6 1 2 16,8 1-1-16,-4-1 0 15,-7 1 1-15,-7 5 1 16,-12 0 0-16,-10 4 5 16,-9 0 0-16,-4 3-5 15,-12 3-1-15,-15 0 1 16,1 5-1-16,-4 1 0 16,1 3 1-16,3 0-1 15,2 0-1-15,6 3 0 0,2 3-5 16,5 6 0-1,5-2-10-15,3 4 4 0,3-2-57 16,4 6-188-16,11-6-139 16,3-2-335-16</inkml:trace>
  <inkml:trace contextRef="#ctx0" brushRef="#br0" timeOffset="84680.62">20515 7222 995 0,'0'0'401'0,"0"0"-272"0,0 0-1 0,0 0 46 16,0 0-77-16,0 0-64 15,0 0 17-15,43 9 1 16,-36 10-4-16,0 4 12 15,-4 4-3-15,2 1-13 16,-5 2-18-16,5-6-16 16,-5 0-8-16,0-8-1 15,0-5 1-15,0-7-1 16,0-2-1-16,0-2 1 16,0 0 0-16,0-11-14 15,-1-7 0-15,-3-4 4 16,4-8-3-16,0 6 1 0,0-7-3 15,4 5 3-15,4 2 5 16,2 5 5-16,0 2 2 16,1 7-9-16,3 4 9 15,0 6 1-15,-3 0-1 16,4 3 12-16,2 12-3 16,-2 3 6-16,0 3 0 15,1 0-14-15,-2-2 0 16,-2-4 6-16,-2-3-7 15,-5-3 0-15,-4-7-6 16,-1-2-6-16,0 0 10 16,0-2-4-16,0-11 5 15,0-1-1-15,0-5 1 0,0-4 1 16,0-1 0-16,0-3 0 16,6 0 1-16,-5-2-1 15,2 10 1-15,-1 0-1 16,-1 8 1-16,-1 9-1 15,3 2-13-15,-3 0-87 16,6 22-75-16,-1-1-330 16,0-5-160-16</inkml:trace>
  <inkml:trace contextRef="#ctx0" brushRef="#br0" timeOffset="85064.83">20951 7211 1011 0,'0'0'499'0,"0"0"-401"0,0 0 93 0,0 0-4 0,0 0-89 16,0 0-42-16,0 0 5 15,0 41-2-15,0-23-15 16,0-3-13-16,5 0-14 16,5-5-6-16,6 0-9 15,0-6 13-15,4-3-2 16,0-1-7-16,3 0-4 15,1-10-2-15,-6-7-1 16,-1-1 1-16,-9-4 0 16,-6-2 0-16,-2-3 1 0,-11 1 0 15,-16 2-1 1,-8 5 2-16,-7 4 14 0,0 6 8 16,3 9 3-16,4 0-9 15,7 0-11-15,8 16-7 16,10 1-5-16,6 2-4 15,4 2-22-15,6-1-74 16,17-4-163-16,24-5-55 16,-7-5-268-16,-3-5-247 0</inkml:trace>
  <inkml:trace contextRef="#ctx0" brushRef="#br0" timeOffset="85397.12">21195 7210 1039 0,'0'0'381'0,"0"0"-212"15,0 0 57-15,0 0-24 0,0 0-83 16,0 0-59 0,0 0-2-16,57 28-3 0,-48-11-15 15,1 5-12-15,-4-1-7 16,4-1-10-16,-3-4-3 16,1 0-7-16,-1-8 1 15,3-2 7-15,0-2-8 16,3-4 5-16,2 0 9 15,2-10-2-15,3-9-11 16,-3-3 5-16,-2-4-5 16,-4-3 7-16,-2-2-4 15,-2-1-5-15,-4 2 0 16,-3 5 1-16,1 4 0 0,-1 7 9 16,0 9-4-1,0 4-6-15,0 1-27 0,-16 11-90 16,-5 8-63-16,0 1-491 0</inkml:trace>
  <inkml:trace contextRef="#ctx0" brushRef="#br0" timeOffset="86298.09">22024 7004 743 0,'0'0'324'0,"0"0"-194"0,0 0 80 0,0 0 13 15,0 0 23-15,0 0-83 16,0 0-50-16,-27-42-57 16,39 36-38-16,10-2 7 15,6-1-12-15,5 3-7 16,6 2 0-16,1 2-6 15,-6 2-1-15,-4 0 1 16,-15 9-5-16,-5 8 4 16,-10 3 1-16,-6 6 0 15,-17 1 24-15,-7 0-2 16,-3-3 8-16,3-4-2 16,6-8-16-16,8-1 3 15,9-4-15-15,7-4 0 16,1 0-24-16,23 2 24 0,7-1 7 15,5 1-6-15,-1 2 5 16,-5 2-5-16,-7 3 0 16,-8 2-1-16,-8 1 0 15,-7 1-6-15,-5-1 6 16,-15-1 0-16,-11-4 25 16,-5-2-1-16,-4-2 4 15,2-6-4-15,3 3-12 16,6-3-9-16,7 0-3 15,9 0-3-15,10 0-50 16,6-9-149-16,17-3-502 0,4-2-653 16</inkml:trace>
  <inkml:trace contextRef="#ctx0" brushRef="#br0" timeOffset="86497.4">22393 7162 1207 0,'0'0'514'0,"0"0"-383"0,0 0 82 0,0 0 2 0,0 0-104 0,0 0-77 15,0 0-16-15,113-18-16 16,-82 18-2-16,3-2-39 16,14-1-149-16,-6-3-334 15,-5 3-441-15</inkml:trace>
  <inkml:trace contextRef="#ctx0" brushRef="#br0" timeOffset="86828.4">22985 7017 980 0,'0'0'300'0,"0"0"-109"16,0 0 43-16,0 0-44 15,0 0 4-15,0 0-75 16,0 0-51-16,-4-31 8 15,3 31-16-15,-1 0-21 16,1 0-5-16,1 1-6 16,0 6-8-16,0 6-1 0,10-2 2 15,10 7 15 1,5-2 8-16,1 1-14 0,4 4-5 16,-6-5 2-16,-4 1-12 15,-10-2-6-15,-5-3-8 16,-5 0 7-16,0-2 1 15,-17 1 4-15,-4-2-7 16,-6-3-6-16,2-2-2 16,-3-2-57-16,-16-2-135 15,13 0-166-15,0-9-356 0</inkml:trace>
  <inkml:trace contextRef="#ctx0" brushRef="#br0" timeOffset="86995.78">22970 7001 1151 0,'0'0'316'0,"0"0"-126"0,88-26 82 16,-42 15-37-16,-5 6-89 15,-2 2-66-15,-6 1-53 16,-4 2-27-16,-9 0-2 16,-8 15-183-16,-6-1-388 15,-6-1-395-15</inkml:trace>
  <inkml:trace contextRef="#ctx0" brushRef="#br0" timeOffset="87482.77">23424 7005 1309 0,'0'0'326'0,"0"0"-101"0,0 0-11 15,0 0-27-15,0 0-68 16,101-12-38-16,-78 30-18 15,-4 7-20-15,-6 2-15 16,-8 10 0-16,-5 2 4 16,0 2-10-16,-8-1-13 15,-8-2-7-15,3-5-2 16,-2-7 0-16,0-9-26 16,3-7-29-16,-1-9-4 15,-2-1 20-15,-2-1-4 16,-1-15 4-16,3-3 32 15,2-5 7-15,0-6 5 16,12-2-5-16,1-4 0 0,0-4-1 16,11 2 0-16,10 2-1 15,2 0 1-15,6 7-8 16,-1 5 8-16,2 7 1 16,-2 7 0-16,0 6-5 15,-7 4 5-15,-1 0 1 16,-10 3 8-16,-8 10-9 15,-2 5 12-15,-17 3 10 16,-13 3-13-16,-5-1 3 16,-4-2 8-16,6-7-9 0,5 3-4 15,9-7-7-15,9-1-16 16,9-2-94-16,7-7-168 16,14 0-209-16,6 0-281 0</inkml:trace>
  <inkml:trace contextRef="#ctx0" brushRef="#br0" timeOffset="88111.7">23761 6987 1182 0,'0'0'335'0,"0"0"-128"0,0 0 72 0,0 0-36 0,0 0-116 15,0 0-78-15,0 0-4 16,59-14 2-16,-59 35 1 15,0 7 3-15,0 2-1 0,0 1-14 16,-4 0-17-16,0-6-11 16,1-2-7-16,-1-8 5 15,4-6-6-15,0-5 1 16,0-2-1-16,0-2-6 16,0 0 6-16,0-11-14 15,0-5-1-15,4-5 5 16,3-3 1-16,3-3 9 15,0 3-2-15,1 2-4 16,4 3 5-16,-2 3 1 16,4 6-1-16,-2 4-4 15,-3 4 5-15,0 2 0 16,-2 0 0-16,-4 0-2 16,3 8 2-16,-2 2 0 15,1 3 1-15,-1 3 0 0,1-1 12 16,1 0-12-16,-5-1 8 15,1-6-9-15,-1 0 0 16,-3-5 1-16,-1-1 0 16,0-2 0-16,2 0 9 15,1 0 5-15,4-2-5 16,3-9-10-16,5-3-20 16,3-2 3-16,3 0-7 15,-3 1 1-15,-2 3 14 16,-2 3 8-16,-2 3 1 15,-4 5 0-15,0 1 0 16,1 0 7-16,-5 8 10 16,3 9-4-16,-3 3 2 0,-1-3-5 15,-1 4-9-15,-2-1-1 16,0-1-17-16,0-3-79 16,-32-4-162-16,3-4-243 15,-2-7-235-15</inkml:trace>
  <inkml:trace contextRef="#ctx0" brushRef="#br0" timeOffset="89243.63">19951 5268 715 0,'0'0'383'0,"0"0"-179"0,0 0-37 16,0 0 51-16,0 0-45 15,0 0-60-15,0 0 18 16,38-53-7-16,-37 49-13 0,-1 0-13 16,0 2 5-1,-1 2-36-15,-17 0-42 0,-11 2-16 16,-8 16-8-16,-3 2 0 15,2 6-1-15,6 3-1 16,8-1-5-16,18-2 0 16,6-2 6-16,11-4-1 15,23-5 1-15,11 0 0 16,7-6 0-16,3-3-18 16,-3-3 6-16,-4 6 0 15,-9-3 11-15,-11 7 0 16,-13 1-12-16,-15 2 4 15,-4 2-1-15,-23 0 10 16,-15-3 5-16,-7 3-4 16,-2-6-1-16,0-1 9 0,8-4-9 15,10-7 0-15,9 0 1 16,12 0-1-16,12 0-73 16,22-12-117-16,13-3-401 15,3-1-167-15</inkml:trace>
  <inkml:trace contextRef="#ctx0" brushRef="#br0" timeOffset="89727.15">20221 5370 1056 0,'0'0'526'0,"0"0"-351"0,0 0 2 0,0 0-20 0,0 0-78 16,0 0-57-16,0 0-8 15,32 8 9-15,-31 12 2 0,-1 8 24 16,0 1-7 0,0-1-17-16,0 1-18 0,0-2-1 15,0-5 0-15,0-4-6 16,0-6 0-16,0-6-9 16,0-3-17-16,0-3-38 15,0 0 46-15,0-7 9 16,0-11-50-16,0-5 25 15,4-5 12-15,1-4 0 16,-2-5-2-16,6-2 10 16,2-4-5-16,2 3 8 15,6 1 10-15,3 4 1 0,1 7-1 16,0 9 1-16,1 5 0 16,-4 7 2-16,-5 7 5 15,-2 0 5-15,-4 16 1 16,-6 12 31-16,-3 8 21 15,0 9-17-15,0 4-3 16,0-1-22-16,0-2-7 16,0-5-15-16,0-7 5 15,0-7-6-15,1-6-16 16,5-6-167-16,-6-9-94 16,0-3-258-16,0-3-165 0</inkml:trace>
  <inkml:trace contextRef="#ctx0" brushRef="#br0" timeOffset="89943.58">20253 5467 1030 0,'0'0'356'0,"0"0"-253"0,0 0 82 0,110-24 22 16,-60 18-92-16,4-2-67 15,-6 1-32-15,-1 1-16 16,-14 3-201-16,-12 0-509 0</inkml:trace>
  <inkml:trace contextRef="#ctx0" brushRef="#br0" timeOffset="90358.43">20706 5218 398 0,'0'0'655'0,"0"0"-464"16,0 0-48-16,0 0 80 16,0 0 10-16,0 0-92 15,92-33-20-15,-47 25-14 16,11-2-42-16,8 0-27 15,1-4-14-15,-4 5-14 0,-13 5-10 16,-18 1-7-16,-17 3-102 16,-13 0-118-16,-15 7-265 15,-24 7 154-15,-7-1-68 16,-6 0 29-16,6 0 164 16,4-4 204-16,15-1 9 15,12-7 141-15,12 1 51 16,3-2 17-16,7 0-11 15,14 0 100-15,2 2-18 16,-1 4-16-16,-2 8-61 16,-6 7-45-16,-1 6-32 15,-8 12-52-15,-5 7-27 16,0 8-34-16,-8 0-13 0,-9 16-172 16,0-13-424-1,9-11-765-15</inkml:trace>
  <inkml:trace contextRef="#ctx0" brushRef="#br0" timeOffset="91260.25">20114 7999 669 0,'0'0'329'0,"0"0"-97"0,0 0 6 0,0 0-22 15,0 0 15-15,0 0-87 16,0 0-50-16,-88-48-35 16,52 48-16-16,1 10 3 15,0 6-8-15,8 3-8 16,11 4-17-16,7-1-13 16,9 2-1-16,10-1 1 15,19-2 1-15,13-1 2 16,3-4-3-16,0-1-57 15,-5-3-2-15,-10 0-9 0,-6-2 8 16,-18 3 33-16,-6-2 26 16,-10 6 1-16,-23-3 6 15,-16 4 11-15,-9 0 8 16,-9-3-4-16,0-1-3 16,7-2-11-16,12-6-7 15,16-2-40-15,32-4-214 16,1-10-259-16,28-5-644 0</inkml:trace>
  <inkml:trace contextRef="#ctx0" brushRef="#br0" timeOffset="91741.17">20364 8067 1001 0,'0'0'529'15,"0"0"-399"-15,0 0 84 16,0 0-22-16,0 0-115 15,0 0-76-15,0 0-1 16,0 33 68-16,0-3 9 16,0 6-24-16,-3 2-10 15,-4 0-7-15,3-2-26 16,-2-6 1-16,5-8-10 16,-1-7 0-16,1-6-1 15,1-9-3-15,0 0 2 0,0-10 1 16,11-13-33-16,2-4 23 15,6-8 2-15,-2-1-20 16,-1-1-3-16,-2-1 13 16,-3 2 11-16,2 2 1 15,-2 3 5-15,1 6 1 16,1 2 0-16,2 6 1 16,0 6-1-16,2 4 1 15,0 7 6-15,1 0-1 16,0 0 4-16,-2 4 13 15,-2 10-17-15,-2 3-5 16,-7 10 10-16,-2 5-3 16,-3 4 10-16,0 2-11 0,0 0-5 15,-7 0-2 1,0-4 0-16,-2-4-94 0,1-5-118 16,-2-4-379-16,1-10-219 0</inkml:trace>
  <inkml:trace contextRef="#ctx0" brushRef="#br0" timeOffset="91940.78">20253 8287 1094 0,'0'0'323'0,"0"0"-134"0,0 0 100 0,0 0-141 16,0 0-57-16,94-23-39 15,-38 14-25-15,6-4-27 0,3 0-5 16,11-4-161 0,-15 1-217-16,-14 1-415 0</inkml:trace>
  <inkml:trace contextRef="#ctx0" brushRef="#br0" timeOffset="92191.39">20747 8030 901 0,'0'0'392'15,"0"0"-242"-15,0 0-73 0,0 0 111 16,93-34-58-16,-54 26-76 16,6 2-20-16,6-1 1 15,2 0-11-15,1 0-4 16,-4 0-8-16,-7 1-6 15,-11 5-4-15,-12 1-2 16,-12 0-97-16,-8 0-131 16,-18 0-38-16,-9 4-105 15,-1 3-366-15</inkml:trace>
  <inkml:trace contextRef="#ctx0" brushRef="#br0" timeOffset="92357.39">21053 7977 628 0,'0'0'221'16,"0"0"-59"-16,0 0 114 0,0 0 29 15,0 0-89 1,0 93-24-16,0-55-31 0,-5 5-60 16,-10 0-35-16,0 2-45 15,-1-2-12-15,2-5-9 16,-4 1-49-16,2-11-155 16,2-8-438-16</inkml:trace>
  <inkml:trace contextRef="#ctx0" brushRef="#br0" timeOffset="92525.45">21275 8326 1582 0,'0'0'628'16,"0"0"-527"-16,0 0 66 0,0 0-55 15,0 0-112-15,0 0-87 16,0 0-194-16,-48 36-803 0</inkml:trace>
  <inkml:trace contextRef="#ctx0" brushRef="#br0" timeOffset="92979.31">19731 8975 1041 0,'0'0'563'0,"0"0"-385"0,0 0-36 0,0 0 98 0,0 0 4 0,0 0-141 16,0 0-24-16,191-30-18 15,-4 2-25-15,47-2-23 16,7 7-13-16,-24 4-6 16,-84 11-186-16,-42-2-908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17:51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8321 8783 111 0,'0'0'365'0,"0"0"-212"0,0 0-49 15,0 0-1-15,0 0-40 16,0 0 17-16,31-69-8 16,-25 60-4-16,-1-1 20 15,-3 3-23-15,3 1 47 16,-3-2 20-16,-2 1-13 16,0 0-5-16,0-1 2 0,0 2-36 15,0-1-30-15,0-1 16 16,0 0-7-16,0 4-8 15,0-3-12-15,0 4 8 16,0 0-1-16,1 1-8 16,-1 2-2-16,0 0-7 15,0 0-16-15,0 3-13 16,2 13 0-16,-1 10 11 16,6 10 15-16,-2 11 4 15,-1 7-3-15,-96 300-2540 156,92-389 2513-156,0-2 0 16,3 1 0-16,15 0 0 16,7-3 0-16,2 5 0 15,-10-1 0-15,-12 1 0 16,4 1 0-16,8 3 0 0,-6 4 0 16,-3-1 0-1,-1 4 0-15,1 2 0 0,0 3 0 16,-4 2 0-16</inkml:trace>
  <inkml:trace contextRef="#ctx0" brushRef="#br0" timeOffset="1182.56">8711 8655 0 0,'21'0'0'0,"-14"0"0"0,-4 5 0 0,3 6 0 16,2 13 0-16,-5 0 0 16,-3-16 0-16,0 1 0 15,-7 15 0-15,-4-11 0 16,-5-2 0-16,2-1 0 15,-3 0 0-15,3-4 0 16,-9-3 0-16,-3 2 0 0,7-5 0 16,-1 0 0-16,0 0 0 15,0 0 0-15,2 0 0 16,9 0 0-16,2 0 0 16,-7 0 0-16,2 0 0 15,-1 0 0-15,6 0 0 16,4 0 0-16,1 0 0 15,2 0 0-15,0 0 0 16,0-5 0-16,0 0 0 16,0-2 0-16,0-3 0 15,2 2 0-15,-1 0 0 16,1 3 0-16,-1 2 0 16,2 1 0-16,0 2 0 15,-2 0 0-15,-1 0 0 0,2 0 0 16,-2 0 0-16,3 0 0 15,1 0 0-15,2 0 0 16,1 0 0-16,3 0 0 16,2 0 0-16,-8 0 0 15,10 5 0-15,0 5 0 16,-1 7 0-16,1 4 0 16,-3-8 0-16,4-5 0 15,-5-2 0-15,0 6 0 16,0-2 0-16,0-2 0 15,2-1 0-15,6-2 0 16,7-2 0-16,-4 1 0 16,0-1 0-16,-3 0 0 15,1-1 0-15,-12 4 0 0,-4-2 0 16,7 1 0 0,-4-2 0-16,-2 3 0 0,-4-5 0 15,0-1 0-15,-20 0 0 16,-9 0 0-16,-1-7 0 15,0-5 0-15,2-3 0 16,6 4 808-16,22 11-593 16,0 0-132-16,0 0-9 15,-104-34 31-15,78 34 46 16,-3 0-77-16,3 0-29 16,-1 10-7-16,-1 8-9 15,6 5-10-15,2 2 12 0,4 1 14 16,6 4-3-1,10-5 1-15,0 2-18 0,16-6-5 16,14-7-2-16,13-9 14 16,11-5 3-16,6-10-14 15,2-12-19-15,-6-7 7 16,-11-4-9-16,-9-3-1 16,-18 2 1-16,-11 1 6 15,-7 3 8-15,-17 6-13 16,-14 5 24-16,-11 8-16 15,-4 11-7-15,-1 0 15 16,6 22-11-16,7 7-5 16,11 8 0-16,13 2-1 15,10-1-6-15,43-4-99 16,12-11-196-16,6-13-383 0</inkml:trace>
  <inkml:trace contextRef="#ctx0" brushRef="#br0" timeOffset="1695.91">10564 8628 954 0,'0'0'337'0,"0"0"-136"0,0 0-55 0,0 0-67 16,0 0-44-16,0 0 30 15,0 0 23-15,3 91-6 16,1-43-40-16,-2 3-8 15,1 3-18-15,-2-2 1 16,-1-4-7-16,0-4-10 16,0-7 2-16,0-7-1 15,0-3-1-15,0-8-12 16,-1-8-110-16,-6-6-162 16,0-3-326-16,0-2-213 0</inkml:trace>
  <inkml:trace contextRef="#ctx0" brushRef="#br0" timeOffset="2017.26">10467 8582 803 0,'0'0'290'0,"0"0"-187"16,0 0-29-16,77-99 52 15,-32 69-17-15,7 3-57 16,3 5-8-16,5 2 16 16,-2 10 29-16,-6 7 6 15,-4 3-3-15,-13 18-33 0,-14 12-19 16,-12 10-21 0,-9 8-4-16,-10 6 9 0,-19-3-13 15,-11-3-3-15,-5-7-7 16,-3-6 11-16,2-7-3 15,1-9-9-15,9-5-1 16,4-7-25-16,10-7-80 16,10 0-140-16,11 0-248 0</inkml:trace>
  <inkml:trace contextRef="#ctx0" brushRef="#br0" timeOffset="2814.26">12753 8556 614 0,'0'0'262'0,"0"0"-50"0,0 0-2 0,0 0 6 0,0 0-19 16,0 0-45-16,0 0-53 15,-67-38-43-15,47 54-18 16,0 6-9-16,0 5 35 16,1 6-7-16,5 5-15 15,7 2 9-15,5 2-20 16,2-3-14-16,7 1-5 15,18-7-2-15,10-9-4 16,11-8-6-16,5-8 8 16,6-8 1-16,7-3-8 15,-1-18 0-15,-3-6-1 16,0-5 1-16,-9-3 0 16,-15-1-1-16,-13 0 0 15,-14 0 0-15,-9-3-8 0,-15 4-7 16,-19 1 1-16,-9 2 7 15,-8 4 6-15,-3 3 1 16,-2 13-1-16,3 6 0 16,5 6 0-16,-1 3-9 15,9 18 2-15,5 3-14 16,8 6-109-16,9 21-150 16,6-11-328-16,7-4-364 0</inkml:trace>
  <inkml:trace contextRef="#ctx0" brushRef="#br0" timeOffset="3095.05">12899 8719 1073 0,'0'0'331'0,"0"0"-164"0,0 0-40 0,108-54 89 0,-66 44-31 16,-5 5-82-16,-6 5-53 15,-7 0-18-15,-9 15-10 16,-9 8-13-16,-6 5 5 16,0 9 4-16,-11 4-6 15,-4-3 4-15,1 2-8 16,4-6-7-16,10-5-1 16,0-8-6-16,24-6-19 15,27-11-81-15,43-4-92 16,-7 0-109-16,-2-4-383 0</inkml:trace>
  <inkml:trace contextRef="#ctx0" brushRef="#br0" timeOffset="3478.41">14670 8377 755 0,'0'0'646'15,"0"0"-368"-15,0 0-116 16,0 0-68-16,0 0-54 16,0 0 25-16,0 0 28 15,-4 120-22-15,1-61-31 16,2 2-23-16,1 1-9 16,0-6-7-16,0-7-1 15,0-9-7-15,0-6-82 16,-4-14-207-16,2-8-382 15,1-12-248-15</inkml:trace>
  <inkml:trace contextRef="#ctx0" brushRef="#br0" timeOffset="3811.42">14672 8335 738 0,'0'0'214'15,"0"0"-107"-15,0 0-1 16,0 0-11-16,91-87 37 16,-58 81-13-16,6 3-23 0,0 3 14 15,-6 9 11 1,-6 15-10-16,-12 10-31 0,-15 5-30 16,0 8-10-1,-22-1 12-15,-9-1-17 0,-11-8 4 16,-3-1 3-16,6-9-5 15,6-8-10-15,11-5-15 16,12-8 0-16,10-5-12 16,12-1-8-16,34 0 8 15,33-7 2-15,28-8-2 16,13-3-188-16,-28 2-319 16,-25 5-264-16</inkml:trace>
  <inkml:trace contextRef="#ctx0" brushRef="#br0" timeOffset="4548.01">17086 8283 983 0,'0'0'381'0,"0"0"-217"0,0 0-89 0,0 0-24 15,0 0 56-15,0 0 36 16,-23 101-55-16,13-57-34 0,6 0-2 16,-1-3-27-16,2-4-9 15,-1-9-9-15,0-5-6 16,2-8 0-16,2-8-1 16,0-4 1-16,0-3 5 15,0-3-6-15,0-14 0 16,12-9-46-16,4-9 24 15,3-3-6-15,2-10-9 16,3-1 3-16,-1-4-10 16,-1 1-5-16,-1 0 29 15,1 9 19-15,2 7-1 0,-4 10 2 16,0 10-1 0,-3 8 1-16,-1 8 12 0,1 1 9 15,-2 17 18 1,0 11 1-16,-2 7 5 0,5 8-13 15,-4 6-10-15,3 1-8 16,0-3-7-16,0 0-6 16,-3-8-1-16,0-3-53 15,-9-2-150-15,-3-13-404 16,-2-6-439-16</inkml:trace>
  <inkml:trace contextRef="#ctx0" brushRef="#br0" timeOffset="4729.22">17044 8513 1235 0,'0'0'311'0,"86"-30"-221"0,4 6-4 15,35 0 72-15,12 5-81 0,-20 7-49 16,-13 9-28-16,-44 3-177 15,-15 0-638-15</inkml:trace>
  <inkml:trace contextRef="#ctx0" brushRef="#br0" timeOffset="5410.71">18769 8186 1038 0,'0'0'339'16,"0"0"-233"-16,0 0-19 16,0 0 91-16,0 0-28 15,97 39-75-15,-81-9 8 16,-4 9 13-16,-8 3-24 15,-4 5-18-15,0-2-22 16,0-4-8-16,-9-6-18 0,-1-5-6 16,-1-8 0-16,-1-7-12 15,2-8-54-15,0-7-32 16,0 0 26-16,0-11-5 16,0-6-13-16,0-10 4 15,-1-7 33-15,0-3 17 16,1-4 16-16,3-2 19 15,5-1 2-15,2 1 3 16,14 1-4-16,13 4-1 16,6 4-5-16,7 9 5 15,1 8 1-15,-2 7 1 16,-2 10 6-16,-2 0 6 0,-5 4 18 16,-6 15 10-1,-4 3 25-15,-6 4-11 16,0 0-15-16,-2-3-18 15,1-2-6-15,2-2 4 0,4-6-11 16,2-5 6-16,6 1-8 16,1-6 3-16,-1 4-4 15,-3 4-6-15,-10 7 0 16,-7 6 0-16,-7 7 1 16,-8 7 7-16,-22 1 5 15,-10 0 9-15,-9-4 22 16,-4-5-11-16,-1-8-4 0,2-4-14 15,9-7-14 1,10-2 7-16,11-5-8 0,12-4-36 16,7 0-52-16,11-8-103 15,12-9-406 1,4-1-150-16</inkml:trace>
  <inkml:trace contextRef="#ctx0" brushRef="#br0" timeOffset="5795.35">20677 8170 1270 0,'0'0'392'0,"0"0"-214"0,0 0-69 0,0 0 19 0,0 0 2 15,0 0-35-15,0 0-67 16,-73-38-15-16,30 49 20 16,-6 10 25-16,-3 9 29 15,4 5 25-15,7 8-27 16,13 0-36-16,12 1-24 15,16-4-8-15,10-4-7 16,24-4-8-16,18-10-2 16,25-4-2-16,-2-5-98 15,5-9-121-15,29-4-76 0,-30 0-451 16,-6-4-398-16</inkml:trace>
  <inkml:trace contextRef="#ctx0" brushRef="#br0" timeOffset="5928.34">21164 8513 985 0,'0'0'649'15,"0"0"-433"-15,0 0 67 16,0 0-18-16,0 0-101 16,0 0-140-16,0 0-24 15,-34 24-55-15,-11 0-197 16,-7-3-743-16</inkml:trace>
  <inkml:trace contextRef="#ctx0" brushRef="#br0" timeOffset="7275.84">10632 9697 1016 0,'0'0'288'0,"0"0"-95"0,0 0-101 15,0 0-12-15,0 0 0 16,0 0 24-16,96-13 3 0,-3 18-44 15,55 0-22 1,35-5-10-16,23 0-15 0,9-8-1 16,-2-10 5-16,5 4-14 15,12-2-5-15,8 3-1 16,4-1 1-16,6 1-1 16,-7-1 0-16,-4 2 0 15,0 0-1-15,-1 2 1 16,-1-1 1-16,1-1 8 15,-7 2-8-15,-4-1 5 16,-2 2 2-16,-2-1 27 16,-3-4-10-16,3 2-4 15,-5 0 3-15,-8-1-11 16,-2 1-5-16,-9-2-8 16,-8 1 0-16,-9 2 1 0,-15-2-1 15,-10 2 0-15,-12 2 6 16,-6-1-6-16,-3-1-1 15,1 1 0-15,1 0-3 16,3 0 4-16,-1-1 1 16,3-1 0-16,-1 1 0 15,-1 3 0-15,1 0 8 16,-5 2-9-16,1 1 0 16,2 3 12-16,0-3 0 15,0-1 8-15,-3 3-11 16,-6 0 3-16,-10-3 5 15,-9-1-17-15,-8-1 1 16,-4-2 6-16,2-1-5 0,0 2-2 16,-17 0 1-16,-20 2 5 15,-13-1-5-15,-9 1-1 16,1-3 2-16,3 0-1 16,-5 0 20-16,-8 2 4 15,-13 3 2-15,-10-1 28 16,-4 4 14-16,-5-1-29 15,0 0-33-15,0 3-7 16,-14 0-17-16,-31 0-42 16,0 6-182-16,3-4-383 0</inkml:trace>
  <inkml:trace contextRef="#ctx0" brushRef="#br0" timeOffset="8060.56">22121 8121 675 0,'0'0'333'0,"0"0"-189"0,0 0-8 15,0 0 12-15,0 0-5 0,0 0-63 16,0 0-9-16,0-51 2 16,0 45-19-16,0 0-5 15,-7 2 17-15,-3-3-15 16,-6 7 7-16,-8 0-19 16,-9 0-19-16,-7 11 13 15,-4 7 2-15,1 3-7 16,6 3-3-16,9 0-17 15,9 3-7-15,14-3 4 16,5-2-5-16,15 2 0 16,20-3 1-16,10-3 6 0,7-2-7 15,3 1 0 1,-3-1 0-16,-7-1 0 0,-6 2 1 16,-14-1 1-16,-14-1-2 15,-11 3-2-15,-16 0 2 16,-26-1 7-16,-8-1-1 15,-14-2-5-15,-3-1 14 16,-1-5 9-16,5 2 5 16,8-4 4-16,11-3-20 15,16-1-12-15,11 0-1 16,17-2-22-16,21 0-101 16,16 0-158-16,7-13-360 0</inkml:trace>
  <inkml:trace contextRef="#ctx0" brushRef="#br0" timeOffset="8524.11">22199 8248 1094 0,'0'0'383'0,"0"0"-214"0,0 0-18 0,0 0 5 0,0 0-92 15,0 0-32-15,0 0 27 16,9 52 15-16,-1-28-35 15,4-3-3-15,0 0-5 16,2-4-19-16,2-7-5 0,0-2-6 16,1-8-1-1,-2 0-43-15,2-2-41 0,-4-13-46 16,0-6 16-16,-3-1 35 16,0-4 15-16,-6 4 33 15,3 4 24-15,-2 2 7 16,0 10 6-16,2 6 11 15,7 0 2-15,2 16 11 16,0 11 47-16,4 7-14 16,-5 7 1-16,1 2-9 15,-10 2-7-15,-6-4 3 16,0-4-6-16,-18-2-18 16,-14-8-5-16,-7-7 0 15,-7-8-8-15,-6-6-3 16,2-6-11-16,1 0 8 0,8-7-7 15,9-8 0 1,17-4-1-16,13-3-30 0,22-15-147 16,16 3-213-16,7 1-369 15</inkml:trace>
  <inkml:trace contextRef="#ctx0" brushRef="#br0" timeOffset="9108.04">22619 8221 1121 0,'0'0'388'0,"0"0"-257"0,0 0-58 0,0 0 120 0,0 0-17 0,0 0-52 15,0 0-28-15,73 87-52 16,-61-60-7-16,-4-5-19 16,-6-2-11-16,-2-4 3 15,0-5-10-15,-3-5 0 16,-7-5 0-16,-2-1 0 15,4 0-19-15,-1-10-21 16,6-7-3-16,3-5 17 16,0-5-56-16,17-2-16 15,5 1 42-15,7-1 37 16,2 9-1-16,6 9 12 16,-2 5 8-16,-2 6 9 15,-4 6 17-15,-5 13 34 16,-3 3 3-16,-11 9 5 15,-9 0-7-15,-1-1-17 0,-7-3-13 16,-7-4-11-16,-4-2-20 16,4-9 0-16,-1-5-9 15,3-7-12-15,-2 0-28 16,8-1-51-16,2-16 16 16,4 1 11-16,0-7-29 15,4 1-33-15,14-2 36 16,6 1 48-16,1 5 51 15,8 8 1-15,-1 1 39 16,0 9 52-16,3 0 10 16,-4 9 17-16,-2 9 41 15,-6 3-68-15,-9 4-36 16,-11-1-10-16,-3-1-19 0,-3-4-16 16,-16-2-2-1,-4-4-9-15,-1-4-92 0,-10-9-110 16,6 0-185-16,5-4-299 0</inkml:trace>
  <inkml:trace contextRef="#ctx0" brushRef="#br0" timeOffset="9523.78">23239 7940 830 0,'0'0'273'0,"0"0"-99"0,0 0 23 0,0 0 29 0,0 0-45 0,53 88-26 16,-47-43-16-16,-2 1-55 0,-2 1-28 15,-1-3-29-15,-1-9-12 16,0-4-2-16,0-10-13 16,-7-3-1-16,-7-9-5 15,1-7-26-15,-1-2-15 16,6 0 30-16,6-11 5 15,2-4-45-15,10-4-42 16,15-3 2-16,9 5-4 16,1 4 56-16,0 9 29 15,-5 4 15-15,-5 3 1 16,-10 14 0-16,-8 5 31 16,-7 1 40-16,-3 1 10 0,-21-3-7 15,-10-3 10-15,1-5-20 16,-3-2-29-16,1-5-19 15,6-3-16-15,9-2 0 16,10-1-26-16,10 0-78 16,27-10-117-16,11-7-171 15,5 1-317-15</inkml:trace>
  <inkml:trace contextRef="#ctx0" brushRef="#br0" timeOffset="10076.15">23650 8229 785 0,'0'0'515'15,"0"0"-300"-15,0 0-49 16,0 0 23-16,0 0-28 0,0 0-65 16,-93 24-44-16,81-11-21 15,3-1-11-15,6-3-19 16,3-2 0-16,0-4-1 16,3 2 0-16,11-5 6 15,3 0-6-15,3 0-59 16,2-8-43-16,-5-4-15 15,-1-3 28-15,-4 0-25 16,-8 2 73-16,-2-1 12 16,-2 4 11-16,0 2 18 15,0 2 19-15,-3 4 44 16,0 2 7-16,-1 0-35 16,4 13 25-16,0 1 3 15,0 5 2-15,17-1 5 16,10-3-14-16,11-3-31 0,8-5-5 15,10-2-13-15,-2-5-7 16,-3-5-6-16,-9-10-60 16,-11-8-33-16,-12-7 11 15,-14-2-13-15,-5-5 6 16,-3-5 31-16,-12-2 22 16,-2 0 31-16,1-1 10 15,0 2 1-15,4 4 0 16,9 10 10-16,2 8 21 15,1 9 14-15,0 8 34 16,0 4-34-16,0 7-33 0,3 16 76 16,-2 13 4-16,6 9-21 15,0 6-12-15,-2 4-33 16,0 2-17-16,-5-1-9 16,-7 14-93-16,-13-17-252 15,-7-8-426-15</inkml:trace>
  <inkml:trace contextRef="#ctx0" brushRef="#br0" timeOffset="10644.89">21854 8947 773 0,'0'0'487'0,"0"0"-281"0,0 0 93 0,0 0-49 0,0 0-81 0,0 0-76 16,0 0-31-16,78-47 15 16,-36 43-20-16,15 1-19 15,25 0 4-15,38-3-6 16,52-6 1-16,29 1 3 15,11-2 3-15,-8-3-5 16,-29 2 3-16,-19-2-6 16,-39 3-19-16,-36 2-15 15,-29 3 0-15,-17 3-1 16,-5-3 0-16,-4 5-1 16,-7-3 1-16,-9 3 0 15,-6 1 11-15,-2 2-5 16,-2 0 2-16,0 0-8 0,0 0-11 15,-10 7-10-15,-6 8-61 16,-23 6-176-16,3-2-341 16,0-3-660-16</inkml:trace>
  <inkml:trace contextRef="#ctx0" brushRef="#br0" timeOffset="12006.04">21799 9365 763 0,'0'0'512'0,"0"0"-328"0,0 0-3 0,0 0 39 16,0 0-37-16,0 0-103 15,0 0-21-15,28 29 13 16,-20 13-11-16,2 10 39 16,-1 10-25-16,2 2-20 0,2 1-18 15,-1-2-30-15,5-9-7 16,-2-7 0-16,-5-9-116 15,-10-10-152-15,0-10-312 16,-12-12-281-16</inkml:trace>
  <inkml:trace contextRef="#ctx0" brushRef="#br0" timeOffset="12290.12">21830 9442 484 0,'0'0'229'0,"0"0"-78"16,0 0-36-16,106-77 50 15,-71 60 4-15,0 5-45 16,-2 5-36-16,-6 5-27 16,-5 2-18-16,-9 2 2 15,-8 15-7-15,-5 4 11 16,-4 9 10-16,-13 6-31 15,-9-5-14-15,0 2-12 16,-3-9-2-16,4-3-1 16,3-7-154-16,4-10-86 15,5-2-113-15,6-2-293 0</inkml:trace>
  <inkml:trace contextRef="#ctx0" brushRef="#br0" timeOffset="12872.22">22166 9362 198 0,'0'0'805'0,"0"0"-552"15,0 0-114-15,0 0 38 16,0 0 8-16,0 0-79 16,0 0-13-16,59-3-12 15,-51 14-12-15,0 3-34 16,-2 3-13-16,-6 0-11 15,0 1-5-15,0 1-5 16,-19-1-1-16,-4-1-10 16,-6-4-11-16,-3-2-42 0,4-4-19 15,4-2-8-15,13-5 29 16,8 0 48 0,3-6-114-16,7-9-22 0,16-2 73 15,10-2 27-15,5 1-64 16,2 1 65-16,1 4 38 15,-6 2 10-15,-5 5 26 16,-7 3 60-16,-6 3 38 16,-5 0-14-16,-8 0 37 15,0 9-1-15,-1 5-29 16,2-2-51-16,4 3-13 0,4-2-32 16,5-4-8-1,4-1-7-15,5-5-6 0,0-3-6 16,0 0-37-16,-4-11-10 15,-5-4 7-15,-6-1 13 16,-6-5 19-16,-6-3 13 16,0 4 0-16,-16-1-16 15,-6 5 17-15,-6 3 9 16,1 7 9-16,-1 6-4 16,-1 0 9-16,6 6-8 15,3 10-9-15,6 6-6 16,7 0-2-16,7 1-220 15,14-2-293-15,8-9-536 0</inkml:trace>
  <inkml:trace contextRef="#ctx0" brushRef="#br0" timeOffset="14203.64">22724 9387 1154 0,'0'0'280'0,"0"0"-171"0,0 0 96 0,0 0-3 0,0 0-50 16,79 77-50-16,-73-42-43 15,-4 1-16-15,-2-2-18 16,0-2-19-16,-15-5-5 16,-2-4-1-16,-1-9 0 15,0-3-12-15,1-6-19 16,2-5-10-16,2 0 0 15,-1-8 1-15,6-8 4 0,-2-6 26 16,1-2-3-16,-1-9 12 16,7-1-5-16,3-4 5 15,0-4 0-15,3 2-6 16,19 2 0-16,8 0 6 16,5 6-8-16,2 6 0 15,1 6 9-15,-3 10 0 16,-1 7 1-16,-6 3 0 15,-8 7 21-15,-5 16 19 16,-9 6-1-16,-6 4 13 16,-7 5-25-16,-15-1 2 15,-4-4-14-15,-2-6-15 0,5-6 1 16,5-6 5-16,4-6-7 16,10-6-36-16,4-3-94 15,6 0-44-15,16-6-61 16,8-8-91-16,5-4-33 15,2-3 27-15,-2 2 25 16,-3-4 307-16,-8 0 124 16,-5 2 156-16,-2 1 54 15,-9 7 19-15,-1 2-55 16,-4 4-109-16,-1 3-32 16,-2 4-64-16,0 0-58 15,3 0-25-15,-3 3 4 16,0 8 21-16,0 2 5 0,0 1-12 15,0 0-16-15,0-4-1 16,2 1-11-16,3-4 0 16,3-6 1-16,4-1-1 15,-1 0-1-15,1 0-33 16,-2-6-31-16,-1-7 10 16,-4 3-7-16,-3-7 7 15,-2 1 38-15,0-2-4 16,0 0 15-16,-6 2 0 15,-7 5 5-15,1 2 0 16,-5 9-5-16,-1 0 5 16,-2 2-3-16,2 16 4 15,3-1 21-15,3 4-12 16,8-2 4-16,4-2-6 16,0-6-7-16,14-4 1 0,4-4 0 15,9-3-1-15,4 0-26 16,0 0-79-16,1-13-48 15,3-4-22-15,-2 4 25 16,-4-3 50-16,-6-1 65 16,-6-2 29-16,-7 1 6 15,-5 1 22-15,-5-1 55 16,0 3-19-16,-1 1 16 16,-12 4 12-16,1 6-29 15,1 2-31-15,-1 2-20 16,1 0 0-16,-1 8-5 15,0 6-1-15,2 6 0 0,2-2 1 16,3 6-1-16,5-1 2 16,0-2-1-16,0-4 13 15,5 1-7-15,3-1 2 16,-1-7 1-16,-2-1-9 16,-4-5 9-16,-1-1-10 15,0-3 1-15,0 0 0 16,0 0 11-16,-8 0-6 15,3 0-6-15,1 0 1 16,1 0 8-16,3 0-9 16,0 0-2-16,0 0-5 15,7-6 1-15,8-1 6 16,4 1-6-16,2-1-15 16,4 1-24-16,2 1 6 0,0 5 22 15,-2 0 17-15,-3 0 1 16,-6 0 8-16,-4 5 8 15,-4 4 20-15,-6 1 21 16,-2 0 27-16,0-1-23 16,0 2-11-16,-2-2-35 15,-2-3-4-15,-5-2-9 16,6 1-3-16,-2-4-38 16,0-1-119-16,-4 0-84 15,6-3-285-15,-1-7-305 0</inkml:trace>
  <inkml:trace contextRef="#ctx0" brushRef="#br0" timeOffset="14372.81">23466 9264 1094 0,'0'0'219'0,"0"0"-103"0,0 0 51 0,0 0-58 16,0 0-109-16,105 4-38 15,-88-2-260-15,-5-2-292 0</inkml:trace>
  <inkml:trace contextRef="#ctx0" brushRef="#br0" timeOffset="14885.59">23702 9045 611 0,'0'0'297'0,"0"0"-31"15,0 0-18-15,0 0-47 16,0 0-73-16,0 0 51 16,0 0-46-16,38 57-14 15,-35-24-18-15,1 0-39 16,-1 3-36-16,-1-6-15 16,0 0-11-16,-2-7 0 15,0-8-10-15,0-1-58 16,-4-4-77-16,-11-4 4 15,-1 2-57-15,-3-5 33 16,3 0 66-16,-1 0 66 0,4-3 33 16,2 0 0-16,3 4 0 15,5-3 6-15,1-1-6 16,2 0 0-16,0 0 0 16,0 0-6-16,5-1 6 15,8-9 0-15,6-4-2 16,4 1-8-16,4-3-29 15,1 4 17-15,2 0 17 16,-1 7 5-16,-3 2 8 16,-4 3 37-16,-3 0 39 15,-2 2 27-15,-6 9-22 16,-8-1-19-16,-1 4-16 16,-2-1-17-16,0-1-14 15,-2-2-8-15,-6-2-14 16,3-3-1-16,-2-4 0 0,0-1-1 15,4 0-69-15,-2 0-115 16,-1-6-74-16,-3-6-145 16,4 0-375-16</inkml:trace>
  <inkml:trace contextRef="#ctx0" brushRef="#br0" timeOffset="15651.83">23911 9142 560 0,'0'0'160'0,"0"0"-73"0,0 0 54 0,93-19 53 0,-67 16-10 16,-5-1-45-16,-5 4-31 15,-2-3-15-15,-7 3-26 16,-3 0-22-16,-3 0-14 16,-1 0 7-16,0 0 29 0,0 0-11 15,0 0-13-15,0 0-10 16,0 0-17-16,0 3-4 15,0 10 23-15,0 3-11 16,-5 4-2-16,0 0-3 16,-2-1-8-16,2 0-10 15,1-3 8-15,3-6-9 16,1-2 0-16,0-4-1 16,0-4-15-16,0 0 3 15,0 0-2-15,7-11-51 0,-2-5 28 16,3 1 20-1,-1-6-11-15,3 3 19 0,0-1 4 16,2 0 5-16,-1 6 0 16,1 2 1-16,-2 6 5 15,0 2 7-15,-5 3 4 16,2 0 10-16,-4 6 6 16,0 4 5-16,3 2-2 15,-3-3-19-15,4 0 1 16,-1-1 0-16,4-4-11 15,5-4 2-15,6 0-1 16,-4 0-7-16,10 0 12 16,0-10-12-16,0-1-1 0,-4-4 1 15,-4 1 0 1,-6-2 0-16,-8-3 0 0,-3 4 2 16,-2 0 7-16,0 3-8 15,0 6 12-15,-4-1 30 16,3 7 0-16,1 0-33 15,0 0-10-15,0 10 0 16,0 4 1-16,0 1 1 16,0 1-1-16,0 0 0 15,3-2 1-15,1 0-1 16,2-1 8-16,-4-3-9 16,0 1 2-16,-2-4-1 15,0-1-1-15,0 0 1 16,-2 0 7-16,-10 1-8 15,-2-2 1-15,0 1-1 0,-2 0 0 16,3-1-6-16,3 0-109 16,-3 0-156-16,3-2-326 15,0 0-600-15</inkml:trace>
  <inkml:trace contextRef="#ctx0" brushRef="#br0" timeOffset="15821.73">24549 9234 1101 0,'0'0'410'0,"0"0"-232"0,0 0-63 0,0 0-78 0,0 0-37 16,0 0-312-16,0 0-576 0</inkml:trace>
  <inkml:trace contextRef="#ctx0" brushRef="#br0" timeOffset="17395.18">9057 9847 117 0,'0'0'0'0</inkml:trace>
  <inkml:trace contextRef="#ctx0" brushRef="#br0" timeOffset="18567.99">10486 9786 162 0,'0'0'111'15,"0"0"-61"-15,0 0-28 16,0 0 13-16,0 0-5 15,0 0-16-15,0 0 8 16,0 0 1-16,-24 31 7 16,24-31 27-16,4 0 3 15,-1 0-6-15,5 0-10 16,1 0-18-16,-2-2 12 16,4-6-6-16,-1 0 7 15,-2 1 4-15,-1 1 2 16,-4 0 17-16,-3 0-13 15,0 0-10-15,0 0-13 0,0 2-17 16,-3-3-9 0,-4 6 1-16,3-5 0 0,0 3 6 15,4-3-7-15,0 2-13 16,0-4-33-16,4-1 27 16,7 0 3-16,5-4-14 15,5 0 21-15,-1-1-10 16,1 0 14-16,1-2 5 15,0-3 0-15,-2 1 6 16,-1 0 6-16,-5 0 4 16,1 0 54-16,-6 1-28 15,2 1 13-15,-4-1 34 16,-2 5 14-16,-1 0 24 0,-1 0 7 16,-3 0 54-1,0 2-49-15,0 2-32 0,0 1 29 16,0 1-21-16,0 1 7 15,0 3-6-15,0 1-30 16,-3 1-35-16,-11 3-35 16,-11 23-15-16,-23 22 5 15,-21 28 5-15,-19 29 2 16,-5 15 5-16,5 0 3 16,10-10-5-16,19-29-7 15,8-17 3-15,9-16-6 16,1-5-4-16,-2 3-1 15,-4 2 0-15,0 2-1 16,14-9 0-16,6-11 0 0,14-9-1 16,5-7-11-16,8-7-38 15,0-4-19-15,16-3-35 16,17-5-17-16,29-30-141 16,-1 1-280-16,-8-2-258 0</inkml:trace>
  <inkml:trace contextRef="#ctx0" brushRef="#br0" timeOffset="18917.25">10614 9694 633 0,'0'0'203'0,"0"0"-41"0,0 0 1 0,102-62 87 0,-72 51-21 15,-3 1-32-15,-2 4-40 16,-2 5-31-16,-1 1-18 16,-2 7-39-16,0 14 5 15,2 12 8-15,-2 13 0 16,4 10-26-16,0 5-4 16,5 6-23-16,4 0-10 15,5-1-4-15,8-9-6 16,4-7-2-16,2-12-1 15,1-8-5-15,-4-6-1 16,-7-10-8-16,-10-3-36 0,-13-3-62 16,-9-5-46-1,-16 2-92-15,-16-5-153 0,-10 2-479 0</inkml:trace>
  <inkml:trace contextRef="#ctx0" brushRef="#br0" timeOffset="19482.87">9418 10988 689 0,'0'0'248'0,"0"0"-70"0,0 0 20 0,0 0 6 0,0 0 20 16,0 0-52-16,0 0-36 16,53-51 4-16,-16 41-12 15,14 0-54-15,23-7-14 16,-2 4-2-16,3-3-22 16,-6 3-17-16,-21 9-19 15,-4-6-16-15,-14 10-81 0,-18 0-87 16,-21 0-195-16,-20 10-196 15,-7-2 22-15</inkml:trace>
  <inkml:trace contextRef="#ctx0" brushRef="#br0" timeOffset="19682.06">9665 10914 378 0,'0'0'222'16,"0"0"-43"-16,0 0-20 16,0 0 49-16,0 0 140 15,0 0-96-15,0 0-35 16,22 87-32-16,-22-44-1 15,-2 8-46-15,-14 6-50 16,-8 4-42-16,4-2-22 0,2-8-19 16,2-5-5-16,10-11-6 15,6-6-41-15,5-10-139 16,48-14-64-16,-1-5-293 16,2 0-377-16</inkml:trace>
  <inkml:trace contextRef="#ctx0" brushRef="#br0" timeOffset="20014.89">11025 11004 1363 0,'0'0'375'0,"0"0"-211"15,0 0-1-15,0 0-22 16,0 0-51-16,0 0-22 16,0 0 18-16,-1 57 1 15,-5-17-32-15,-7 11-27 16,-3-3-1-16,-3 4-14 16,-1-4-7-16,0-3-5 15,0-7-1-15,3-1 0 16,4-13 0-16,5-8-39 15,2-6-79-15,6-4-88 16,0-6-82-16,3-7-56 16,8-8-382-16</inkml:trace>
  <inkml:trace contextRef="#ctx0" brushRef="#br0" timeOffset="20265.18">10892 10994 548 0,'0'0'801'0,"0"0"-578"16,0 0-19-16,0 0-98 15,0 0 49-15,93-83 10 16,-38 69-60-16,9-2-16 16,-2 5-35-16,-6 4-27 15,-5 2-22-15,-13 4-5 0,-8 1 0 16,-5 0-12-16,-12 6-93 15,-9 10-170-15,-12 15-78 16,-19-3-264-16,-4-2-236 0</inkml:trace>
  <inkml:trace contextRef="#ctx0" brushRef="#br0" timeOffset="20398.29">11035 11144 1030 0,'0'0'575'0,"0"0"-378"16,0 0-3-16,0 0-48 15,0 0 29-15,124-46-70 16,-54 22-62-16,10 0-43 16,29-13-43-16,-30 12-257 0,-7-9-890 15</inkml:trace>
  <inkml:trace contextRef="#ctx0" brushRef="#br0" timeOffset="20914.45">13293 9729 598 0,'0'0'185'0,"0"0"-16"0,0 0 10 0,0 0-10 15,0 0 13-15,0 0-28 16,0 0-29-16,-40 12-57 0,11 38 118 16,-12 32-16-16,-26 29-40 15,-7 11-28-15,8-17-30 16,8-30-37-16,23-29-18 15,2-7-16-15,-3 2 5 16,-2-1-6-16,5-4-23 16,11-8-60-16,14-19-99 15,9-9-149-15,16-17-198 16,10-6-210-16</inkml:trace>
  <inkml:trace contextRef="#ctx0" brushRef="#br0" timeOffset="21164.58">13106 9935 712 0,'0'0'175'0,"0"0"-37"15,0 0 16-15,0 0 62 16,107-51 7-16,-69 51-12 16,9 8-24-16,7 14-46 15,4 5-27-15,2 8-33 16,2 2-33-16,-5 1-20 15,-9-2-18-15,-8-5 0 16,-8-2-10-16,-15-7-22 16,-14-1-106-16,-8 3-148 15,-17-5-121-15,-4-1-329 0</inkml:trace>
  <inkml:trace contextRef="#ctx0" brushRef="#br0" timeOffset="21547.3">12494 10968 620 0,'0'0'313'0,"0"0"-44"16,0 0-7-16,0 0-49 16,0 0-70-16,0 0-28 15,0 0 5-15,129-65-17 16,-74 49-23-16,5-1-12 15,-1 4-25-15,-6 0-27 16,-8 7-15-16,-8 1-1 16,-14 3-16-16,-8 2-73 15,-15 0-200-15,-11 7-252 16,-14-1-43-16</inkml:trace>
  <inkml:trace contextRef="#ctx0" brushRef="#br0" timeOffset="21763.7">12770 10903 674 0,'0'0'312'16,"0"0"-139"-16,0 0 61 16,0 0-22-16,0 0-4 15,0 0-19-15,0 0-43 16,6 109-49-16,-29-67-30 16,-6 2-27-16,-2 2-15 15,1-1-18-15,10-7 4 16,6-5-11-16,13-8-2 15,1-8-22-15,21-7-38 16,43-10-60-16,-7-4-134 16,3-13-414-16</inkml:trace>
  <inkml:trace contextRef="#ctx0" brushRef="#br0" timeOffset="22065.29">13579 10783 892 0,'0'0'409'15,"0"0"-146"-15,0 0-87 16,0 0-69-16,0 0 37 16,0 0 26-16,0 0-13 15,46 51-42-15,-46-12-27 0,0 4-39 16,-10-1-30-16,2-4-8 15,-6-3-4-15,7-5-6 16,-7-3-1-16,2-6-7 16,-1-2-36-16,3-8-85 15,3-1-39-15,5-10-53 16,2-3-102-16,0-12-386 0</inkml:trace>
  <inkml:trace contextRef="#ctx0" brushRef="#br0" timeOffset="22280.13">13639 10666 1033 0,'0'0'278'0,"0"0"-76"16,0 0-25-16,102-47 21 15,-52 35 8-15,7 2-41 16,3 2-55-16,-3 4-57 15,-9 2-32-15,-14 2-21 16,-16 0-7-16,-18 9-105 16,-7 11-144-16,-53 20 7 15,0-4-300-15,0-1-85 0</inkml:trace>
  <inkml:trace contextRef="#ctx0" brushRef="#br0" timeOffset="22429.34">13607 10854 575 0,'0'0'345'0,"0"0"-33"15,0 0 25-15,0 0-187 16,0 0-29-16,119-61-33 16,-71 39-56-16,7 4-32 15,14-17-16-15,-14 10-302 16,-12-5-931-16</inkml:trace>
  <inkml:trace contextRef="#ctx0" brushRef="#br0" timeOffset="23017.04">15385 9547 707 0,'0'0'357'0,"0"0"-115"0,0 0-46 0,0 0 0 0,0 0-2 0,0 0-70 0,0 0-7 0,-75 9-30 15,51 13-16-15,-2 11-18 16,-16 18-5-16,-17 28 23 16,-6 20-3-16,5-3-22 15,19-19-25-15,15-24-13 16,14-19-7-16,4 1-1 15,2-4-6-15,4-2-27 16,2-13-131-16,23-16-106 16,2 0-249-16,4-8-428 0</inkml:trace>
  <inkml:trace contextRef="#ctx0" brushRef="#br0" timeOffset="23329.23">15317 9565 679 0,'0'0'276'16,"0"0"-103"-16,0 0 2 16,0 0 47-16,118-11-16 15,-73 25 0-15,10 7-66 16,7 6-1-16,6 3-49 15,3 3-17-15,-4 1-20 16,-12-5-29-16,-13 0-17 16,-15-5-6-16,-13-4-1 15,-7-4-7-15,-7-3-28 16,0-4-63-16,0-1-45 0,-4-2-107 16,1-3-130-1,0-3-352-15</inkml:trace>
  <inkml:trace contextRef="#ctx0" brushRef="#br0" timeOffset="24128.24">14929 10679 578 0,'0'0'212'0,"0"0"-109"0,0 0 27 0,0 0 35 15,0 0 22-15,0 0-35 16,0 0-3-16,-42-46 1 15,42 43-46-15,0 3-31 16,0-2-14-16,0 2-17 16,13-1 4-16,6-1-3 15,9-1-14-15,9 0-12 16,8-3-16-16,8 2 0 16,6-2-1-16,0 0-9 15,-8 3-26-15,-10 1-71 0,-16 1-108 16,-19 1-91-16,-6 0 20 15,-31 6 93-15,-8 7-149 16,-3-1-300-16</inkml:trace>
  <inkml:trace contextRef="#ctx0" brushRef="#br0" timeOffset="24361.81">15041 10679 23 0,'0'0'189'0,"0"0"-37"16,0 0 8-16,0 0-7 15,0 0 23-15,0 0 12 16,0 0-32-16,23 6-30 16,-23 5 10-16,0 7 1 0,0 9 7 15,0 9-11-15,-3 4-43 16,-10 6-36-16,3-1-34 16,-4-2-14-16,-1-2-5 15,2-2-1-15,-1-9-25 16,6-3-124-16,3-10-221 15,5-11-305-15</inkml:trace>
  <inkml:trace contextRef="#ctx0" brushRef="#br0" timeOffset="24694.78">15810 10556 831 0,'0'0'263'0,"0"0"-182"16,0 0-62-16,0 0 23 15,0 0 66-15,0 0 61 16,0 0-57-16,14 59 15 15,-14-25-21-15,0-1 16 16,0 11-39-16,-8-4-6 16,-2 5-33-16,2-12-23 0,-1 2-15 15,1-6-6-15,5-7 0 16,-3-8-50-16,5-10-170 16,-1-1-174-16,1-3-321 0</inkml:trace>
  <inkml:trace contextRef="#ctx0" brushRef="#br0" timeOffset="24945.11">15800 10536 1060 0,'0'0'289'0,"0"0"-123"15,0 0-59-15,0 0 84 16,100-35-29-16,-52 29-60 16,2-1-52-16,-1 7-28 15,-7 0-22-15,-14 0-19 16,-13 10-145-16,-10 3-187 16,-5 1-349-16</inkml:trace>
  <inkml:trace contextRef="#ctx0" brushRef="#br0" timeOffset="25094.6">15853 10724 785 0,'0'0'381'0,"0"0"-182"0,0 0 23 16,0 0-62-16,0 0-43 16,152-45-61-16,-52 18-56 15,21-4 0-15,-18 5-259 16,-22 7-453-16</inkml:trace>
  <inkml:trace contextRef="#ctx0" brushRef="#br0" timeOffset="25428.23">17655 9713 783 0,'0'0'188'0,"0"0"-17"15,0 0-37-15,0 0-18 16,0 0 66-16,0 0-7 16,0 0-118-16,3-11-3 15,-20 49 53-15,-18 21 7 16,-15 29-20-16,0-2-13 15,5-10-5-15,9-10-33 16,13-21-19-16,0 0-14 16,-1 1-10-16,7-15-8 15,9-6 8-15,6-8-67 0,2-15-155 16,16-2-157-16,0 0-434 16</inkml:trace>
  <inkml:trace contextRef="#ctx0" brushRef="#br0" timeOffset="25677.14">17614 9785 636 0,'0'0'209'0,"0"0"-41"16,0 0-3-16,0 0 22 15,114-17 44-15,-82 41-29 0,6 12-7 16,5 9-50-16,8 4-22 15,2 5-27-15,4-3-26 16,-4-5-38-16,-6-8-19 16,-1-7-13-16,-12-8-37 15,3-11-178-15,-12-6-353 16,0-6-686-16</inkml:trace>
  <inkml:trace contextRef="#ctx0" brushRef="#br0" timeOffset="25944.29">19242 9611 1122 0,'0'0'307'15,"0"0"-206"-15,0 0-68 16,0 0 189-16,0 0-44 15,-81 106-86-15,43-55-30 16,-3 6-10-16,-3 0-11 16,2-3-25-16,2-1-7 15,7-9-7-15,2-7-1 16,7-5-1-16,0-10-98 16,7-5-218-16,7-11-444 0</inkml:trace>
  <inkml:trace contextRef="#ctx0" brushRef="#br0" timeOffset="26210.7">19180 9646 1181 0,'0'0'253'0,"0"0"-166"16,0 0 88-16,105-11 52 15,-63 17-85-15,2 18-27 16,-2 16-13-16,-6 6-25 16,-4 7-32-16,-7 0-12 15,-7-4-20-15,-3-3-11 0,-3-9-2 16,2-5-9 0,2-10-84-16,24-10-163 0,-5-9-132 15,4-3-351-15</inkml:trace>
  <inkml:trace contextRef="#ctx0" brushRef="#br0" timeOffset="26492.67">20658 9487 1011 0,'0'0'280'16,"0"0"-96"-16,0 0 31 15,0 0 46-15,0 0-100 16,0 0-138-16,0 0 5 0,16 25 21 16,-64 23-5-16,-4 6-1 15,-7 0 5-15,1 2-1 16,4-2-20-16,5-4-17 16,10-8-2-16,7-7-8 15,10-10-1-15,8-6-20 16,7-8-44-16,3-4-129 15,4-7-97-15,0 0-48 16,5-5-191-16</inkml:trace>
  <inkml:trace contextRef="#ctx0" brushRef="#br0" timeOffset="26725.79">20537 9458 770 0,'0'0'494'16,"0"0"-319"-16,0 0-66 16,0 0 130-16,0 0-50 15,96 84-32-15,-67-39-30 16,8 6-47-16,4 0-42 16,8 1-15-16,5-7-10 15,1-6-3-15,-7-7-10 16,-19-2-34-16,-16-11-262 15,-13-6-626-15</inkml:trace>
  <inkml:trace contextRef="#ctx0" brushRef="#br0" timeOffset="27359.41">17330 10682 447 0,'0'0'152'0,"0"0"-96"0,0 0-17 0,-83 5 32 0,67-5 20 0,9 0 1 15,4 0 34-15,3 0 46 16,0 0-2-16,12 0-31 16,8-5 49-16,4 2-9 15,2-6-31-15,5 2-47 16,-1-1-24-16,5 2-9 16,1-3-29-16,3 2-25 15,-1 2-14-15,-2 1-11 0,-3 2-56 16,-10 2-248-16,-11-1-514 0</inkml:trace>
  <inkml:trace contextRef="#ctx0" brushRef="#br0" timeOffset="27559.23">17441 10726 64 0,'0'0'1297'15,"0"0"-1106"-15,0 0-106 16,0 0 91-16,0 0 8 15,-2 96-29-15,2-61-78 16,2-2-49-16,-1 0-22 16,-1-2-6-16,0-4-1 15,0-4-99-15,23-14-164 0,4-7-293 16,3-2-756-16</inkml:trace>
  <inkml:trace contextRef="#ctx0" brushRef="#br0" timeOffset="27775.93">18151 10730 1355 0,'0'0'396'0,"0"0"-243"16,0 0-57-16,0 0-3 15,0 0 13-15,0 0-17 16,46 111-43-16,-46-73-18 0,0 2-13 15,-3-6-14 1,-2-6 1-16,0-4-2 0,-10-4-67 16,1-6-188-16,1-11-455 0</inkml:trace>
  <inkml:trace contextRef="#ctx0" brushRef="#br0" timeOffset="27993.67">18137 10667 1350 0,'0'0'343'15,"0"0"-143"-15,0 0-113 16,0 0 17-16,107-55-10 16,-60 44-27-16,-1 5-39 0,-5 3-28 15,-16 3-17 1,-13 0-157-16,-24 27-326 0,-16-3 95 15,-7 2-199-15</inkml:trace>
  <inkml:trace contextRef="#ctx0" brushRef="#br0" timeOffset="28112.81">18213 10784 766 0,'0'0'486'0,"0"0"-313"16,0 0 90-16,0 0-32 15,114-18-79-15,-62 9-71 16,2 1-50-16,11-3-31 15,-9 3-43-15,-15 2-447 0</inkml:trace>
  <inkml:trace contextRef="#ctx0" brushRef="#br0" timeOffset="28291.67">18739 10687 895 0,'0'0'540'0,"0"0"-431"16,0 0-34-16,129-38 29 16,-73 29 24-16,-4 6-78 15,-17 2-50-15,-13 1-202 16,-21 0-591-16</inkml:trace>
  <inkml:trace contextRef="#ctx0" brushRef="#br0" timeOffset="28474.68">18799 10730 834 0,'0'0'195'0,"0"0"-27"16,0 0 90-16,0 0-16 15,5 87-36-15,-5-53-99 16,0 2-55-16,-10-4-37 16,-2-3-15-16,5 0-17 15,7-5-133-15,0-7-228 16,0-13-443-16</inkml:trace>
  <inkml:trace contextRef="#ctx0" brushRef="#br0" timeOffset="28775.72">19361 10612 988 0,'0'0'335'0,"0"0"-182"16,0 0-61-16,90-20 77 15,-47 17 15-15,9-4-93 16,-2 1-47-16,-6 3-19 15,-11 0-25-15,-17 3-11 16,-16 0-138-16,-16 0-234 16,-16 6-261-16,-3 1 286 0</inkml:trace>
  <inkml:trace contextRef="#ctx0" brushRef="#br0" timeOffset="28941.24">19492 10649 307 0,'0'0'172'0,"0"0"48"16,0 0-9-16,-13 84 60 15,2-41 32-15,-6 5-73 16,0 3-73-16,-3 1-33 0,2-2-41 16,0-4-37-16,5-8-27 15,2-7-19-15,8-12 0 16,3-8-91-16,0-11-291 16,0 0-474-16</inkml:trace>
  <inkml:trace contextRef="#ctx0" brushRef="#br0" timeOffset="29210.85">19442 10619 864 0,'0'0'392'0,"0"0"-108"0,0 0-102 15,0 0 28-15,101-52-1 16,-59 44-114-16,1 4-49 16,-5 1-29-16,-5 3-9 15,-9 0-8-15,-6 0-21 16,-9 4-53-16,-5 5-85 16,-4 5-119-16,-23 13-48 15,-9-5-164-15,-2 1-310 0</inkml:trace>
  <inkml:trace contextRef="#ctx0" brushRef="#br0" timeOffset="29390.77">19400 10881 506 0,'0'0'259'16,"0"0"-136"-16,0 0 82 16,0 0-6-16,0 0-17 15,101-6-29-15,-75 1-32 16,3-2-45-16,-3 1-26 15,3-3-22-15,-2 2-14 16,0 0-14-16,11-3-17 16,-8 0-252-16,-6 2-759 0</inkml:trace>
  <inkml:trace contextRef="#ctx0" brushRef="#br0" timeOffset="29640.28">19430 10989 649 0,'0'0'283'0,"0"0"-121"15,0 0 43-15,0 0 49 16,0 0-34-16,106-18-86 15,-73 9-73-15,4 0-43 16,4-3-18-16,-6 1-157 16,-11 4-574-16</inkml:trace>
  <inkml:trace contextRef="#ctx0" brushRef="#br0" timeOffset="30091.13">20113 10495 573 0,'0'0'206'0,"0"0"-61"0,0 0 8 0,111-32 6 16,-69 26-59-16,-3-1-48 0,-3 1-26 16,-7 4-21-16,-13-3-5 15,-10 5-42-15,-6 0-190 16,0 0-430-16</inkml:trace>
  <inkml:trace contextRef="#ctx0" brushRef="#br0" timeOffset="30308.4">20288 10532 821 0,'0'0'197'0,"0"0"-122"0,0 0 70 15,0 0 65 1,25 87-55-16,-20-54-10 0,-5 8-68 16,0 2-40-16,0-3-15 15,-3-2-22-15,-11 2-1 16,1-10-99-16,1-11-408 0</inkml:trace>
  <inkml:trace contextRef="#ctx0" brushRef="#br0" timeOffset="30706.1">21037 10478 421 0,'0'0'160'0,"0"0"-78"16,0 0 155-16,0 0 71 15,0 0-6-15,0 0-49 16,14 93-27-16,-24-51-53 16,-3 5-68-16,0-1-55 15,0-7-28-15,6-4-15 16,2-4-7-16,3-9-20 16,2-11-116-16,0-1-191 15,0-10-287-15</inkml:trace>
  <inkml:trace contextRef="#ctx0" brushRef="#br0" timeOffset="30942.51">21026 10463 778 0,'0'0'251'0,"0"0"-115"0,0 0 54 16,126-68 10-16,-79 47 47 15,-1 6-61-15,-3 1-72 16,-5 6-51-16,-12 5-38 16,-10 3-25-16,-12 0-11 15,-4 10-14-15,-4 8-59 16,-18 5-131-16,-20 14-182 16,3-7 25-16,4 2-149 0</inkml:trace>
  <inkml:trace contextRef="#ctx0" brushRef="#br0" timeOffset="31074.92">21060 10645 484 0,'0'0'260'0,"0"0"-38"16,0 0-48-16,0 0 27 0,0 0 14 15,0 0-13-15,0 0-95 16,87 21-79-16,-45-29-28 16,-9 2-86-16,-11-1-463 0</inkml:trace>
  <inkml:trace contextRef="#ctx0" brushRef="#br0" timeOffset="31205.53">21232 10766 421 0,'0'0'775'0,"0"0"-604"16,0 0-79-16,0 0-20 15,0 0-72-15,0 0-130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19:04.0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13094 8532 700 0,'0'0'223'0,"0"0"-41"0,0 0-69 0,0 0-10 0,0 0 24 16,12-79 10-16,-9 66-2 15,0 1-9-15,2 1-35 16,-1 1-3-16,-1 4 23 15,-1-2-4-15,0 8-13 16,-2 0-21-16,0 0-35 16,0 3-38-16,0 18 6 15,1 11 12-15,2 16 28 16,-1 11-19-16,0 5-11 16,1 4-2-16,0-2-13 15,6-5 5-15,-1-6-5 16,-2-8-1-16,1-11 0 15,-7-8-15-15,0-5-109 0,-7-6-99 16,-7-6-267-16,-3-8-331 0</inkml:trace>
  <inkml:trace contextRef="#ctx0" brushRef="#br0" timeOffset="315.42">13201 8267 1043 0,'0'0'291'0,"0"0"-177"0,0 0-50 16,0 0 26-1,119-83 55-15,-71 68-33 0,7 6-15 16,2 6-23-16,-3 3-18 15,-9 7-3-15,-10 17-28 16,-17 6-13-16,-18 15-6 16,-5 4 9-16,-32 5-14 15,-12 0 10-15,-9-2-11 16,-4-4 0-16,4-9 0 16,8-9-83-16,12-7-112 15,16-12-141-15,12-8-423 0</inkml:trace>
  <inkml:trace contextRef="#ctx0" brushRef="#br0" timeOffset="814.29">14727 8293 998 0,'0'0'382'16,"0"0"-192"-16,0 0-53 0,0 0 21 15,0 0-13-15,0 0-47 16,0 0-68-16,-25-15-30 15,-2 42 19-15,-3 10 8 16,-4 7-3-16,8 4 10 16,6 1 0-16,11-2-2 15,9-5-2-15,7-7-20 16,19-6-2-16,16-11 2 16,9-12-9-16,7-6 15 15,5-3-15-15,1-18 4 16,-6-5-5-16,-7-4-23 15,-14-2 0-15,-16-1-11 16,-16 1-20-16,-5-5-52 0,-25 1 19 16,-15 1-5-16,-10 4 57 15,-5 7 22-15,4 9 12 16,0 10-9-16,4 5-33 16,-5 29-118-16,12 2-117 15,10 1-304-15</inkml:trace>
  <inkml:trace contextRef="#ctx0" brushRef="#br0" timeOffset="1064.13">14755 8513 960 0,'0'0'301'0,"0"0"-169"15,0 0-67-15,0 0 61 0,0 0 48 0,87-6-34 16,-62 19-62-16,-3 4-35 16,3 5-4-16,-4 2-5 15,-4 8-11-15,-2-3-11 16,-1 3-9-16,-1-2-3 16,15-1-57-16,-2-8-299 15,2-10-562-15</inkml:trace>
  <inkml:trace contextRef="#ctx0" brushRef="#br0" timeOffset="1380.54">16112 8215 793 0,'0'0'289'0,"0"0"-130"16,0 0-5-16,0 0-9 15,0 0 11-15,0 0-61 16,0 0 58-16,-3 67 14 16,-4-20-49-16,0 5-33 15,2 4-14-15,5-1-30 0,0-2-11 16,3-5-17-16,11-5-11 15,1-11-2-15,-2-5 0 16,0-7-81-16,-6-9-202 16,-1-7-399-16,-6-4-457 0</inkml:trace>
  <inkml:trace contextRef="#ctx0" brushRef="#br0" timeOffset="1796.29">16075 8221 884 0,'0'0'337'0,"0"0"-224"0,0 0-28 16,115-47 65-16,-63 33 10 15,3 2-30-15,4 3-21 16,-4 6 11-16,-7 3-26 15,-16 3-25-15,-10 20-37 16,-20 9-4-16,-2 6 15 16,-24 8-6-16,-14 0-18 15,-11-2 12-15,-3-4-21 16,-3-7-4-16,9-7-1 16,5-7-4-16,10-8 4 15,16-1-5-15,6-4 0 16,9-3 0-16,0 1-16 0,22-1 16 15,13 0 15-15,8 1-8 16,8 3-5-16,4-4-1 16,1 2 0-16,3 4 5 15,-4-1 0-15,-4 1-6 16,-5 3-45-16,-12-2-195 16,-14-1-613-16</inkml:trace>
  <inkml:trace contextRef="#ctx0" brushRef="#br0" timeOffset="2963.68">13275 9424 743 0,'0'0'263'0,"0"0"-14"0,0 0-34 0,0 0-39 0,0 0 16 16,0 0-30-16,0 0-25 0,6-51-61 15,-9 51-34-15,-13 0-24 16,-5 0-18-16,-7 5 10 16,-2 8-10-16,-1 6 1 15,7-1 14-15,6 3-14 16,12-1 0-16,6-2-1 16,2-2 0-16,21-2 1 15,10-1 7-15,6-1-2 16,1 2-5-16,-3-1-2 15,-7 5 1-15,-10 0 0 16,-14 2 0-16,-6 1 0 0,-18-2 0 16,-20 5 8-16,-9-2-7 15,-6-4 5 1,1-5-5-16,5-4 0 0,12-6 0 16,10-3-1-16,11 0-34 15,14 0-65-15,23-22-199 16,13-5-372-16,4-2 3 0</inkml:trace>
  <inkml:trace contextRef="#ctx0" brushRef="#br0" timeOffset="3162.29">13548 9431 918 0,'0'0'483'16,"0"0"-352"-16,0 0-25 0,0 0 93 15,0 0-25-15,0 0-31 16,0 0-21-16,29 53-23 15,-29-11-35-15,0 1-25 16,0 4-24-16,0-4-14 16,0 0-1-16,10-8-19 15,20 2-107-15,5-13-190 16,2-9-400-16</inkml:trace>
  <inkml:trace contextRef="#ctx0" brushRef="#br0" timeOffset="3612.81">14874 9410 1024 0,'0'0'326'0,"0"0"-213"16,0 0-78-16,0 0 61 15,0 0 69-15,0 0-16 16,0 0-73-16,2-53-43 16,-26 53-15-16,-4 0 15 15,-4 3 33-15,0 10 6 16,3 5-20-16,5 4-34 16,5 1 2-16,11 2-12 15,4-2-7-15,4-1-2 16,4 2 2-16,12-4 1 0,5-2 5 15,2-6-6-15,-1 1 6 16,-1-2-6-16,-4-1 1 16,-8-7 3-16,-1 5-5 15,-8-5-2-15,0 4 1 16,-3-4 1-16,-18 5 9 16,-7 0-9-16,-9 0 1 15,-3 0 7-15,2 1-8 16,2-2-6-16,8-4-20 15,13-3-125-15,7 0-173 16,8 0-242-16</inkml:trace>
  <inkml:trace contextRef="#ctx0" brushRef="#br0" timeOffset="3894.9">15127 9461 1066 0,'0'0'481'0,"0"0"-323"15,0 0 56-15,0 0-7 16,93-25-78-16,-85 25-75 16,0 0-34-16,-4 3-8 15,-3 12 3-15,-1 4 12 16,0 5 17-16,-10 3-5 16,-8 3 5-16,-4 0-5 15,-1-6-12-15,6-4-18 0,5-2 1 16,9-9-10-1,3-2 0-15,22-7 6 0,33 0-6 16,32-8-6-16,26-8-106 16,8-8-115-16,-31 8-321 15,-23 2-458-15</inkml:trace>
  <inkml:trace contextRef="#ctx0" brushRef="#br0" timeOffset="4314.99">16284 9302 765 0,'0'0'374'0,"0"0"-52"16,0 0-213-16,0 0-74 15,0 0 99-15,0 0-16 16,0 0-58-16,13-38-30 15,-26 38-10-15,-6 3 2 16,2 9 3-16,0 3 3 16,2 3-2-16,5 2-5 15,4 4-5-15,5-2-9 16,1 1-1-16,5 0 3 16,13-2 0-16,9-2-8 15,3 1 13-15,2-2-14 16,-2-2 7-16,-6-2-7 15,-7-1 0-15,-8-2 0 0,-9-5-1 16,0 1 1-16,-23-1 19 16,-11-1-5-16,-9 2 7 15,-3-2 1-15,5 1-3 16,7-3-8-16,9 0-11 16,11-3-15-16,14 0-140 15,6-9-422-15,15-8-544 0</inkml:trace>
  <inkml:trace contextRef="#ctx0" brushRef="#br0" timeOffset="4711.24">16605 9413 626 0,'0'0'638'0,"0"0"-427"15,0 0 5-15,0 0-31 16,0 0-70-16,0 0-50 15,0 0-38-15,22-54-14 16,-4 44-3-16,4 4-9 16,3-1 11-16,3 3-4 15,-3 4 25-15,-2 0 7 16,-5 0-19-16,-12 14-6 16,-6 2-1-16,0 8 44 15,-6-2-9-15,-12 1-9 16,2-2-12-16,2-4-14 0,6-4-14 15,6-2 0 1,2-2-6-16,9 0 4 0,14-2 2 16,6 4 9-16,-2 1-1 15,-1 3-8-15,-9-2 6 16,-14 7-5-16,-3-1 5 16,-30 1 35-16,-30 7-5 15,-40 5-18-15,-35-1-18 16,15-7-193-16,19-8-781 0</inkml:trace>
  <inkml:trace contextRef="#ctx0" brushRef="#br0" timeOffset="5876.56">13328 9185 916 0,'0'0'287'0,"0"0"-159"0,0 0 36 0,0 0 72 0,0 0-33 16,0 0-118-16,0 0-60 15,79-11 13-15,55 5 27 16,87-12-2-16,54-3-13 16,32-6-4-16,4 3 2 15,-14 8-14-15,9 0-21 16,11 5-6-16,6-2-1 15,-8 1-6-15,-15 0 0 16,-31 4-3-16,-37-1 2 0,-41-1-25 16,-38-4-45-1,-40 4-19-15,-36-4 18 0,-31 5 64 16,-17 0 8-16,-8-1 12 16,-4-1 41-16,-10-1 57 15,-7 2-41-15,0 2-33 16,-13 3-27-16,-3 4 1 15,3 1-10-15,0 1-48 16,-1 10-143-16,4 0-314 16,5-8-831-16</inkml:trace>
  <inkml:trace contextRef="#ctx0" brushRef="#br0" timeOffset="6361.57">17880 8411 694 0,'0'0'326'0,"0"0"-147"0,0 0 55 0,0 0 61 15,0 0-68-15,0 0-126 16,0 0-41-16,42-19 45 16,26 10-19-16,32-3-21 15,23 0-28-15,-9 3-24 0,-25 4-13 16,-29 5-7-16,1 0-77 15,-9 0-305-15,-7 0-533 0</inkml:trace>
  <inkml:trace contextRef="#ctx0" brushRef="#br0" timeOffset="6744.96">19016 8172 925 0,'0'0'326'0,"0"0"-139"16,0 0-61-16,0 0 65 15,34-77-21-15,-34 67-18 16,-12 9-83-16,-15 1-53 0,-13 0-7 16,-7 5 15-16,-5 14 4 15,9 0 18-15,10 3-2 16,9 1-19-16,16 2-20 15,8 1 1-15,13-1-5 16,24 2 4-16,7-5-4 16,9 2-1-16,-3-3 0 15,-5-1-1-15,-10-1 1 16,-15 1-7-16,-16 2-4 16,-4 1 5-16,-28 0 6 15,-17-3 1-15,-11 4 0 16,-8-5 8-16,1-1-9 15,1-4 0-15,9-3 0 0,10 0-95 16,19-11-222 0,13 0-310-16,11 0-251 0</inkml:trace>
  <inkml:trace contextRef="#ctx0" brushRef="#br0" timeOffset="7060.48">19095 8441 1260 0,'0'0'371'15,"0"0"-198"-15,133-30 40 16,-72 15-16-16,-3 0-72 16,-6 3-62-16,-9 0-29 15,-11 0-25-15,-12 5-9 0,-10-2 1 16,-10 1-1-16,-7-1 0 16,-18 2-30-16,-10-1 2 15,-6 7 16-15,-4 1 12 16,1 0-1-16,2 10 1 15,7 10 0-15,10 7 1 16,10 4 8-16,12 2-7 16,3-1-1-16,19 2 0 15,12-10 0-15,9-5-1 16,3-8-31-16,4-4-92 16,18-7-121-16,-12-4-254 15,-9-9-269-15</inkml:trace>
  <inkml:trace contextRef="#ctx0" brushRef="#br0" timeOffset="7458.35">19569 8359 876 0,'0'0'328'0,"0"0"-180"15,0 0 13-15,0 0 51 16,0 0-58-16,104-45-53 16,-72 45-21-16,-2 6 31 15,-5 9-15-15,-5 1-30 16,-8 4-29-16,-9-1-14 15,-3 1-14-15,-5-2 2 16,-17 0-5-16,-3-2-6 16,-2-3 0-16,0-5-15 15,4-5-81-15,3-3-41 16,8 0-13-16,6-14-14 16,6-5 5-16,0-5 26 0,16-1-27 15,6-2 115-15,7 3 41 16,-1 3 4-16,0 7 93 15,6 7 38-15,-4 7 39 16,-1 0-53-16,-5 12 18 16,1 10-18-16,-3 2-5 15,-3 0-45-15,-4 0-20 16,-2-4-25-16,-1-2-22 16,-2-3 0-16,2-6-28 15,-4 1-149-15,4-10-179 16,-4 0-319-16,-2-10 104 0</inkml:trace>
  <inkml:trace contextRef="#ctx0" brushRef="#br0" timeOffset="7678.54">20109 8010 849 0,'0'0'380'0,"0"0"-79"0,0 0-84 0,0 0-111 0,0 0 35 0,0 0-18 16,87 79-20-16,-65-29-43 16,-3 2-35-16,-5 2-12 15,-6-5-13-15,-8-5-17 16,0-8-129-16,-28-6-162 0,-4-11-338 16,1-5-291-16</inkml:trace>
  <inkml:trace contextRef="#ctx0" brushRef="#br0" timeOffset="7978.58">19944 8377 783 0,'0'0'380'0,"0"0"-254"15,105-20 80-15,-37 8-41 16,6 5-81-16,1-5-50 16,0 0-18-16,-6-5 3 15,-12 2 0-15,-14-4 3 16,-18 1 0-16,-16 1-12 15,-9 1-8-15,-11 3-2 16,-17 5 0-16,-2 8 16 16,-4 0-10-16,3 3 10 0,3 15 3 15,7 7 3-15,10 2-7 16,5 3 7-16,6-1-6 16,0-2-3-16,10-3-1 15,7-6-11-15,4-5 0 16,0-4-1-16,1-6-28 15,0-3-170-15,-6-1-128 16,-6-10-355-16</inkml:trace>
  <inkml:trace contextRef="#ctx0" brushRef="#br0" timeOffset="8863.12">20544 8242 477 0,'0'0'214'0,"0"0"-45"15,0 0 0-15,0 0 10 0,107-32-9 16,-77 32-22-16,0 0-3 15,-1 5-2-15,-3 5-2 16,-4 2-62-16,-6 3-44 16,-6 0-8-16,-4 1 4 15,-6 3-5-15,0-6-16 16,0 2 1-16,-7-4-11 16,-2-7 1-16,6 1-1 15,0-5-22-15,3 0 21 16,4 0-10-16,14-12-119 15,9-5 12-15,4-1 70 16,0-3-19-16,0-2 13 0,-3 3 16 16,-4-1 34-1,-8 7 4-15,-2 1 35 0,-8 2 49 16,-3 3 39-16,-3 5-18 16,0 3-52-16,-16 0-31 15,-9 9-5-15,-2 7 12 16,2 5 14-16,5 1-2 15,8-1-8-15,8-3-18 16,4-1-8-16,0-4 6 16,21-4-1-16,4 0 6 15,3-3-17-15,5-4 6 16,-1-2-7-16,0 0 0 16,-3 0-23-16,-6-2-3 15,-1-7-6-15,-4-4 1 16,-5-1-5-16,-1-5 16 0,-3-3 2 15,-2-2 11-15,-4 2 6 16,-2 1-1-16,-1 5 2 16,0 6 0-16,0 6 0 15,0 4 0-15,-3 0-18 16,-2 16 18-16,-2 6 20 16,4 2-1-16,3-3-3 15,0-1 5-15,0-3-8 16,15-5 0-16,7-4 1 15,8-7 0-15,8-1-2 16,4 0-12-16,8-1 1 16,0-13-1-16,-3-2-9 15,-5-5 7-15,-9-3-8 0,-11-1-17 16,-10 1 1-16,-9 0 19 16,-3 3 7-16,0 5 1 15,-3 2 11-15,-3 11 6 16,2 3-18-16,-5 0-11 15,4 9 11-15,-2 10 8 16,3 4-1-16,1 4-1 16,3 0 1-16,0 0 4 15,0 0-10-15,0-4 6 16,0-3 8-16,0-1-7 16,0-2 2-16,0-4-9 15,-7-1 0-15,-12 2 8 0,-3-2-9 16,-2-2-19-16,-5 4-55 15,-3-1-176-15,6-4-235 16,6-1-175-16</inkml:trace>
  <inkml:trace contextRef="#ctx0" brushRef="#br0" timeOffset="8990.68">21592 8429 1086 0,'0'0'518'0,"0"0"-361"0,90 0 131 0,-60 0-103 15,-9 0-113-15,-10 0-72 16,-29 18-12-16,-15 0-292 16,-9-6-525-16</inkml:trace>
  <inkml:trace contextRef="#ctx0" brushRef="#br0" timeOffset="11140.07">3915 8593 405 0,'0'0'194'0,"0"0"-46"0,0 0 6 0,0 0 82 0,0 0-6 15,0 0-15-15,0 0-4 16,0-63-55-16,0 53-41 16,0 3-9-16,2-2-30 0,-1 2-11 15,1 4-5-15,0 1-17 16,-2 2-26-16,0 0-17 15,0 5-12-15,-9 18 12 16,-16 13 6-16,-10 12 5 16,-10 8-11-16,-5 8 1 15,-2 1 7-15,7 0-8 16,3-2 0-16,10-5 0 16,8-7-1-16,8-2 0 15,16-8 0-15,0 1 1 16,19-4-1-16,14-1 1 15,11-6 0-15,4-1 0 16,9-5 0-16,0 2 0 16,-4-6 0-16,-6 6 0 0,-9 0 0 15,-11 1-9 1,-12 4 2-16,-12-1 5 0,-3 4-4 16,-14 2 5-16,-21 3 1 15,-11 1 1-15,-9 0 11 16,-2 1-12-16,1 1 0 15,4-3 8-15,8-4-7 16,11-1-1-16,11-5 0 16,11-2 0-16,11-1 0 15,4 1 0-15,20 0-1 16,7 2 1-16,7 2 1 16,1-1 0-16,1-1-1 15,-3 4 1-15,-5-1 4 0,-7 2-5 16,-7 0-1-1,-9 5 1-15,-9 0 1 0,0-1-1 16,-25 7 7-16,-10-3-1 16,-11 2 5-16,-3 2 5 15,-6-1 8-15,3 1-3 16,4-2-15-16,10-2-6 16,11 3 0-16,14-3-1 15,13 4 1-15,7 1-2 16,25 2-5-16,10-4 7 15,14 9 0-15,8-6 0 16,1-1 0-16,-3 5 0 0,-7-10 0 16,-17 1-2-16,-14-4 2 15,-21-3-2-15,-3-4 2 16,-29 0 12-16,-11-2-4 16,-5 0 12-16,0-4 38 15,5-5 7-15,13-1-21 16,9-2-24-16,13 2-13 15,5-5-7-15,3 2 1 16,17 2-1-16,5-4 1 16,0 1 7-16,1-4-3 15,-5 4-5-15,-4-1 0 16,-3 5 0-16,-7-1 0 16,0 1-1-16,-5 1 1 15,-2-4-1-15,0 5 1 16,-3-4 0-16,-10-1 0 0,-6 6 6 15,0-4-6-15,-1 3 0 16,2 1 2-16,1-2-2 16,3 2 1-16,4-4 1 15,1-3-2-15,4-7 0 16,5-1 0-16,0-1 0 16,0-8 0-16,0 3 0 15,0-3 1-15,0 0 13 16,0 0-8-16,0 0 0 15,0 0-5-15,0 0-1 16,0 0-9-16,0 0-69 16,0-6-118-16,0-1-177 15,0-3-727-15</inkml:trace>
  <inkml:trace contextRef="#ctx0" brushRef="#br0" timeOffset="13587.53">13652 10833 798 0,'0'0'311'0,"0"0"-46"0,0 0-91 0,0 0 17 0,0 0 67 15,0 0-75 1,0-37-81-16,0 37-58 0,0 0-27 15,0 21-17-15,0 11 65 16,0 12 16-16,0 11-20 16,0 9-15-16,2-2-11 15,2 5-24-15,3-5-2 16,0-8-3-16,-2-8-6 16,4-10 0-16,-5-9-2 15,0-6-65-15,-2-8-75 16,-2-10-144-16,-2-3-202 15,-6 0-92-15</inkml:trace>
  <inkml:trace contextRef="#ctx0" brushRef="#br0" timeOffset="13903.83">13714 10844 732 0,'0'0'218'16,"0"0"-74"-16,77-78-13 15,-29 45 34-15,7 6 29 16,13 0-16-16,1 5-53 16,-4 8-32-16,-6 10-28 15,-14 4-39-15,-21 12-25 16,-21 16 0-16,-10 10 13 16,-31 8 32-16,-16 2-20 15,-11 4-5-15,-7-7 1 16,-1-6-6-16,6-9-10 15,10-11-4-15,12-3 5 16,15-9-6-16,15-6-1 0,15-1-5 16,3 0-102-16,49-19-138 15,0-4-133-15,-1 3-205 0</inkml:trace>
  <inkml:trace contextRef="#ctx0" brushRef="#br0" timeOffset="14286.23">14242 10784 1106 0,'0'0'352'0,"0"0"-212"0,0 0-57 15,0 0 74-15,0 0-15 16,0 0-36-16,109 36-22 16,-86-2-24-16,2 4 7 15,-5 4-29-15,-7 1-20 16,1-1 3-16,-5-4-15 15,-6-3 3-15,-2-8 1 16,1-11-9-16,-2-2 6 16,0-11-7-16,1-3 0 15,3 0 7-15,4 0 13 16,7-17-13-16,3-10-5 16,11-7-1-16,1-1-1 15,2-8-1-15,-3-2 0 16,-5 0-13-16,1 2 8 15,-8 7 5-15,-5 5 0 0,-7 12-11 16,0 8-23-16,-5 11-32 16,0 0-104-16,-4 8-68 15,-4 24 20-15,0-4-343 16,1-2-389-16</inkml:trace>
  <inkml:trace contextRef="#ctx0" brushRef="#br0" timeOffset="14736.2">15101 10807 894 0,'0'0'257'16,"0"0"-96"-16,0 0 10 16,0 0 40-16,40-84 26 15,-38 76-143-15,-2 4-47 0,0 4-21 16,-5 0-24-16,-17 19 5 15,-10 7 11-15,-8 8 10 16,-4 3 14-16,6 4 4 16,5-3-3-16,14 1-5 15,9-6-29-15,10-2-1 16,2-6-7-16,23-12-1 16,12-5 16-16,15-8-4 15,8 0 0-15,7-11-6 16,0-7-6-16,-5-4-2 15,-11-4-19-15,-14-1-16 16,-17-1-1-16,-17-2 2 0,-3-3 4 16,-21-3 7-16,-13-1 9 15,-8-1 15-15,-4 6 0 16,-3 5-4-16,2 10 4 16,6 11 0-16,2 6-24 15,2 12 16-15,7 15-7 16,4 8-53-16,4 4-218 15,12 12-85-15,3-11 4 16,7-6-16-16</inkml:trace>
  <inkml:trace contextRef="#ctx0" brushRef="#br0" timeOffset="14953.7">15144 10905 606 0,'0'0'263'0,"0"0"-87"0,0 0 48 0,97-30 36 0,-70 30-50 15,-3 0-42-15,-5 4-55 16,-2 13 13-16,-4 6-70 16,-3 3 5-16,-3 4-20 15,0 2-23-15,-3-2-6 16,2-3-7-16,2 1-5 16,4-9-7-16,18-5-129 15,-4-4-216-15,3-7-559 0</inkml:trace>
  <inkml:trace contextRef="#ctx0" brushRef="#br0" timeOffset="15334.9">16117 10893 1023 0,'0'0'337'0,"0"0"-168"16,0 0-104-16,117-31 17 16,-18 20 51-16,31 1-47 15,6 3-38-15,-22 6-35 16,-31-1 4-16,-38 2-10 16,-12 0-7-16,3 0-7 15,-5 0-59-15,-6 0-95 16,-13 0-168-16,-11 0-258 0</inkml:trace>
  <inkml:trace contextRef="#ctx0" brushRef="#br0" timeOffset="15989.37">17591 10606 1129 0,'0'0'349'15,"0"0"-232"-15,0 0-84 16,0 0-11-16,0 0-5 16,-97 19-5-16,54 1 6 15,-2 5 18-15,0 5 14 0,8 3-5 16,5 0 6-1,10 8-1-15,19-4-19 0,3 3-16 16,28-7-14 0,19-6 19-16,11-9-8 0,13-6-12 15,4-9-2-15,2-3-53 16,-6 0-48-16,-7-13-50 16,-12-4 6-16,-18-3 48 15,-15-1 80-15,-10-1 19 16,-9-2 13-16,0 2 36 15,-2-2 11-15,-7 6 3 16,1 9 56-16,-2 2-44 16,-2 7-27-16,1 0-34 0,-3 13 10 15,3 8 13-15,2-1-13 16,5 8-12-16,4-3 4 16,0-2 3-16,14-6-4 15,13-3-2-15,10-4 2 16,9-3-5-16,8-7-9 15,5 0-1-15,-3 0-23 16,-8-10-15-16,-7-1-21 16,-13-6-2-16,-21-3-8 15,-7-5 28-15,-17 1 9 16,-16 0 32-16,-7-3 6 16,-7 7 43-16,-2 3 27 15,1 7-18-15,3 4-5 16,8 6-1-16,11 0-30 0,7 7-22 15,14 8-15-15,12 3-138 16,14-2-181-16,8-8-472 0</inkml:trace>
  <inkml:trace contextRef="#ctx0" brushRef="#br0" timeOffset="16601.99">18241 10793 1086 0,'0'0'339'0,"0"0"-247"0,0 0 50 0,0 0 64 0,96 18-96 16,-65-7-44-16,-6 5-31 0,-7 0-20 16,-13 0-6-16,-5 1-9 15,-1-4 7-15,-19 3-5 16,-3-5 9-16,-3-8-11 15,3 1-28-15,3-4-31 16,5 0-33-16,8-4 26 16,7-5 6-16,0-4-58 15,11-2-6-15,13 0-57 16,3-3 49-16,6 2 36 16,1 5 33-16,-1 0 63 15,0 6 0-15,-4 5 36 16,-4 0 26-16,-5 0 22 15,-5 10 38-15,-3 4 6 16,-7-1-6-16,-2-4-24 0,-3 1-37 16,0 1-31-16,-2-3-10 15,-9-3-18-15,-4-2 6 16,-1-3-6-16,3 0-2 16,1 0-32-16,2 0-36 15,2-11-38-15,6-3 48 16,2 1 21-16,0-5-1 15,7 5-60-15,12-4 50 16,6 4 26-16,5 2 20 16,3 1 2-16,2 4 11 0,-1 5 47 15,3 1 37-15,-8 0-8 16,-3 3 38-16,-10 8-44 16,-11 2-33-16,-5 1-32 15,-5 2 13-15,-15-2-29 16,-3 4-20-16,-5-9-218 15,8-2-162-15,4-6-388 16</inkml:trace>
  <inkml:trace contextRef="#ctx0" brushRef="#br0" timeOffset="17050.84">18947 10787 876 0,'0'0'328'0,"0"0"-233"0,0 0 24 0,0 0 67 0,0 0-46 0,0 0-39 16,76 86-32-16,-75-69-34 15,-1-1-14-15,0-3-10 16,0-5-10-16,-8-1 5 16,-2-3-4-16,-5-4-2 15,-1 0-27-15,-5 0-34 16,0-3-61-16,-2-9 1 15,-2-3 59-15,4-4 27 16,4-4 20-16,4-2 9 16,6-5 6-16,7 2 0 15,0-6 0-15,20 3-10 16,12 6 9-16,10 2 0 0,5 5 0 16,1 8 0-1,-3 7 1-15,-4 3 24 0,-12 6 29 16,-10 15 20-16,-11 6 0 15,-8-2-19-15,-13 10-13 16,-19-5 20-16,1-2-21 16,-1-6-20-16,0-1-7 15,12-9-11-15,3-3-2 16,9-5-12-16,8-4-177 16,0 0-153-16,2-6-282 0</inkml:trace>
  <inkml:trace contextRef="#ctx0" brushRef="#br0" timeOffset="17868.3">19285 10442 798 0,'0'0'289'0,"0"0"-120"0,0 0-116 0,0 0 154 0,0 0-15 15,0 107-43-15,0-62-43 16,0 3-36-16,0-2 2 16,0-4-26-16,0-6-18 15,8-6-11-15,15-9-5 16,6-5 0-16,4-8 1 16,6-8-13-16,0 0 10 0,-3 0-9 15,-5-14-1 1,-7-2-14-16,-6-8-21 0,-7 3-2 15,-6-7 18-15,-4 4 4 16,-1-2 14-16,0 4 1 16,-1 5 1-16,-11 8-1 15,-1 6-6-15,-6 3 6 16,-2 6 8-16,-3 14 12 16,4 2 13-16,6 4-13 15,5-1 7-15,9-2-17 16,0-2-9-16,12-8 5 15,9-5 4-15,4-3-9 16,1-5-1-16,2 0-48 0,-3 0-93 16,-3-13-86-1,-4 0-33-15,-1-7 16 0,-4 1 78 16,1-4 99-16,1 4 64 16,1-1 3-16,3 4 87 15,4 4 27-15,1 6 1 16,-1 6 4-16,-3 0 8 15,-2 10-22-15,-6 8 7 16,-7 2-30-16,-5 2 12 16,0-1-26-16,0-3-6 15,-8-6-21-15,1 2-26 16,0-10-1-16,6 2-8 16,1-6-5-16,0 0 0 15,0 0 12-15,15-7-13 16,5-5 0-16,3-2-17 0,-1-2-27 15,-2-2-3-15,-3-2-5 16,-7-2 15-16,-2 4 11 16,-3 0 16-16,-3 3 10 15,-1 6 1-15,-1 3 15 16,0 6 11-16,-7 0-26 16,-7 15 17-16,-1 4 31 15,-2 5 7-15,4 2-9 16,1-1-10-16,8-2-25 15,4-1-11-15,0-4-2 16,20 1-52-16,6-6-197 16,6-5-355-16</inkml:trace>
  <inkml:trace contextRef="#ctx0" brushRef="#br0" timeOffset="19034.89">20901 10401 715 0,'0'0'263'16,"0"0"-115"-16,0 0-11 0,0 0 89 0,0 0-58 0,0 0-59 15,0 0-18-15,-81-19-5 16,43 36-8-16,7 6-17 16,3 5-14-16,6 1-10 15,13-2-6-15,9-1-17 16,0-3-13-16,22-5 15 16,11-2-5-16,9-8-2 15,5 1-9-15,2-2 2 16,-4 1-4-16,-7 4 2 15,-11-2 0-15,-17 4 0 16,-10-1 2-16,-20 4 0 16,-27-1 14-16,-12-1-10 0,-9-3-4 15,-6 0 5 1,11-5 0-16,9 0-6 0,18-4-1 16,16-2 0-16,17-1-1 15,3 0-7-15,28 0-35 16,15-11-24-16,10 0 33 15,8 2 9-15,2-2-22 16,1 2 22-16,-4 0 24 16,-5-1 2-16,-6-1 0 15,-4-1 0-15,-8-3 0 16,-8 0 7-16,-7 0-6 16,-7 0 8-16,-5 3 5 15,-3 2-15-15,-6 1-1 16,-1 9 1-16,0 0-6 0,-11 0 5 15,-7 0 2-15,-6 18 6 16,2 1 23-16,3 4-20 16,5-2 11-16,8 1 7 15,6-5-10-15,0-2-2 16,8-3-4-16,14-8 4 16,3-1 6-16,1-3-22 15,3 0 1-15,-1-3-1 16,-1-9-18-16,-3-3-41 15,4-3 16-15,-8 2 9 16,-7-5 24-16,2 1 9 16,-5 2-5-16,-3 2 6 15,-4 5 0-15,1 7 0 0,-4 4 0 16,0 0 6 0,-4 19-1-16,-2 5 42 0,0 0-21 15,6 0 4-15,0-3-8 16,9-3-9-16,11-9-4 15,5-1 3-15,3-8-6 16,-1 0-5-16,4-5-1 16,-5-7-8-16,-4-9-14 15,-8-1-15-15,-5-5 4 16,-7 0 19-16,-2-3 3 16,0 0 10-16,-5-2-6 15,-2 2 7-15,1 3-1 16,3 4 0-16,2 6-1 0,-1 7 1 15,1 10 1 1,-3 0-22-16,-2 12 13 0,-3 10 9 16,-4 12 12-16,6 0 10 15,2 3 8-15,5-6-1 16,0-2 2 0,10-5-9-16,10-8 0 0,7-7-5 15,8-4-4-15,7-5-7 16,10 0 1-16,4 0-5 15,6 0-2-15,2 0 1 16,-8 0-1-16,-12 4-1 16,-12 4 0-16,-22 4-11 0,-10 1-112 15,-64 11-77 1,2-4-329-16,-8-5-365 0</inkml:trace>
  <inkml:trace contextRef="#ctx0" brushRef="#br0" timeOffset="19849.38">13696 12237 810 0,'0'0'302'0,"0"0"-143"0,0 0-10 0,0 0 10 15,38-81 102-15,-24 72-61 16,-3 9-72-16,1 0-67 16,-2 23-21-16,-4 14 13 15,-6 23 0-15,0 4-11 16,-1 2-11-16,-11 4-12 16,0-19-18-16,1 3 0 0,-2-9-1 15,4-13-10-15,-1-6-61 16,1-12-108-16,-2-13-131 15,4-1-193-15,2-1-162 0</inkml:trace>
  <inkml:trace contextRef="#ctx0" brushRef="#br0" timeOffset="20101.7">13801 12183 677 0,'0'0'252'0,"0"0"-148"15,0 0-67-15,113-63 17 16,-74 57 128-16,-1 6 26 0,-8 0-48 16,-8 15-51-16,-12 9-31 15,-10 3-4-15,-6 6-18 16,-23 4-3-16,-13-3-8 16,-3-1-14-16,-3-6-21 15,-1-7-1-15,9-4-9 16,11-8-1-16,15-2-27 15,18-6-155-15,20-3-205 16,8-11-434-16</inkml:trace>
  <inkml:trace contextRef="#ctx0" brushRef="#br0" timeOffset="20717.43">14536 12117 1015 0,'0'0'323'0,"0"0"-228"0,0 0-19 0,0 0 157 0,0 0-39 16,-62 112-60-16,36-60-27 15,4 2-29-15,-3 2-29 16,3-10-27-16,4-8-16 15,5-11 2-15,4-11-7 16,4-6-1-16,5-10 0 16,0 0 6-16,7-7-6 15,9-15-30-15,6-7 20 16,0-7 10-16,0-3-1 16,-3-1-14-16,1-1 14 15,2 1-6-15,0 3 7 0,2 7-1 16,2 3-6-16,-1 6 6 15,1 8 1-15,-5 7 0 16,1 3 1-16,0 3 1 16,-2 0 4-16,-4 16-6 15,-3 5 12 1,-3 7 4-16,-1 7 14 0,-8 5-8 16,1 5-13-16,-2 4-8 15,2-5-1-15,1-4-3 16,14 2-59-16,-2-10-195 15,4-13-433-15</inkml:trace>
  <inkml:trace contextRef="#ctx0" brushRef="#br0" timeOffset="21164.49">15234 12174 990 0,'0'0'207'0,"0"0"-125"0,0 0-43 0,0 0 82 15,0 0-8-15,0 0-65 16,0 0-22-16,2-13 75 16,-24 27 30-16,-4 10-27 15,-1 6-23-15,4 8-2 16,4 3-4-16,7 3-33 15,11-2-23-15,1-5-9 0,7-7-9 16,14-10 5-16,8-10 3 16,6-7-6-16,5-3 6 15,0-10-2-15,2-13-7 16,-5-7-15-16,-9-6 5 16,-3-1 2-16,-13-1 2 15,-6-1 0-15,-6 2 6 16,-3 3 0-16,-15-1 0 15,-6 6 0-15,-4 6 0 16,-6 6-8-16,-2 10-2 16,-1 7-12-16,0 4-16 15,4 13-85-15,3 6-152 0,3 11-61 16,9-4-195 0,6-4-18-16</inkml:trace>
  <inkml:trace contextRef="#ctx0" brushRef="#br0" timeOffset="21363.56">15236 12334 416 0,'0'0'345'0,"0"0"-114"16,0 0 47-16,105 0 28 15,-63 0 1-15,9 1-79 16,-5 8-70-16,-2 2-47 16,-11 8-47-16,-13 2-40 15,-10 8-12-15,-10 1-11 16,-1 1 0-16,-14-1-1 0,1-3-67 15,4-10-85 1,10 0-126-16,5-11-208 0,15-3-140 0</inkml:trace>
  <inkml:trace contextRef="#ctx0" brushRef="#br0" timeOffset="21814.86">15915 12229 1013 0,'0'0'259'16,"0"0"-49"-16,0 0-15 16,0 0-25-16,0 0-55 15,0 0-87-15,0 0-13 16,-42 8 30-16,17 16 11 16,-5 6 0-16,-2 7 16 0,1-1-7 15,3-5-34-15,7-1-19 16,8-4-6-16,4-10-5 15,9-5-1-15,0-8-11 16,12-3 11-16,9 0 0 16,5-6-3-16,6-14-68 15,-1-1-15-15,-1-6 7 16,0-3 8-16,-1 0 16 16,-3 0 8-16,1 0 17 15,-3 3 22-15,-4 4 8 16,-2 7 7-16,-3 5 32 15,-5 3 14-15,-4 8-9 0,-2 0-18 16,-4 21 24-16,0 3 37 16,-10 6-33-16,-3 7-16 15,1-1-4-15,0 2-18 16,2-5-15-16,5-6-1 16,2-5-24-16,3-4-92 15,0-4-133-15,10-11-412 0</inkml:trace>
  <inkml:trace contextRef="#ctx0" brushRef="#br0" timeOffset="22347.58">16333 12167 1066 0,'0'0'292'0,"0"0"-112"0,0 0-91 0,0 0 75 0,0 0 2 0,0 0-38 16,39 83-21-16,-39-42-37 16,0 6-20-16,-3 0-7 15,-5-4-15-15,-1-7-19 16,5-6-8-16,2-12 0 16,0-6-1-16,2-7-9 15,0-5-13-15,0 0 6 16,0-5-41-16,0-14-33 15,0-2 40-15,0-9 18 16,7-6 20-16,0-5 4 0,3-2 8 16,3-1 1-16,6-2 7 15,4 1 1-15,3 3-9 16,6 5 6-16,-2 7-5 16,0 6-1-16,-3 10 9 15,-3 8 1-15,-6 6 1 16,-4 3 9-16,-7 14 13 15,-4 10 33-15,-3 9 8 16,-7 5-25-16,-14-1-4 16,-3 3-7-16,-3-5-11 15,2-1-3-15,3-10 0 16,5-8-22-16,12-5-2 16,5-7-2-16,0-4 2 0,17-3-6 15,10 0-8-15,6 0-121 16,21-7-122-1,-9-4-393-15,-5-2-277 0</inkml:trace>
  <inkml:trace contextRef="#ctx0" brushRef="#br0" timeOffset="22566.27">16913 12304 1275 0,'0'0'362'0,"0"0"-197"15,0 0 6-15,86-20 26 0,-3 10-24 16,31-4-59-16,7 1-47 0,-19 3-23 16,-29 6-17-16,-35 0-21 15,-10 4-6-15,-8-3-9 16,-9 3-50-16,-9 0-115 16,-19 0-129-16,-16 0-263 15,-2 0-316-15</inkml:trace>
  <inkml:trace contextRef="#ctx0" brushRef="#br0" timeOffset="23429.58">18094 11932 129 0,'0'0'196'0,"0"0"-48"0,0 0 17 0,0 0-21 0,0 0 27 15,0 0 22-15,0 0-3 16,29-71-13-16,-20 59-15 16,-2 5 6-16,-2-1-29 0,-5 5-9 15,0 3-28 1,0 0-49-16,-10 8-39 0,-14 11 2 16,-4 8 2-16,-2 9 1 15,0 2-9-15,7 1 4 16,6 5-4-16,10-2 0 15,7 0-10-15,0-1 1 16,15-9-1-16,12-5 0 16,13-3-1-16,10-10 0 15,14-4 1-15,1-10-80 16,3 0-138-16,4-3-292 16,-17-11-133-16,-14-3 143 0</inkml:trace>
  <inkml:trace contextRef="#ctx0" brushRef="#br0" timeOffset="23746.55">18503 12102 593 0,'0'0'365'0,"0"0"-22"16,0 0-129-16,0 0 19 16,0 0-59-16,0 0-99 15,0 0-42-15,-49-6 45 16,33 27-27-16,6 8 23 16,-2-3-19-16,9 1-20 15,3-5-9-15,0-6-13 16,15-3-3-16,8-6 1 15,2-7-1-15,7 0-5 16,0 0-4-16,-4-13-2 16,-3-8 1-16,-6 0-1 15,-11-4-5-15,-3-2-15 0,-5 0-2 16,-6-3 5-16,-11 3 16 16,-6 0-9-16,-6 5 10 15,1 5-7-15,-4 10 1 16,2 7-4-16,1 0 3 15,6 5-7-15,10 11-19 16,13 9-120-16,6-9-201 16,20-2-373-16</inkml:trace>
  <inkml:trace contextRef="#ctx0" brushRef="#br0" timeOffset="24327.5">18782 12022 1326 0,'0'0'295'0,"0"0"-203"16,0 0-23-16,0 0 111 15,0 0-32-15,86 8-61 16,-62 6-49-16,-6 0-32 16,-11 7 0-16,-7-1-2 15,0-3 5-15,-13 0-9 16,-6 0 6-16,0-6 0 15,2-2-6-15,4-9-19 16,7 0-6-16,6-3-36 16,0-11-42-16,11-2 45 15,6-4 12-15,6 2-20 16,2-2 37-16,0 7 12 16,0-1 11-16,2 8 5 0,-4 4 1 15,-1 2 15 1,-2 0 42-16,-2 11 0 0,-1 3 1 15,-4-1-6-15,-4 1-17 16,-5-4 27-16,-4-2-37 16,0-2-13-16,0 0-2 15,-11-6-4-15,-4 0 3 16,2 0-7-16,3 0-1 16,3-12-1-16,5-3-16 15,2 2-3-15,2-4-3 16,20-3-27-16,2 7 22 15,7-3 14-15,2-1 12 16,-1 10 0-16,3 1 1 0,-5 6 13 16,-5 0 13-16,-7 0-1 15,-5 10-7-15,-9 4-5 16,-4 5-5-16,0-3-8 16,0 4-28-16,0-5-192 15,0-3-284-15,0-6-40 0</inkml:trace>
  <inkml:trace contextRef="#ctx0" brushRef="#br0" timeOffset="25127.47">19462 12020 667 0,'0'0'308'0,"0"0"-81"0,0 0-14 0,0 0 33 0,101-34-46 0,-82 34-65 16,0 7-14-16,-4 9-25 15,-1 5-49-15,-4 4-11 16,-3-1-4-16,-3 3 5 15,-4-4-17-15,0-5-10 16,-7-1-4-16,-9-4-6 16,-3-7-44-16,-1-3-39 15,0-3-19-15,0-3 2 16,2-8 21-16,3-8 57 16,6-5 3-16,6-3 4 15,3-3 14-15,3-3-25 16,19 0-3-16,8-1 2 15,7 7 7-15,3 3 13 16,2 9 6-16,1 8 1 16,-3 4 1-16,-2 3 11 0,-7 3 16 15,-4 10-6 1,-2 1 14-16,-4-1-4 0,-1-4-23 16,1-2-8-16,-3-6-1 15,-2-1-19-15,0 0-62 16,-6-14-99-16,-2-2-48 15,-4-4 15-15,-4-1 28 16,0-3 59-16,0-3 117 16,-6 2 9-16,0 1 72 15,2 0 54-15,4 7 15 16,0 5-27-16,0 8 27 16,0 4-65-16,4 3-37 15,2 15 101-15,1 7-52 0,-4 2 0 16,1 3 1-16,-2 3-53 15,2-6-13-15,2-3-6 16,2-7-11-16,0-4-4 16,1-5 3-16,1-2-5 15,0-2-26-15,0-4-26 16,1 0-7-16,1 0-22 16,3 0 31-16,0-4 30 15,6 1 15-15,-2 2 5 16,8-1 1-16,2 1 0 15,-3-3-2-15,3 1 2 16,-6-3-1-16,-6-4 2 0,-4-1-2 16,-4-5 1-1,-5-1-1-15,-2 1 0 0,3 5 9 16,-2 2 3-16,1 8 14 16,-1 1-19-16,1 7-1 15,-1 13 41-15,-3 4 2 16,1 6-26-16,-1-4-9 15,4 1-13-15,2-6-1 16,14 1-12-16,-1-8-180 16,3-7-438-16</inkml:trace>
  <inkml:trace contextRef="#ctx0" brushRef="#br0" timeOffset="25994">20916 11789 613 0,'0'0'99'0,"0"0"-58"0,0 0 4 16,0 0 77-16,93-4 27 0,-65-7-53 15,-5-4-11-15,-3 2 14 16,-7-1 33-16,-9-1-38 15,-4 2-14-15,0 4 5 16,-15 1-19-16,-7 8-15 16,-7 0-22-16,-3 8-1 15,8 8-2-15,3 1-4 16,8 2-21-16,13-1 0 16,0 5 0-16,19-4 7 15,7-1 0-15,1 2-7 16,-3-4 0-16,-10 2 8 15,-8-3-9-15,-6 0-2 0,-12-3 2 16,-18-1 6-16,-7-4-6 16,0-4 0-16,9-3 1 15,4 0 0-15,14 0 6 16,10 0-7-16,16-7-11 16,20-2-10-16,11-2 9 15,10 2 11-15,3 2 1 16,0-1-10-16,-5-4 10 15,-3 2 0-15,-8 2 0 16,-13-5 1-16,-4-4 0 16,-13 4 0-16,-10-4 1 15,-4 7-1-15,0 7 7 16,-16 3-7-16,-3 0 1 0,-1 7 14 16,0 10-10-16,1 2 16 15,6-1 30-15,5 5-25 16,3-4 12-16,5-4-6 15,0-3-9-15,10-7-1 16,9-3 1-16,7-2-7 16,4 0-12-16,4-10-5 15,1-3-15-15,2-1-10 16,-1-5 5-16,3 5 20 16,-3-2 1-16,-2 5 8 15,-6 2-3-15,-3 9 4 16,-3 0 5-16,-5 6-9 15,-5 11-6-15,-8 2 0 0,-4 5-35 16,-4 9-109 0,-13-6-260-16,-5-6-435 0</inkml:trace>
  <inkml:trace contextRef="#ctx0" brushRef="#br0" timeOffset="27775.55">6773 10796 204 0,'0'0'408'0,"0"0"-272"0,0 0-74 0,0 0 47 0,0 0 23 15,0 0 47-15,0 0 4 16,-7-33-10-16,11 23 11 0,-1 4-40 16,-3 0 19-16,0 3-19 15,0 1-28-15,0 2-14 16,0 0-35-16,0 0-28 16,0 0 1-16,3 0-18 15,10 0-11-15,16 0 11 16,14 0-3-16,12 0 1 15,29 0-19-15,23 2 7 16,20 2-1-16,-7-1-7 16,-30 1 6-16,-28-4-5 15,-29 4-1-15,-2-4 0 16,-7 1-1-16,-5-1 1 16,-14 0 0-16,-5 0 21 15,0 0 70-15,-17 0-59 16,2-5-19-16,-1-2 1 0,2 3-1 15,6 2-1-15,1-1-12 16,7 3 0-16,0 0-15 16,0 0-16-16,0 3-35 15,0 10-128-15,0 1-298 16,0-8-289-16</inkml:trace>
  <inkml:trace contextRef="#ctx0" brushRef="#br0" timeOffset="28593.92">10566 8306 687 0,'0'0'227'0,"0"0"-94"15,0 0 11-15,0 0 74 0,0 0-25 16,0 0 2-16,0 0-70 15,-4-47-80-15,6 75 66 0,1 9 15 16,-3 10-39 0,0 8-38-16,0 5-11 0,0 2 1 15,0 0-27-15,0-5-11 16,0-5 1-16,0-9 2 16,0-11-4-16,-3-8-87 15,-2-12-113-15,0-10-125 16,-4-3-35-16,1-15-220 15,0-2-199-15</inkml:trace>
  <inkml:trace contextRef="#ctx0" brushRef="#br0" timeOffset="28842.78">10454 8446 489 0,'0'0'140'15,"25"-83"-27"-15,-2 40 17 0,4 1 43 16,10 9 7-16,3 3-47 15,6 9-11-15,3 8 19 16,-4 9 12-16,-6 4-24 16,-11 9-59-16,-13 17-30 15,-13 7 11-15,-2 7-7 16,-17 1-15-16,-11-1 5 16,-6-5-33-16,-3-2 7 15,1-8-8-15,0-5 1 16,8-2-1-16,3-5-128 0,9-3-208 15,7-7-346-15</inkml:trace>
  <inkml:trace contextRef="#ctx0" brushRef="#br0" timeOffset="29359.39">11202 8253 821 0,'0'0'380'0,"0"0"-222"15,0 0-72-15,0 0-41 16,0 0 1-16,0 0 126 16,-58 82-59-16,29-43-3 0,1 3 11 15,1 1-18-15,5-2-48 16,2-4-14-16,6-8-3 15,3-6-27-15,7-8-10 16,1-7 5-16,3-8 0 16,0 0 6-16,9-5 6 15,10-13-11-15,1-5-6 16,3-6 0-16,2-1-1 16,-2 0-12-16,4-1-4 15,-5-1 0-15,4-1 4 16,-4 2 6-16,-2 2 5 15,-1 4 1-15,-2 5-1 16,-4 7 0-16,-3 5 1 0,-1 5-1 16,-3 3-1-1,-2 1-4-15,-1 15 6 0,0 9 12 16,-2 5 3-16,3 5-3 16,-1-1-2-16,4 1-5 15,1-4-4-15,-1-1-1 16,-2-3 0-16,2-6-36 15,-4-7-191-15,-2-4-301 16,-1-9-403-16</inkml:trace>
  <inkml:trace contextRef="#ctx0" brushRef="#br0" timeOffset="29773.81">11507 8199 880 0,'0'0'413'0,"0"0"-210"0,0 0 3 0,0 0-2 0,0 0-45 0,0 0-56 15,0 0-35-15,58-24-12 16,-28 19-13-16,9-1-4 15,9-1-18-15,8-2-2 16,8-1-7-16,-2 1-6 16,-5-1 0-16,-12 5-6 0,-15 2 1 15,-15 3-1-15,-13 0-8 16,-2 10 8-16,-22 14 12 16,-11 9 17-16,-8 7-5 15,1 8 15-15,2-3-11 16,3-2-6-16,8-4-16 15,4-3-4-15,6-6-1 16,5-3-1-16,2-6-13 16,4-8-70-16,1 1-115 15,0-11-172-15,1 0-367 16,2-3-285-16</inkml:trace>
  <inkml:trace contextRef="#ctx0" brushRef="#br0" timeOffset="30274.55">12059 8159 918 0,'0'0'385'16,"0"0"-177"-16,0 0 31 16,0 0-26-16,0 0-29 15,0 0-91-15,0 0-64 16,4-37-29-16,-4 48 1 15,0 9 23-15,-10 5-2 16,-5 7-1-16,3 6 17 16,2 2-4-16,2 2-13 0,4-1-7 15,4-5-7 1,0-5-2-16,17-5-4 0,8-7 4 16,4-10 4-16,1-5 3 15,6-4-2-15,-1 0-9 16,3-19 8-16,-2 1-4 15,-3-7-5-15,-4-5-10 16,-7-3 9-16,-11-3-5 16,-8-5 5-16,-3 0-5 15,-6-2-1-15,-14 0 7 16,-7 3 0-16,-5 5 0 16,0 10 12-16,-4 8 1 0,1 11-13 15,-4 6-1-15,4 3-6 16,2 17 6-16,3 5-9 15,3 5-4-15,7 5-35 16,5 2-118-16,5-2-54 16,10 0-83-16,5-2-67 15,17-6-130-15,1-9-77 0</inkml:trace>
  <inkml:trace contextRef="#ctx0" brushRef="#br0" timeOffset="30492.41">12182 8345 512 0,'0'0'304'0,"0"0"-61"0,0 0 29 16,0 0-22-16,95-31-31 16,-87 31-57-16,-1 0-53 15,-7 4-27-15,0 10 4 0,0 5 2 16,-2 4-30 0,-8-1-25-16,0 2-17 0,6-3-14 15,4-3-2-15,0-2 0 16,7-5-3-16,19 0-25 15,23-5-74-15,-3-2-185 16,-5-4-434-16</inkml:trace>
  <inkml:trace contextRef="#ctx0" brushRef="#br0" timeOffset="31588.28">10654 9324 660 0,'0'0'315'0,"0"0"-121"0,0 0-17 0,0 0 39 0,0 0 26 0,0 0-57 15,53-80-36 1,-50 70-51-16,-3 4-29 16,0 1-15-16,-14 5-31 0,-11 0-15 15,-10 5-8-15,-12 13 9 16,-3 12-2-16,-2 5 0 16,3 3 11-16,10 4 15 15,10 0 1-15,14-2-9 16,13-1-11-16,2-3-5 15,26-9 10-15,12-9-10 16,14-9 4-16,8-7-1 16,7-2-4-16,3-6-2 15,-8-6-6-15,-7 0 1 16,-17 0 5-16,-14 6-6 16,-14 0-2-16,-10 3 2 15,0 0-29-15,0 1-119 16,-10-4-178-16,-2 2-267 0,3-2-286 0</inkml:trace>
  <inkml:trace contextRef="#ctx0" brushRef="#br0" timeOffset="32004.8">11008 9332 705 0,'0'0'348'0,"0"0"-183"15,0 0-20-15,0 0 41 16,0 0 12-16,0 0-41 0,0 0-43 16,14-65-3-16,-14 62-19 15,-7 3-34-15,-11 0-36 16,-6 0-15-16,-4 6 29 16,4 6 4-16,3 3 9 15,6 4-14-15,6 0-23 16,9 0-1-16,0 3-11 15,16-4 0-15,7-2 10 16,11-2-3-16,-3 1-6 16,1-3 5-16,-9-2-1 15,-3 2-5-15,-11-1-1 16,-9 2-5-16,-4-1 6 16,-21 0 15-16,-5 3-3 0,-3-4 10 15,-4-2 31 1,-1-3-21-16,6 0-12 0,0-2-19 15,6 1-1-15,2-2-7 16,6 1-65-16,9-4-179 16,4 0-309-16,5-6-363 0</inkml:trace>
  <inkml:trace contextRef="#ctx0" brushRef="#br0" timeOffset="32587.71">11059 9213 757 0,'0'0'300'0,"0"0"-167"0,0 0 51 0,-37-86-12 0,13 61-50 16,-7 1-81-16,-13 5-16 15,-24 3-9-15,-38 10 7 16,-44 6-23-16,-25 16 24 15,-7 14-12-15,21 10 83 16,44-7 21-16,35-3 7 16,28 0-20-16,15 4-35 15,0 13-34-15,7 21-21 16,18 22-13-16,14-6 12 16,11-9 2-16,26-10 11 15,5-17-7-15,5 5-5 0,9 0-3 16,16-4-9-1,20-9 14-15,32-8-4 0,12-13-10 16,9-19 4-16,-4-8-5 16,-5-22 1-16,-4-10 5 15,-12-2-5-15,-28 2 0 16,-22 2 9-16,-25 4-2 16,-15-1-1-16,-4-6 1 15,-13-7-1-15,-11-7 5 16,-9-1-12-16,-31 8 0 15,-16 3-1-15,-8 8-9 16,-1 10 10-16,-1 13 0 16,9 8 5-16,8 6-4 15,10 0 10-15,12 3-3 0,11 8-8 16,8 2-16-16,5 1 15 16,1 0-33-1,0 3-33-15,0-2-111 0,0 11-67 16,0-7-247-16,-2-4-228 15</inkml:trace>
  <inkml:trace contextRef="#ctx0" brushRef="#br0" timeOffset="37504.82">8146 9004 204 0,'0'0'122'0,"0"0"-21"0,0 0-45 0,0 0 27 0,0 0-23 16,17-84-11-1,-14 69-5-15,-3 0 16 0,5 0-3 16,-3 1-14-16,1 1-1 16,-1 0 10-16,-2 2 0 15,3-2 17-15,-1 3 25 16,-1 0-1-16,-1 0 1 16,0 2 9-16,0 2-33 15,0 6 1-15,0 0-17 16,-3 0-29-16,-12 11-12 15,-5 15-1-15,-8 15 2 16,-6 11 5-16,-3 8 15 16,-4 9-11-16,1 4 1 15,1-1 5-15,7-2-13 16,7 0 6-16,7-5-7 0,6-7-9 16,11-2-6-1,1-7 1-15,0-4 4 0,8-7-5 16,10-3 1-16,7-5-2 15,6-3 2-15,4-4-1 16,3 2 5-16,3-1-5 16,0 0 0-16,-1 3 1 15,0 1-1-15,-2-5 0 16,1 6-1-16,-4-3-6 16,-5-1-5-16,-5-1 11 15,-9 3 0-15,-10 0-9 16,-6 2 9-16,0-2 1 15,-10 1 6-15,-4-1 2 16,-3-1-7-16,6-4-1 16,-4 1 12-16,2 0 2 0,-1-4-8 15,1 5-3-15,1-2 3 16,0 2-5-16,4 0-1 16,5 1 1-16,3 4 18 15,8-3-4-15,19 3-8 16,10-1-7-16,9-4 6 15,9 0 5-15,8 3-11 16,2-6-1-16,3 1 1 16,2-2-7-16,-1-1 7 15,0-2 0-15,-6 1 1 0,-3 0 6 16,-5-3-7 0,-5 0-1-16,-8 0 1 0,-2 0 0 15,-8 1-1 1,-9 1 1-16,-9 1 0 0,-6 4 0 15,-5 4 0-15,-3-3 8 16,0 4-8-16,0 0 0 16,0 0 0-16,0 3 0 15,0-3 0-15,7-1 6 16,10 2-6-16,4-2 0 16,6 4-1-16,10-3 0 15,6 0 0-15,9 0-6 16,9-1 7-16,18 1 12 15,25-2-12-15,25-4-1 16,11-3 1-16,-2-10 0 0,-15-5 0 16,-19-3 0-16,-21 0-6 15,-21 0 6-15,-15 0-1 16,-11 0 1-16,2-5 2 16,-1 2 8-16,-3-4-9 15,-12 1 0-15,-7 0 12 16,-3-5 42-16,2 2-1 15,2-4-24-15,6-2-18 16,4 0-6-16,7 0-5 16,6 1-1-16,3 5 7 15,0 2-6-15,0 7-1 16,-3 0-2-16,0 0 0 16,-3 12 2-16,5 6 0 15,2 3 2-15,2 3 11 16,5-2-5-16,5 8-7 0,4-6 1 15,3 5-1 1,8-2 6-16,-2 3-7 0,4-1 0 16,-2 1 0-16,-2 0 0 15,-3 0-2-15,-7-2 2 16,-3 1 2-16,-3-4-1 16,-5-1 5-16,0-3-6 15,-5-2 1-15,-4-2 0 16,0-5 0-16,-4 0-1 15,-3-5 1-15,-6 4 5 16,-5-2-6-16,-4-3-1 16,-5 1 0-16,-6 2-8 0,2 3 9 15,-2 3 0-15,2 0 7 16,3 5 5-16,3 4-6 16,6-2-6-16,4 2 1 15,2 0 0-15,5-1-1 16,0 1 1-16,0 2 1 15,-2 1-1-15,-2 0 0 16,-6 0-1-16,-7 3 1 16,-8 0-1-16,-5 0 0 15,-5 0-7-15,-18-3 7 16,-9 0 11-16,-8 4-10 0,-12-1 6 16,-5-2 2-1,-8 2 3-15,-24-1-3 0,-19 7-8 16,-24 0 5-1,-12-2-4-15,10 0 4 0,7-7-6 16,12-2 1-16,0-1 5 16,-4 0-5-16,2-1-1 15,3 1 0-15,3-2-1 16,5 2 0-16,2 1 0 16,6-2 1-16,14-10 1 15,16-3-1-15,14 0 1 16,4-6-1-16,-11-1 2 15,-10 0-2-15,-9-3 0 16,-15 0 0-16,-10-3-1 16,-15-7 1-16,-1-1 0 0,9-2-1 15,5 3 0-15,7-1 0 16,-5 3-1-16,-4 0 1 16,2-3 0-16,-1 3 0 15,-3 0 0-15,1-1 0 16,-2 2 1-16,0 1-1 15,5 1-4-15,2 2 5 16,4 0 0-16,1 0 0 16,2 0 0-16,2 0-5 15,3 2 5-15,14-2 0 16,10 0 1-16,18-1-1 16,-12 1 5-16,-24-1-5 15,-22-2 0-15,-10 0 0 16,22-2 0-16,23 2 0 15,22 2-1-15,-12-6 1 0,-25 0-1 16,-28-3 1-16,-13-1 1 16,6 1-1-16,9-1 0 15,10 4 6-15,-2 1-5 16,0-4-1-16,0 2 0 16,4 1 0-16,2 0 2 15,4 3-1-15,15 0-1 16,15 1 5-16,16 3-4 15,5 2 4-15,-5-2-3 16,-6 0-1-16,-3-3 5 16,3 4-6-16,7-1-1 15,4 0 1-15,7 3 0 0,3 0 0 16,7 0 1 0,0 0-1-16,3 0 0 0,1 0 0 15,2 3-7-15,0 5 4 16,0 1 2-16,1-2 0 15,-1-1 1-15,1-1 0 16,-2 1 1-16,5-2-1 16,2-1 0-16,2-3 1 15,8 0 2-15,-2 0 3 16,5-3-5-16,-3-8-1 16,2-6 8-16,0 0-8 15,-4-7 1-15,4-1 1 16,-5-5 4-16,-1-3 0 15,-2-2-6-15,-1-1 1 16,0-4-1-16,4-5 0 0,4-1-1 16,2-1 1-16,4 0-12 15,0-3 12-15,7-3 5 16,8 2-5-16,1-3 0 16,-3 1 0-16,-2 2 0 15,-2 2 0-15,1-2 0 16,0 0 0-16,2-1 0 15,2 4 0-15,2 1 0 16,-1 4-1-16,-4 0 1 16,-2 3 0-16,-3-1 0 15,-2 1 0-15,-4-2 1 16,1-2-1-16,-1 0 0 16,2 0 0-16,-1 1-1 0,3 0 1 15,1-2 1-15,2 1 0 16,-2-1-1-16,-2 4 0 15,-1 0 0-15,-2 2-1 16,0 0 1-16,-5 3 0 16,-4-4 0-16,-1 2 1 15,2 0-1-15,1 0 0 16,4-2 0-16,3-1-6 16,0-1 6-16,0 5 0 15,0-4 0-15,8 3 0 16,-1-2 0-16,-2 1 1 15,0-2-1-15,0-1 0 0,2-1 0 16,-2-2 1 0,0-2 0-16,0 1 5 0,1 5-6 15,0-3-2-15,-2 5 2 16,2 0-2-16,-3 1 1 16,-3 6 1-16,0-2 0 15,0 4-1-15,0 1 1 16,-6-2 0-16,-1 1 0 15,-2-5-1-15,1 4-5 16,1-5 6-16,1 0 0 16,2 1-1-16,1-2 1 15,-1 2 0-15,3-2-1 16,1 2 0-16,-2-2 0 0,2 3 1 16,0-2-1-1,0 4-5-15,0-3 5 0,0-2 2 16,0 2-1-16,0-2 0 15,0-2 0-15,7 1 0 16,3 1-1-16,3-1-8 16,2 1 9-16,3 5-1 15,2-2 0-15,2 4-6 16,2 0 7-16,-1 4 0 16,1 0-8-16,-1 1 8 15,2-2-1-15,2 5 0 16,-4-1 1-16,6 3-1 15,-6-3 2-15,2 3-1 16,-2 2 0-16,1 3-1 16,4-1 0-16,2-1 1 0,3-1-1 15,5 5 1 1,1-4-1-16,5 5 1 0,4-1-9 16,1-1 6-16,2 2 3 15,0 3-1-15,-1-1 1 16,-2 2 0-16,1 0-9 15,-4 5-3-15,0-2-29 16,0 2 25-16,0 0 8 16,1 0-9-16,-1-1 8 15,1 1 8-15,1-1-7 0,-2-1 7 16,3 0-17 0,4-2 11-16,0 0 5 0,3-1-5 15,0 1 6-15,4-2 1 16,-1 1 0-16,-2 3 0 15,1 1-7-15,3-2 7 16,-2 1 1-16,-1-1-1 16,1 2 0-16,-2 0 2 15,-8-1-2-15,2 2 5 16,-6 1-5-16,-2 1 0 16,-4 1-2-16,2-3 1 15,2 3 0-15,0 0 1 16,1 0 0-16,2 0 9 15,4 0-9-15,-1 0 1 16,1 0 5-16,-4 0-5 0,-2 3-1 16,-8 2 0-16,-5 1 0 15,1 1 1-15,-7-1 1 16,-2 2-2-16,1-2 0 16,1 1 1-16,-3-1-1 15,3 2 0-15,0-3 0 16,0 3 1-16,3 0-1 15,-2 0 0-15,6-2 0 16,-1 4 2-16,-1-2-1 16,1-2-1-16,-4 5-1 15,-3-1 1-15,-1-1 0 16,-2-2 0-16,2 2 0 16,1-1 1-16,2-2 0 15,-2-1-1-15,-1 0 1 16,-4 0 0-16,-6-1-1 0,0 4-7 15,-5-1 7-15,1 1 1 16,-5-2 0-16,4 3-1 16,-4-2 1-16,2 1 6 15,-1-1-7-15,1-1-1 16,2 5 1-16,-1-2 1 16,2 0 0-16,2 0 6 15,0 0-5-15,-1-2-1 16,0 2 0-16,-2 0-1 15,-1 1 0-15,-5-2-1 16,2 1 1-16,-3 1-1 16,0-3 0-16,0 3-7 15,0-2 8-15,0 2 0 0,0-1 0 16,0 1 0-16,-4-2 1 16,-2 2-1-16,2-1 0 15,-3 0 5-15,0 0-5 16,0 0-1-16,-3 0 1 15,0 0 1-15,0 0 0 16,0-1-1-16,-1 0 1 16,-3 0 5-16,6-2 1 15,-2 1-6-15,-2-1-1 16,4 1 2-16,-2 0-1 16,-2 0 8-16,0 4-3 15,-2-3-5-15,-4 3 1 16,1 0-1-16,-2-1 6 0,-3 1-6 15,2-4 8-15,-2 3-8 16,4-4 7-16,2-2-1 16,2 0 2-16,6-1 10 15,4-3-1-15,2 0 1 16,1 0-11-16,1 5-8 16,0-2-2-16,0 3 2 15,0 2 1-15,1 0 5 16,3-3 1-16,-1 1-7 15,-1-1 1-15,1-3-1 16,-1 4 0-16,2 0-1 16,-4 2-85-16,0 2-104 0,0-7-454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20:23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5959 12820 525 0,'0'0'583'0,"0"0"-398"0,0 0-134 0,0 0-24 0,0 0 110 16,0 0-18-16,-10-10-53 15,10 9-20-15,3 1 22 16,2-4-1-16,0 1 8 16,2 0 3-16,-3 1 6 15,3-1-3-15,-2 1-20 16,2 2-30-16,-2 0-1 15,6 0 13-15,5 0 1 16,6 0-13-16,8 0-4 16,9 0-5-16,12 0-7 15,22 0-2-15,24-6 2 16,23-2-13-16,9 5-1 16,-9 0 0-16,-9 3-1 15,-18 0 0-15,-1 0 0 0,-2 0-1 16,-1 0-5-16,1 0 0 15,0 0-5-15,-12-5 10 16,-17-3 1-16,-12 2 1 16,-7-1 0-16,6 1-1 15,4-2 0-15,1 2 0 16,-4 3 0-16,-7-1-1 16,-3 1 1-16,-1 0 0 15,-2 3 0-15,1-7 0 16,3 6 0-16,2-5-1 0,1 0 0 15,0-1 1 1,1 0 1-16,-2 3 0 0,-5 4-1 16,1-3 1-1,-5 3 0-15,-4 0 0 0,-3 0-1 16,-2 0 1-16,0 0-1 16,-4 0 8-16,1 0-7 15,0-3 12-15,-4 0 10 16,0-1 2-16,0 0-1 15,-3 1-9-15,-7 0-8 16,0 0 0-16,-5 3-6 16,0 0 0-16,-2 0 0 15,0 0-1-15,0 0-9 16,0 0-98-16,3 0-164 16,2 0-486-16</inkml:trace>
  <inkml:trace contextRef="#ctx0" brushRef="#br0" timeOffset="550.09">9957 12027 620 0,'0'0'910'0,"0"0"-617"0,0 0-190 0,0 0-4 0,0 0 17 15,0 0-54-15,0 0-6 16,44 0-2-16,-6 3 12 16,9-3-12-16,6 0-19 15,3 0-17-15,1 0-17 16,-2 0-1-16,-3 0-59 15,3-5-140-15,-15 0-417 16,-10-5-645-16</inkml:trace>
  <inkml:trace contextRef="#ctx0" brushRef="#br0" timeOffset="1081.76">10818 11758 552 0,'0'0'392'0,"0"0"-146"16,0 0-83-16,0 0 38 15,0 0-8-15,0 0-82 0,0 0-42 16,-33-27-49-16,13 27-7 16,1 10 14-16,-4 4 5 15,1 2 26-15,1 2 0 16,3 2-4-16,7-1-14 16,4 1-25-16,7-7-8 15,0 5-7-15,5-4 1 16,12-2-1-16,3-2 0 15,7-2 9-15,-2 1-9 16,0 1 1-16,-3 0 0 16,-6 1 0-16,-4-2-1 0,-5 9 0 15,-7-2-1-15,0 0 0 16,-7 1 0-16,-12 1 2 16,-6-2 7-16,-5 1 3 15,-5-5-4-15,4 2-1 16,-4-4-5-16,4 1 0 15,8-8 0-15,8 0-1 16,8-3-19-16,9-6-115 16,17-14-356-16,4 2-240 0</inkml:trace>
  <inkml:trace contextRef="#ctx0" brushRef="#br0" timeOffset="1598.47">10907 11849 1104 0,'0'0'339'0,"0"0"-224"0,0 0-70 0,0 0-4 0,0 0-5 16,0 0 17-16,0 0 2 15,14 56 56-15,-8-36-36 16,0-3-8-16,4-3-32 15,4-4 2-15,2-4-12 16,6-6-11-16,3 0-13 16,5-3 15-16,2-13-16 15,0-5-1-15,-2-6-73 0,-7-2 3 16,-6 1-1 0,-7-1 17-16,-7 5 25 0,-3 5 19 15,0 4 2-15,0 9 9 16,-4 3 32-16,-2 3 7 15,3 3-15-15,-1 16 4 16,1 8 10-16,0 3 11 16,3 14 15-16,0-1-16 15,0 5-24-15,0-4-6 16,0 1-10-16,-1-1-2 16,-5-6-5-16,-2-8-1 15,-4-6 0-15,-1-5-1 16,-4-6 0-16,-4-7 1 15,-2-2-13-15,-5-4-8 16,3 0-16-16,0-7-23 0,3-6-34 16,4-20-115-16,6 3-199 15,6-3-574-15</inkml:trace>
  <inkml:trace contextRef="#ctx0" brushRef="#br0" timeOffset="2003.15">11303 11809 1272 0,'0'0'580'0,"0"0"-505"0,0 0-34 16,0 0 75-16,0 0-12 0,16 96-52 16,-12-69-21-16,-1 0-9 15,-3-7-7-15,0-3-7 16,0-4-7-16,-9-8 15 15,-1 1-11-15,3-6-5 16,-2 0-16-16,5-17-31 16,4-4-26-16,0-6 1 15,3-5-8-15,13-3-9 16,4 2-7-16,3-3 40 16,3 8 36-16,-1 8 20 15,1 7 0-15,-2 4 16 16,1 9 40-16,-3 0 46 15,-4 16-1-15,-5 14-4 0,-1 0 10 16,-4 6-27-16,-4 2-14 16,0-2-34-16,-1-5-15 15,0-7-17-15,0-8-8 16,-2-5-112-16,3-11-226 16,-4 0-338-16,5-11-381 0</inkml:trace>
  <inkml:trace contextRef="#ctx0" brushRef="#br0" timeOffset="2248.3">11817 11473 1126 0,'0'0'520'0,"0"0"-423"0,0 0-54 0,0 0 77 16,0 0 26-1,22 88-33-15,-16-53-23 0,-2 9-23 16,-1 0-31-16,-1-3-19 16,-2-5-11-16,0-2-6 15,0-4 0-15,0-7-20 16,-3-2-123-16,-14-5-158 16,2-7-252-16,0-1-105 0</inkml:trace>
  <inkml:trace contextRef="#ctx0" brushRef="#br0" timeOffset="2483.62">11513 11815 1373 0,'0'0'493'0,"0"0"-446"15,0 0 13-15,95-33 93 16,-43 19-66-16,9-2-34 15,-2-1-21-15,-1 7-17 16,-10-1-15-16,-11 8-37 16,-12 3-46-16,-7 0-118 15,-3 0-164-15,-3 11-273 0,-2-2-266 16</inkml:trace>
  <inkml:trace contextRef="#ctx0" brushRef="#br0" timeOffset="2865.64">12248 11698 1013 0,'0'0'559'16,"0"0"-419"-16,0 0 26 15,0 0 35-15,0 0-73 16,0 0-75-16,0 0-33 16,-36-48-20-16,16 48 7 15,-7 0 5-15,-5 11-5 16,-3 9 2-16,0 3 30 15,2 1 11-15,7 0 9 16,8-2-13-16,10-1-28 16,8-7-18-16,0-5 6 0,22-2-6 15,4-7 0-15,4 0 22 16,4-10-22-16,-4-4-35 16,-4-2-37-16,-4-4 21 15,-5 10 24-15,-7-1 15 16,-1 2 12-16,-6 9 0 15,0 0-1-15,1 0-9 16,2 0 10-16,-1 12 1 16,7 0 0-16,1 0-1 15,4-6-6-15,5-1-148 16,11-5-118-16,-3 0-254 16,-3-11 5-16</inkml:trace>
  <inkml:trace contextRef="#ctx0" brushRef="#br0" timeOffset="3097.01">12467 11630 616 0,'0'0'390'0,"0"0"-83"16,0 0-11-16,0 0-37 15,0 0-81-15,0 0-60 16,0 0-15-16,-78 38-2 16,68-19-27-16,3 8-6 15,4-3-4-15,3-1-32 16,0-2-16-16,7-8-15 15,11-7-1-15,9-3-7 0,3-3-6 16,3-3-45 0,7-13-106-16,4-5-27 0,5-15-172 15,-10 6-189 1,-12 3 144-16</inkml:trace>
  <inkml:trace contextRef="#ctx0" brushRef="#br0" timeOffset="3483.4">12659 11436 696 0,'0'0'309'15,"0"0"-140"-15,0 0-27 16,0 0 48-16,0 0-23 16,0 0-62-16,0 0-45 15,14-59 55-15,-9 82 58 16,-2 11-15-16,-1 8-33 16,-2 3-31-16,0 1-38 15,0-3-29-15,0-6-15 16,0-10-10-16,0-6-2 0,0-8-5 15,0-7-43-15,-2-5-34 16,0-1 17-16,1-1-18 16,1-12-16-16,0-4 27 15,3-3 13-15,9 3 25 16,3 1 23-16,1 8 11 16,3 5 1-16,-2 3 20 15,-2 0 39-15,-4 6 11 16,-5 8 22-16,-1 3-26 15,-5 0-24-15,0-4-18 16,-7-2-13-16,-5-1-12 16,-4-4-110-16,-1-5-145 15,-5-1-228-15,6-4-111 16,2-9-178-16</inkml:trace>
  <inkml:trace contextRef="#ctx0" brushRef="#br0" timeOffset="3733.3">12788 11530 64 0,'0'0'753'0,"0"0"-565"16,0 0-60-16,87-48 36 16,-67 39-6-16,-1 5-49 15,-9 1-6-15,-9 2-28 16,-1 1 21-16,0 0 11 16,-10 11 38-16,-10 8 23 15,4 6-36-15,-4 2-38 16,6-3-23-16,4 1-41 0,5-8-21 15,5-4-9 1,0-5 0-16,0-2-2 0,11-6-22 16,3 0-43-16,1 0-105 15,0-15-149-15,-5 3-321 16,0 0-297-16</inkml:trace>
  <inkml:trace contextRef="#ctx0" brushRef="#br0" timeOffset="4463.93">13171 11581 692 0,'0'0'374'0,"0"0"-233"0,0 0-24 0,0 0 38 0,0 0 4 0,0 0-57 15,0 0-26 1,-7-28 12-16,1 28-30 0,-6 0-15 16,0 8-14-16,-3 2 15 15,2 10 16-15,1-1-7 16,4-1-11-16,5 1-17 15,3-5-13-15,0-1-12 16,11-6 0-16,7-4 0 16,9-3 5-16,-1 0-5 15,9-13-9-15,-9-8-67 16,-1 2 23-16,-8 0-4 16,-7 1 7-16,-10 1 12 15,0 7 7-15,-12 4-55 16,-11 2 26-16,-6 4 59 15,1 0 1-15,0 7 6 0,4-1-4 16,6 1-2-16,-2 2-114 16,3-4-263-16,2-2-342 15</inkml:trace>
  <inkml:trace contextRef="#ctx0" brushRef="#br0" timeOffset="4895.64">12497 11596 869 0,'0'0'489'0,"0"0"-348"0,0 0-81 0,0 0 5 15,0 0 53-15,0 0-8 16,0 0-2-16,64-8-30 16,-14-3-12-16,14-5-26 15,9-4-14-15,4 0-4 16,-2 2-7-16,-11 5-3 16,-18 2-12-16,-17 8-16 15,-19 3-13-15,-10 0-39 16,-24 0 68-16,-15 8 6 15,-7 3 0-15,-1 4 10 16,4-2 19-16,11 1-10 16,9-8-23-16,7 1-2 0,12-4 0 15,4 0-50 1,0-3-18-16,1 0-11 0,8 1 31 16,-6 3-264-16,-3-1-289 15,0 1-265-15</inkml:trace>
  <inkml:trace contextRef="#ctx0" brushRef="#br0" timeOffset="5178.47">12697 11640 827 0,'0'0'375'0,"0"0"-255"0,0 0 21 0,0 0 151 16,0 0-60-16,0 0-62 16,0 0-77-16,4 65-41 15,-4-45-29-15,3-1-16 16,0-5-7-16,-3-8-80 15,0-5-219-15,-3-1-528 0</inkml:trace>
  <inkml:trace contextRef="#ctx0" brushRef="#br0" timeOffset="5362.47">12661 11470 1435 0,'0'0'354'15,"0"0"-237"-15,0 0 32 16,0 0 14-16,0 0-92 16,0 0-51-16,89 17-20 15,-64-11-120-15,-5-2-373 16,-7-2-278-16</inkml:trace>
  <inkml:trace contextRef="#ctx0" brushRef="#br0" timeOffset="5712.13">12661 11604 65 0,'0'0'103'0,"0"0"90"16,0 0 6-16,0 0-6 15,0 0 41-15,0 0 34 0,0 0-14 16,43-37-31 0,-43 31 9-16,0-2-54 0,0 5-31 15,0 3-31-15,-3 0-31 16,-8 0-50-16,-4 0-1 16,-4 14-20-16,-4-1-4 15,7 1 2-15,2-1-3 16,7-1-1-16,4-3-8 15,3-3-12-15,0 0-1 16,0-3-44-16,10-3-75 16,3 0-25-16,-3 0-337 15,-7-6-446-15</inkml:trace>
  <inkml:trace contextRef="#ctx0" brushRef="#br0" timeOffset="6162.56">11507 11875 449 0,'0'0'107'16,"0"0"-62"-16,-113 16 5 15,65-8 41-15,-2-5-34 16,-4 0-36-16,-4 0 2 16,1 1 13-16,2-1 84 15,3 0 89-15,11 0 30 16,7-3-66-16,14 2 12 0,13-2 31 16,7 0-65-1,25 0-98-15,43-8 70 0,50-16 19 16,62-15-42-16,32-9-29 15,14-1-19-15,-28 5-16 16,-48 14-2-16,-40 10-17 16,-38 12-17-16,-27 2 0 15,-19 1-15-15,-4 3-19 16,-6-1 7-16,-12 3 0 16,-4 0 18-16,-18 0-19 15,-12 0-74-15,-3 5-46 16,6 0-96-16,7-5-475 0</inkml:trace>
  <inkml:trace contextRef="#ctx0" brushRef="#br0" timeOffset="6794.68">14451 11353 510 0,'0'0'614'0,"0"0"-436"0,0 0-114 0,0 0 16 0,-103-3 38 0,67 16-14 15,6 4-3-15,2 3-6 16,5 0-14-16,7-1-21 16,11-1-34-16,5-2-19 15,2-2-1-15,17 2-4 16,8-5 12-16,4 1-14 15,0-1 6-15,-3-1 1 16,-9-1-4-16,-9 2 3 16,-8-1-5-16,-2 4 39 15,-17-1 59-15,-13 3-24 16,-6-2-27-16,-6 2-14 16,0 2-13-16,0-5-10 0,12-7-11 15,7 5-5-15,9-11-51 16,14 0-115-16,17-3-383 15,13-11-44-15,3-6-230 16</inkml:trace>
  <inkml:trace contextRef="#ctx0" brushRef="#br0" timeOffset="7227.38">14511 11506 1290 0,'0'0'534'0,"0"0"-370"16,0 0 28-16,0 0-40 15,0 0-78-15,0 0 14 0,0 0-6 16,3 58-45 0,4-41-13-16,2-2-8 0,2-4-8 15,4-5-7-15,4-6-1 16,1 0-20-16,2-1-62 16,-1-15-35-16,-3-3-28 15,-2-2-32-15,-5-1 18 16,-6 1 30-16,-1 3 43 15,-4 1 73-15,0 8 13 16,0 5 99-16,0 4-6 16,0 1-68-16,0 20 42 15,0 5 30-15,-6 8-4 16,5 7 3-16,-4 2-21 16,-3 0-32-16,-1-2-9 15,-4-4-8-15,-4-4-10 16,-3-9-4-16,-4-5-11 0,0-2-1 15,-3-10-9-15,-4-4-50 16,3-3-5-16,1 0 22 16,7-7-57-16,19-26-69 15,1 3-182-15,1-3-519 0</inkml:trace>
  <inkml:trace contextRef="#ctx0" brushRef="#br0" timeOffset="7595.48">14867 11454 1365 0,'0'0'595'0,"0"0"-511"0,0 0-49 0,0 0 112 16,0 0 1-16,0 0-41 0,0 0-52 16,10 99-22-16,-22-72-18 15,-3-8-9-15,0-5-6 16,2-4-21-16,0-8 21 15,7-2-58-15,5-5-43 16,1-11-36-16,0-8 21 16,15-6 21-16,6 0-16 15,5-3-8-15,0 3 68 16,4 6 51-16,-5 8 0 16,-3 8 54-16,-3 8 40 15,-6 0 69-15,-5 21-3 0,-1 6-20 16,-4 0-25-16,-1 3-37 15,-1-3-43-15,-1-1-17 16,2-10-18-16,-2-3-31 16,2-8-148-16,5-5-193 15,-4 0-386-15</inkml:trace>
  <inkml:trace contextRef="#ctx0" brushRef="#br0" timeOffset="7811.16">15286 11152 1431 0,'0'0'372'0,"0"0"-287"0,0 0 89 16,35 84 68-16,-23-42-69 16,-4 3-84-16,-2 1-48 15,-6-1-27-15,0-8-6 16,0-4-8-16,-17-4-50 15,-6-5-85-15,-19-5-82 16,10-5-270-16,-1-7-253 0</inkml:trace>
  <inkml:trace contextRef="#ctx0" brushRef="#br0" timeOffset="8344.84">15038 11514 1023 0,'0'0'260'0,"0"0"-110"0,86-33 17 15,-38 17-36 1,11-3-64-16,2 0-45 0,0 1-6 16,-6-1-16-16,-9 9-14 15,-14 2-93-15,-15-1-4 16,-3 6 40-16,-12 3 43 16,-2-1 28-16,0 1 112 15,0 0 56-15,0 0-33 16,0 0-4-16,-6 0-17 15,-4 0-45-15,-1 0-16 16,-7 0 11-16,-8 7 1 16,0 4-11-16,-3 2-20 0,-2 3-12 15,6 2-7-15,5-3 0 16,4 3-2-16,13-6-12 16,3-2-1-16,7-2-7 15,16-8 7-15,7 0 15 16,2 0-15-16,3-11-2 15,-3-5-65-15,-7 2-14 16,-4-5 14-16,-4 6-6 16,-6 2 54-16,-8-2 8 15,-2 10 11-15,-1-2 9 16,0 5 31-16,0 0-1 16,0 0-29-16,0 8 57 15,0 9 14-15,-3 0-36 16,3-2-6-16,0 3-11 15,0-7-18-15,0-3-4 0,2-2-6 16,5-1-19-16,3-5-120 16,3 0-89-16,2 0-260 15,-5 0-310-15</inkml:trace>
  <inkml:trace contextRef="#ctx0" brushRef="#br0" timeOffset="8745.26">15781 11347 441 0,'0'0'667'0,"0"0"-473"0,0 0-14 0,0 0 12 0,0 0 21 16,0 0-137-16,0 0-17 16,-15-12 66-16,-2 26-44 15,1 6 0-15,2 1 14 16,6 6-4-16,8-6-45 15,0-2-21-15,18-3-15 16,9-5-10-16,3-8 0 0,5-3-6 16,2 0-77-16,-2-9-86 15,0-17-57-15,-8 7-286 16,-12-5-272-16</inkml:trace>
  <inkml:trace contextRef="#ctx0" brushRef="#br0" timeOffset="9110.17">15955 11203 225 0,'0'0'607'0,"0"0"-372"16,0 0-3-16,0 0 0 16,0 0 25-16,0 0-98 15,0 0-24-15,31-45 11 16,-25 76-25-16,-3 11-14 16,-2 2-45-16,-1-1-20 0,0-5-17 15,0-4-11-15,-1-10-9 16,-9-5-5-16,0-6-31 15,1-5-15-15,0-5-24 16,-1-3-3-16,1 0 12 16,4 0 19-16,3-11 21 15,2-2-38-15,0 0 19 16,19-3 15-16,4 2 7 16,6 7 12-16,1 1 5 15,0 6 1-15,-2 0-1 16,-5 0 1-16,-4 13 14 15,-7 3 38-15,-9 0 7 16,-3 1-21-16,0 1 1 0,-15-7-19 16,-5-1-20-16,-2-6-16 15,-5-4-197-15,5 0-332 16,8-9-270-16</inkml:trace>
  <inkml:trace contextRef="#ctx0" brushRef="#br0" timeOffset="10025.96">16189 11248 1104 0,'0'0'551'16,"0"0"-431"-16,0 0 61 15,0 0-3-15,0 0-91 16,85 4-52-16,-65 1-20 16,-5-2-6-16,-5-2-9 15,-2 1-5-15,-6-2-14 16,-2 0 6-16,0 0-73 0,-3 0-44 15,-7 0 102-15,-3 0 27 16,-1 0 1-16,-1 0 19 16,0 12 41-16,0 6 18 15,5 4-4-15,3 2-11 16,7 3 4-16,0-3-33 16,5-5-10-16,15-3-24 15,9-3 6-15,6-7-3 16,7-6-3-16,3 0-25 15,-2-6-76-15,-3-8-4 0,-11-1-7 16,-7-4 15 0,-15 3 68-16,-7 1 29 0,0-2 12 15,0 7 68-15,-7 1 23 16,1 9-7-16,2 0-26 16,0 0-41-16,4 7-1 15,0 5 14-15,0 5-5 16,0-4 8-16,10-2-16 15,5-1-20-15,0-3-7 16,4-7 4-16,1 0-6 16,-1-5-8-16,1-8-71 15,-1-3 7-15,0-1-48 16,-6-3-35-16,-3-6 44 16,-6 1-2-16,-4-4 20 15,0 2 31-15,-3 0 37 0,-8 0 25 16,1 8 14-16,0 1 55 15,5 15 72-15,0 3-64 16,0 3-66-16,-1 18 75 16,2 12 14-16,2 1 11 15,2 2-9-15,0-1-32 16,0-5-22-16,12-8-19 16,3-8-15-16,5-7-7 15,0-4 1-15,0-3-8 16,2 0-29-16,-1-6-16 15,-4-2-87-15,-2-9-14 16,-6 0 31-16,-1-5 54 16,-5-4 6-16,-1-2 34 0,-2-2 15 15,3 4 6 1,-1 5 2-16,1 5 21 0,2 8 44 16,1 8-22-16,1 5-13 15,3 14 57-15,2 11 1 16,0 2-16-16,-2 4-1 15,0 0-21-15,0-5-9 16,-3-2 12-16,-6-9-27 16,-1-3-14-16,-4-4-2 15,-19-2 2-15,-3-1-14 16,3-2-16-16,-1-7-33 16,7 4-76-16,9-5-52 15,13-5-21-15,17-7-348 16,11 2-681-16</inkml:trace>
  <inkml:trace contextRef="#ctx0" brushRef="#br0" timeOffset="11423.76">17368 11111 1521 0,'0'0'324'0,"0"0"-221"0,0 0 28 0,0 0-16 15,0 0-85-15,0 0-30 16,0 0 0-16,-18 30 69 0,6-3 40 16,1 6-6-1,1 0-18-15,6 2-36 0,4-8-23 16,2-5-13-16,18-7-13 16,5-6 1-16,5-9 5 15,4 0-6-15,1-7-22 16,-5-10-75-16,1-5-31 15,-3-2 39-15,-11 0 28 16,-3 1 44-16,-7 4 17 16,-7 5 0-16,0 7 44 15,0 5 18-15,0 2-17 16,-4 6-10-16,0 14 17 16,0 5-3-16,4-2-8 15,0-1-15-15,0-2-24 16,8-10 4-16,6-4-6 0,0-4 1 15,-1-2-1 1,-3 0-32-16,-7-12-78 0,-3-3-15 16,0-3 17-16,-10-2 33 15,-9-1 55-15,1-1 20 16,3 1 8-16,3 1-2 16,11 4 1-16,1-1-7 15,13 1 0-15,16 2 0 16,5 7-5-16,8 1 4 15,0 6 1-15,0 0 1 16,-6 9-1-16,-2 12 33 16,-7 1 8-16,-11 4 37 15,-7-1 11-15,-9-4-13 16,0-1-27-16,-17-4-12 16,-1-2-14-16,-1-5-14 0,3-6-1 15,2-3-8-15,6 0-1 16,6-5-18-16,2-11-41 15,5-2-41-15,16-9 11 16,3 0 5-16,5 0-42 16,3 4-78-16,1 3 91 15,2 10 64-15,0 6 34 16,4 4 16-16,-1 7 2 16,-6 14 30-16,-7 2 75 15,-6 10 13-15,-15-3-44 16,-4-3-24-16,0-3-2 15,-11-11-4-15,-3-2-23 0,4-8-11 16,2-3-12-16,5 0-3 16,3-6-69-16,0-12-74 15,11-6-8-15,8 1 40 16,3-4-29-16,1 2-36 16,-1 1 63-16,-5 3 81 15,-3 7 35-15,1 4 42 16,0 4 47-16,-1 6 24 15,2 0 15-15,3 0 7 16,-1 0-14-16,2 0-71 16,-3 0-23-16,-6 0-4 15,-2-2-18-15,-8 1-5 16,-1-4-29-16,0 0-90 0,-8 2 33 16,-7 3 48-16,-5 0 35 15,4 3 3-15,-4 13 28 16,6 8 46-16,2-2 28 15,7 1-44-15,5-4 11 16,2-4-20-16,18-7-33 16,6-2 21-16,6-6-14 15,7 0-8-15,4-12-15 16,1-5-24-16,1-1-64 16,-5-1-38-16,-7 1 7 15,-9 6 80-15,-10-2 39 16,-10 10 10-16,-4 1 101 15,0 3 20-15,0 0-50 0,-3 13-19 16,-2 1 12 0,5-1-31-16,0-2-21 0,0-8-12 15,15-3-10 1,2 0 22-16,8 0-10 0,-2-17-12 16,1-3-71-16,-4-3-64 15,-7-5-37-15,-8-2 27 16,-5 3 17-16,0-2 64 15,-2 2 54-15,-4 6 10 16,-1 2 70-16,5 8 84 16,1 4-3-16,1 7-42 15,0 0-53-15,0 12 0 16,0 10 85-16,1 5-48 16,2 4-41-16,6-1-25 0,-2-3-9 15,1-5-11-15,-3-9-7 16,-2 2-60-16,-3-9-241 15,-1 1-379-15,-9-7-638 16</inkml:trace>
  <inkml:trace contextRef="#ctx0" brushRef="#br0" timeOffset="11575.09">18775 11135 1332 0,'0'0'405'0,"0"0"-272"0,0 0 134 0,109 0-98 16,-67 0-112-16,-3 0-37 15,-13 0-20-15,-16 0-112 16,-25 11-474-16,-20 2-29 0,-8 4-405 16</inkml:trace>
  <inkml:trace contextRef="#ctx0" brushRef="#br0" timeOffset="11873.79">17548 11674 456 0,'0'0'746'0,"0"0"-483"15,0 0-57-15,0 0 44 16,0 0-74-16,0 0 3 16,0 0-18-16,123 7-30 15,2-27-25-15,43-1-21 16,16 1 25-16,-8 1-34 0,-27 9-26 15,-52 2-25-15,-32 5-24 16,-28 3 4-16,-17-3-5 16,-12 0-7-16,-8 0-25 15,-1 0-11-15,-34 3-38 16,-57 0-44-16,8 0-128 16,-6 3-324-16</inkml:trace>
  <inkml:trace contextRef="#ctx0" brushRef="#br0" timeOffset="16423.59">20495 11119 1370 0,'0'0'531'0,"0"0"-466"0,0 0-51 0,0 0 59 0,0 0 79 16,0 0-16-16,30 57-26 15,-17-29-22-15,0 7-24 16,-3-2-2-16,-6 3-5 16,1-2-18-16,-5 0-8 15,0-4-12-15,0-2-8 16,0-5-11-16,0-1 0 16,0-6-1-16,0-5-43 15,0-4-65-15,0-7-91 16,0 0-77-16,0-14-286 0,-5-3-290 15</inkml:trace>
  <inkml:trace contextRef="#ctx0" brushRef="#br0" timeOffset="16670.22">20640 10908 1053 0,'0'0'208'0,"0"0"-122"15,0 0-38-15,109-33 101 16,-64 31 51-16,4 2-13 16,-6 0-57-16,-8 14-43 15,-10 9-35-15,-15 7-12 16,-10 4-3-16,-10-1-5 16,-23 4 11-16,-11-2 2 0,-7-3-34 15,-6-4-11-15,9-8-32 16,6 0-42-16,11-16-108 15,13-4-175-15,13 0-362 0</inkml:trace>
  <inkml:trace contextRef="#ctx0" brushRef="#br0" timeOffset="17136.21">21164 10944 1472 0,'0'0'544'0,"0"0"-474"16,0 0 19-16,0 0 104 16,-34 87-47-16,24-54-76 15,3 1-48-15,-3-4 0 16,0-6-7-16,-1-2-7 16,2-7-8-16,3-4 1 15,-1-7 6-15,4 1-1 16,1-5-6-16,0 0-1 15,2-11-23-15,0-5-34 16,2-7-12-16,10-5 22 16,-1-5 23-16,4-1 13 15,2-4-20-15,3 4 8 16,2 3 16-16,3 0 7 0,4 6 1 16,0 7 0-1,1 6 8-15,-1 8 1 0,-4 4 7 16,-5 4 15-16,0 21 38 15,-5 5 2-15,0 7-9 16,-6 1-15-16,0 1-6 16,-5-4-12-16,1-9-19 15,-4-2-10-15,-1-4-6 16,0-10-48-16,0 2-96 16,-10-4-141-16,1-2-441 15,2-6-350-15</inkml:trace>
  <inkml:trace contextRef="#ctx0" brushRef="#br0" timeOffset="17585.33">21668 10814 1332 0,'0'0'520'0,"0"0"-361"0,0 0-117 0,0 0 37 0,0 0 10 16,0 0-64-16,0 0 16 15,0 30 62-15,-4-3 21 16,-9 10-11-16,2 3-54 16,-1 6-9-16,5-3-17 15,5-3-17-15,2-6-10 0,6-6 2 16,14-8-7-16,8-9 5 15,8-10 2-15,3-1-8 16,5-12 0-16,-6-9-15 16,-1-6 2-16,-12-3-6 15,-3-7 5-15,-14 2-1 16,-8-3-10-16,0 1-2 16,-22-1 14-16,-6 5 5 15,-4 11-1-15,1 3 8 16,0 11-25-16,3 8 19 15,1 10-90-15,0 14-42 0,6 3-39 16,3 8-111-16,1 6-204 16,5-4 11-1,5-12 99-15</inkml:trace>
  <inkml:trace contextRef="#ctx0" brushRef="#br0" timeOffset="17791.46">21678 11039 182 0,'0'0'545'0,"0"0"-327"16,0 0 41-16,121-38 39 15,-75 32-33-15,-1 6-60 16,-3 0-19-16,-6 1-32 16,-12 12-55-16,-7 9-46 15,-10 4-7-15,-7 4-7 16,-3 2 4-16,-8-2-3 16,0-8-23-16,4-4-16 0,7-6-1 15,1-4-25 1,25-8-78-16,31 0-45 15,-6-9-139-15,-2-6-357 0</inkml:trace>
  <inkml:trace contextRef="#ctx0" brushRef="#br0" timeOffset="18052.95">22268 10619 940 0,'0'0'301'16,"0"0"-40"-16,47 87 82 15,-29-22-77-15,-3 2-55 0,-9 6-46 16,-6 4-80-16,-6-13-39 16,-19 6-27-16,-10-9-8 15,-6-5-11-15,-8-13-3 16,-5-8-81-16,-31-10-134 15,11-7-399-15,3-6-320 0</inkml:trace>
  <inkml:trace contextRef="#ctx0" brushRef="#br0" timeOffset="18519.99">20423 10811 914 0,'0'0'308'0,"0"0"-217"0,0 0 10 15,0 0 158-15,0 0 29 16,-40 82-76-16,20-31-22 15,4 9-26-15,-1 21-48 16,7-7-37-16,10 6-40 16,0-7-4-16,24-16-6 15,18 1-19-15,32-4 5 16,38-12-7-16,43-12-8 16,24-15-16-16,5-15-89 15,-10-4-157-15,-57-10-128 16,-27-2-500-16</inkml:trace>
  <inkml:trace contextRef="#ctx0" brushRef="#br0" timeOffset="18935.62">22494 10619 1144 0,'0'0'527'0,"0"0"-431"16,0 0 9-16,0 0 68 15,0 0-17-15,0 0-57 16,0 0-19-16,-9 68-3 16,9-32-11-16,0 7 22 15,0 8-29-15,-1 5-4 16,-6-2-26-16,2-3-13 16,0-9-14-16,2-7 4 15,-3-11-6-15,3-8-25 16,-2-6-98-16,-1-10-125 0,-1 0-87 15,0-13-336 1,2-8-179-16</inkml:trace>
  <inkml:trace contextRef="#ctx0" brushRef="#br0" timeOffset="19234.87">22417 10675 666 0,'0'0'263'15,"0"0"-91"-15,27-81 24 16,-4 52 37-16,7 7-51 15,0 4-98-15,8 10 41 16,-1 7-7-16,0 1-18 16,-4 12 26-16,-7 15-12 15,-12 12 5-15,-14 7-18 16,0 7-43-16,-21-2-12 16,-9-2-1-16,-2-8-5 0,2-5-16 15,6-10-6-15,8-8-12 16,7-9-6-16,9-2-2 15,9-7-8-15,19 0 8 16,18 0-11-16,5-7-56 16,9-5-56-16,1 4-86 15,12-8-105-15,-16 2-393 16,-14 3-374-16</inkml:trace>
  <inkml:trace contextRef="#ctx0" brushRef="#br0" timeOffset="19484.71">22977 10834 1028 0,'0'0'500'15,"0"0"-315"-15,0 0 95 0,0 0 10 16,0 0-68-16,0 0-119 16,0 0-42-16,87-27 6 15,-41 16-27-15,8-1-22 16,5 1-18-16,0 1 2 15,-4 0-2-15,-11 2-1 16,-13 5-23-16,-12-1-73 16,-14 4-74-16,-5-2-20 15,-8-4-177-15,-9 2-385 16,1-4-99-16</inkml:trace>
  <inkml:trace contextRef="#ctx0" brushRef="#br0" timeOffset="19735.45">23334 10533 1145 0,'0'0'296'0,"0"0"-183"16,0 0 103-16,0 0 35 16,107-4-71-16,-70 4-11 15,3 6-7-15,0 8-27 16,-3 4-35-16,-10 4-30 15,-9 4-10-15,-15 8-32 16,-6-1-10-16,-28 8-4 0,-17-5 1 16,-4 1-9-16,-6-6-6 15,2-1-57-15,-18-6-125 16,15-5-412-16,14-8-622 0</inkml:trace>
  <inkml:trace contextRef="#ctx0" brushRef="#br0" timeOffset="20434.52">22213 11596 1172 0,'0'0'498'0,"0"0"-236"0,0 0-51 0,0 0-56 16,0 0 48-16,0 0 7 16,102 29-80-16,-47 7-40 15,29 17-23-15,17 15-4 16,23 5-21-16,-8-7-18 16,-26-18-12-16,-28-21-11 15,-17-13-1-15,-4 1 0 16,1-7-13-16,-7-2-37 15,-13-6-50-15,-22-14-66 16,-2-8-321-16,-16-2-401 0</inkml:trace>
  <inkml:trace contextRef="#ctx0" brushRef="#br0" timeOffset="20799.3">23037 11457 1330 0,'0'0'384'16,"0"0"-206"-16,0 0-30 15,0 0 20-15,0 0 15 16,0 0-5-16,-135 150-61 16,59-42-22-16,-6 8-22 15,4-2-4-15,16-26-23 0,19-31-20 16,9-15-17-16,6-7 1 15,-4-3-8 1,5 2-1-16,0-7 0 0,11-13 0 16,7-4 0-16,6-10 0 15,3 3-1-15,0-3-11 16,0 0-8-16,0 0-14 16,3 0 6-16,2 0-14 15,1 0-26-15,-2 0-43 16,6-10-78-16,0 7-99 15,0-10-370-15</inkml:trace>
  <inkml:trace contextRef="#ctx0" brushRef="#br0" timeOffset="21000.53">23082 12161 2290 0,'0'0'362'16,"0"0"-262"-16,0 0-92 15,0 0-2-15,0 0-6 16,0 0-213-16,0 0-580 16,-32-21-653-16</inkml:trace>
  <inkml:trace contextRef="#ctx0" brushRef="#br0" timeOffset="27078.09">10437 8697 778 0,'0'0'277'0,"0"0"-173"0,0 0 2 0,0 0 33 16,0 0-27-16,-3 0-28 15,3 0-30-15,0 0-14 16,0 0 21-16,0 1 24 0,4 1-16 16,5 3-11-16,3-2 14 15,8 4-8-15,8 0-12 16,12-2-24-16,32 0-9 16,28-5 2-16,31 0-8 15,8-5-5-15,-24-3 0 16,-32 5-7-16,-34 3 0 15,-11 0 1-15,-1 0-1 16,-7 0 1-16,-3 0 5 16,-14 0 7-16,-8 0 39 15,-5 0 70-15,0 0-16 16,0 0-45-16,-3 0-27 16,-5 0-23-16,-2 0-5 0,1 0-5 15,2 0 3-15,3 0-5 16,0 0-13-16,4 0-20 15,0 0-85-15,0 0-39 16,0 2-57-16,0 2-122 16,5 0-362-16</inkml:trace>
  <inkml:trace contextRef="#ctx0" brushRef="#br0" timeOffset="27943.35">12798 8641 849 0,'0'0'252'0,"0"0"-132"0,0 0-7 0,0 0 38 0,0 0 20 16,0 0-10-16,0 0-53 16,-36-21-67-16,36 21-16 15,3 0 19-15,8 2 3 16,8 2-3-16,7 0 0 16,18-4 6-16,25 0-10 15,31-7-6-15,24-4-11 16,-4 0-13-16,-23 2 9 0,-32 5 2 15,-23 2-14-15,1-1-5 16,-1 3-2-16,-2-1 1 16,-13 1 0-16,-13 0 0 15,-8 0 0-15,-3 0 14 16,-3 0 46-16,0 0-21 16,0 0-12-16,0 0-13 15,0 0-15-15,0 0 0 16,-5 0-7-16,1 0-16 15,0 7-61-15,-3 5-60 16,-1 9-65-16,-4-3-275 16,4-3-361-16</inkml:trace>
  <inkml:trace contextRef="#ctx0" brushRef="#br0" timeOffset="28760.76">15196 8832 383 0,'0'0'339'0,"0"0"-171"0,0 0-92 0,0 0 21 15,0 0 61-15,0 0-2 16,0 0-47-16,-21-11-68 15,21 11-34-15,4 0 16 0,11 0 25 16,11 0-16-16,10 0 3 16,26 0 40-16,37-3 7 15,38-10-8-15,20 2-12 16,1-3-6-16,-14 1-17 16,-40 10-16-16,-24 1-1 15,-25 2-22-15,-13 0 0 16,0 0-1-16,1 2-13 15,-6 1-5-15,-12 2 5 16,-11-4 3-16,-13-1 11 16,-1 0 0-16,0 0 13 15,-1 0 4-15,-10 0-5 16,-3 0-5-16,0 0-7 16,2 0-18-16,2 11-99 0,7 2-187 15,0-6-312-15</inkml:trace>
  <inkml:trace contextRef="#ctx0" brushRef="#br0" timeOffset="29476.09">19488 8773 842 0,'0'0'297'0,"0"0"-195"0,0 0-60 0,0 0 92 0,0 0 21 15,0 0-8-15,142-20-43 16,-45 10-10-16,40-1-30 0,21-3-30 16,12 1 2-16,-4-2 22 15,-24 7 13-15,-28 2 11 16,-36 1-31-16,-30 5-29 16,-14 0-10-16,-4-1-12 15,-7-1 0-15,-4 2 6 16,-14-1-5-16,-5-2 30 15,-5 2 6-15,-15-2-37 16,-8 3 11-16,-9 0-11 16,-4 0-21-16,-5 11-72 15,-31 16-147-15,10-6-258 16,5 0-365-16</inkml:trace>
  <inkml:trace contextRef="#ctx0" brushRef="#br0" timeOffset="31923.75">8304 9595 781 0,'0'0'298'0,"0"0"-148"0,0 0-67 15,0 0 34-15,0 0 36 16,0 0-13-16,0 0-39 16,-31-11-11-16,31 7 1 0,7 1-3 15,8-5-30 1,3 5-4-16,4-1-14 0,8 1-15 16,10 3-6-16,10 0-5 15,20 0-5 1,29 0 0-16,28-2-2 0,3-7-1 15,-21-1-5-15,-30 1-1 16,-31 1 6-16,-15 7-6 16,-3-2 1-16,-3 0-1 15,-3 1 6-15,-13 1-5 16,-8-1 18-16,-1-1 53 16,-2 3 17-16,0-3-31 15,0 0-33-15,-3 0 2 16,-4 0-8-16,5 2-11 15,1-1-1-15,-1 1-6 0,2-1-1 16,-1 1 6-16,1-2-6 16,-2 3 6-16,2-2-5 15,-2-1-1-15,-1-3 0 16,-2 5 1-16,3-2 0 16,-1-2 1-16,0 4-1 15,-1-4 1-15,1 4-2 16,-1-2 0-16,1 0-2 15,-2-2 4-15,2 4-2 16,1-2 6-16,1 0-5 16,-2 0 0-16,2 3 0 15,-1 0-1-15,2 0 0 16,0 0 0-16,0 0 0 16,0-2 1-16,0 2 0 15,0 0 0-15,0-1-1 0,0 1 0 16,-3-2 6-16,3-1 3 15,0 3 4-15,0-4 1 16,-1 4-13-16,-2-3 8 16,0 3-8-16,2-3 1 15,-2 1-1-15,0 1-1 16,2 1 6-16,1-2-5 16,-3 2 0-16,3 0-1 15,0-3 0-15,0 3 1 16,-2 0-1-16,2 0 2 15,0 0 4-15,-1-2-6 16,1 2 3-16,-2-1 3 0,2 0-6 16,-2 1-1-1,0-2 1-15,2 2 0 0,0 0 0 16,0 0-10-16,0 0-3 16,-3 0-44-16,3 0-114 15,0 9 3-15,0 5-73 16,0 2-127-16,0-4-299 15,0-3-245-15</inkml:trace>
  <inkml:trace contextRef="#ctx0" brushRef="#br0" timeOffset="35204.36">13025 4234 697 0,'0'0'364'0,"0"0"-105"0,0 0-89 0,0 0 21 0,0 0 15 16,0 0-54-16,-3-38-60 15,3 38-49-15,0 0-32 16,0 6-10-16,0 10 17 16,0 9-1-16,0 7 3 0,0 8 5 15,0 8 7 1,-1 6 7-16,-5 0-18 0,0 1-8 16,0-3-13-16,0-4 1 15,-2-3 5-15,-2-9-6 16,1-8 0-16,1-4 0 15,1-7-42-15,-1-4-46 16,1-6-73-16,-3-7-97 16,-2 0-221-16,2 0-249 0</inkml:trace>
  <inkml:trace contextRef="#ctx0" brushRef="#br0" timeOffset="35608.35">12925 4244 649 0,'0'0'283'0,"0"0"-191"15,0 0-32-15,0 0 37 16,90-90 17-16,-60 73-18 15,1 4-18-15,2 2-11 16,-1 5-15-16,-1 2-14 0,0 4 0 16,-5 0 38-1,-2 3-12-15,-5 15-8 16,-6 9-2-16,-12 8-9 0,-1 5-2 16,0 1-14-1,-1-5-13-15,-13-3-1 16,-2-6-6-16,-1-3 8 0,-5-3 5 15,-3-3-14-15,-1-3-8 16,2-3 0-16,2-3-6 16,0-3 6-16,6-2-38 15,2-1-122-15,14-3-76 16,0 0-136-16,0-3-283 0</inkml:trace>
  <inkml:trace contextRef="#ctx0" brushRef="#br0" timeOffset="36139.4">14280 4234 674 0,'0'0'328'0,"0"0"-185"15,0 0-29-15,0 0 53 0,0 0-17 0,0 0-64 16,0 0-50-16,-22-38-23 15,8 55 0-15,-5 7 3 16,-3 7 3-16,1 7 9 16,1 2 4-16,3 1 11 15,3 4 8-15,5-2-25 16,7-5-7-16,2-3-8 16,0-10-11-16,14-8 0 15,7-9 17-15,7-8-3 16,4 0-3-16,4-14-5 15,-1-11-5-15,-2-2-1 16,-3-7-10-16,-8 0-11 0,-9-4-80 16,-10 3 5-1,-3-2 21-15,-10-2 1 0,-16 1 26 16,-5 5 1-16,-5 6 25 16,-6 13-21-16,-20 14-27 15,10 17-204-15,6 7-335 0</inkml:trace>
  <inkml:trace contextRef="#ctx0" brushRef="#br0" timeOffset="36436.22">14307 4324 970 0,'0'0'243'0,"0"0"-171"0,0 0 17 0,89-9 55 0,-76 9-50 16,-5 13-15-16,-8 8 0 15,0 6-9-15,-16 8-9 16,-11 5 2-16,1 0 0 16,-3-2-9-16,7-3-14 15,7-8-19-15,9-7-21 16,6-8 1-16,14-9-1 15,22-3 0-15,45-9-16 0,-5-12-182 16,-3-2-352-16</inkml:trace>
  <inkml:trace contextRef="#ctx0" brushRef="#br0" timeOffset="37153.6">16236 4161 1151 0,'0'0'326'0,"0"0"-252"0,0 0-52 0,0 0 84 16,-49 110 49-16,36-56-66 15,3 6-21-15,1-1-22 16,6 2-27-16,2-8-10 16,-3-6-9-16,2-13-13 15,-2-10-82-15,-8-13-200 16,0-5-381-16,-3-6-137 0</inkml:trace>
  <inkml:trace contextRef="#ctx0" brushRef="#br0" timeOffset="37422.8">16132 4294 469 0,'0'0'221'15,"0"0"-145"-15,88-60 50 16,-46 39 79-16,-5 10-9 15,-2 3-21-15,-11 8-50 16,-4 0-24-16,-12 6-5 16,-8 12 8-16,0 7-12 15,-14 3-13-15,-14 4-4 16,-7 2-29-16,-3-1-24 16,-1-3-6-16,7-6-14 15,7-4-1-15,8-5-1 16,10-6-115-16,7-9-254 0,13 0-267 15,7-6-235-15</inkml:trace>
  <inkml:trace contextRef="#ctx0" brushRef="#br0" timeOffset="37752.62">16558 4294 462 0,'0'0'894'16,"0"0"-714"-16,0 0-137 15,0 0 70-15,0 0 48 16,0 0-16-16,22 88-48 16,-16-56-50-16,0 1-12 0,-3-5-5 15,-2-1-10 1,5-10-9-16,-5-4-10 0,-1-10 6 16,2-1-5-16,3-2 12 15,3-5 11-15,5-14-13 16,4-3-11-16,5-10-1 15,1 2-9-15,-3-6-29 16,-5 1-26-16,-2 2 17 16,-7 3 16-16,-1 8 15 15,-3 7 9-15,-2 8-52 16,1 7-219-16,4 8-243 16,0 7-72-16</inkml:trace>
  <inkml:trace contextRef="#ctx0" brushRef="#br0" timeOffset="38135.66">17078 4224 690 0,'0'0'374'0,"0"0"-193"15,0 0-84-15,0 0 92 16,0 0 56-16,0 0-118 15,0 0-82-15,11-46-45 16,-15 56 0-16,-12 9 16 16,0 8-15-16,-6 6 41 15,5 0-4-15,2 1 11 16,7-1-1-16,8-4-26 0,0-5-10 16,10-3 19-1,13-9-4-15,6-8-8 0,6-4-6 16,4-1 1-16,-3-14-6 15,-3-6-6-15,-5-3-2 16,-12 0 0-16,-9-2 0 16,-7 1-22-16,-9-2-15 15,-18 0 7-15,-5 4 13 16,-4 8 0-16,-6 10-48 16,-13 10-116-16,10 19-162 15,6-2-289-15</inkml:trace>
  <inkml:trace contextRef="#ctx0" brushRef="#br0" timeOffset="38369.9">17151 4369 1048 0,'0'0'496'0,"0"0"-313"15,116-23 22-15,-78 22-70 16,-8 1-71-16,-11 0-40 15,-8 15-3-15,-9 3-11 16,-2 6 0-16,0 0 5 16,-10 3 12-16,-2-2-20 15,9-5-1-15,3 1-6 16,13-6-68-16,49-4-69 16,-4-2-138-16,4-7-681 0</inkml:trace>
  <inkml:trace contextRef="#ctx0" brushRef="#br0" timeOffset="38885.6">18363 4304 1151 0,'0'0'256'0,"0"0"-215"15,0 0-2-15,0 0 29 16,0 0-2-16,0 0-12 16,6 77 11-16,-6-44-12 0,-3 4-9 15,-7-2-8 1,-3-2-2-16,4-2-18 0,1-8-7 16,2-5-6-16,6-7-2 15,-2-4 0-15,2-5 0 16,0-2 11-16,0 0-12 15,0-13 13-15,2-7-13 16,4-4 0-16,-2-4-23 16,-3-3-24-16,-1-5-6 15,0 1 12-15,0-2-7 16,0-2 0-16,0 0 4 0,0 3 6 16,0 0 9-16,6 9 6 15,11 5-5 1,5 9 13-16,3 7 15 15,1 6 2-15,-2 0-1 0,-2 6 15 16,-7 8 10-16,-7 7-7 16,-8-2 6-16,0 5 17 15,-16 0 7-15,-8 0-21 16,-1-6-19-16,2-1-9 16,6-5 0-16,5-6-140 15,12-3-542-15</inkml:trace>
  <inkml:trace contextRef="#ctx0" brushRef="#br0" timeOffset="39352.58">18849 4175 1030 0,'0'0'381'0,"0"0"-249"0,0 0-51 0,0 0 45 15,0 0-56-15,0 0-50 16,0 0-5-16,-62 54 24 16,39-22 29-16,-2 4-1 15,3-3 11-15,4-2-6 16,4-5-39-16,4-2-16 16,5-11-11-16,3-4-5 15,2-4-1-15,0-5 0 0,0 0 1 16,9 0 27-16,4-8-5 15,4-8-17-15,-1-2 0 16,5-5-5-16,-3-1-1 16,2-3-21-16,1-4-6 15,0-1-15-15,-3 0 11 16,-1 1 14-16,3 5 6 16,-3 7-3-16,-2 8-3 15,-2 6 17-15,-1 5 0 16,-2 2 0-16,-3 17 15 15,-4 6 7-15,-3 4 10 16,0 5-15-16,0-1-1 16,-3-3-7-16,-1-4-5 15,2-5-4-15,2-3-84 16,7-6-282-16,7-9-276 0</inkml:trace>
  <inkml:trace contextRef="#ctx0" brushRef="#br0" timeOffset="39768.32">19284 4128 932 0,'0'0'518'16,"0"0"-391"-16,0 0-8 0,0 0 77 0,0 0-89 0,0 0-91 15,0 0-16 1,8 10 44-16,-18 21 29 0,-5 5 7 15,0 3-10-15,1 0-10 16,8-1-21-16,2-7-21 16,4-5-2-16,2-5-16 15,15-9 16-15,6-3 2 16,6-6 3-16,2-3-3 16,7 0-17-16,-2-15-1 15,-3-2 0-15,-6-4-7 16,-7-3-1-16,-10-3 8 15,-7-6-15-15,-3-5 0 16,-5-5 3-16,-15 2 5 0,-1 1 7 16,-1 6 0-1,-4 9-11-15,-2 10 1 0,0 9-37 16,-3 6-48-16,0 11-109 16,-10 34-87-16,7-5-110 15,6 1-158-15</inkml:trace>
  <inkml:trace contextRef="#ctx0" brushRef="#br0" timeOffset="39984.36">19255 4321 575 0,'0'0'557'0,"0"0"-370"16,0 0 61-16,89-6 38 15,-62 6-98-15,-2 4-65 16,-4 10-44-16,-4 4-42 0,-5 3-5 15,0 1-4 1,-4-1-17-16,0-1-5 0,3-1-5 16,3-5-1-16,4-1-83 15,-2-6-231-15,-2-6-563 0</inkml:trace>
  <inkml:trace contextRef="#ctx0" brushRef="#br0" timeOffset="40453.62">20084 4146 611 0,'0'0'316'0,"0"0"-109"0,0 0 6 0,0 0 12 16,0 0 1-16,0 0-108 15,0 0-66-15,10 13 65 16,-7 19-2-16,-1 11-15 16,-2 6-27-16,0 4-9 15,0-2-21-15,0 0-27 16,-2-6-14-16,-3-7-2 15,-2-8-21-15,0-9-102 16,-3-9-98-16,-9-12-130 16,2 0-227-16,1-6-192 0</inkml:trace>
  <inkml:trace contextRef="#ctx0" brushRef="#br0" timeOffset="40700.68">19987 4237 438 0,'0'0'187'15,"0"0"-84"-15,0 0 53 16,45-83 39-16,-25 70-24 16,0 10-90-16,4 3 16 15,-1 0 32-15,-2 10-2 16,-3 9-25-16,-7 5-20 16,-9 8 2-16,-2 1-32 15,-5 2 7-15,-15-2-22 16,-2-5-17-16,0-4 4 0,5-6-24 15,4-4 0 1,12-8-70-16,1-3-305 16,0-3-287-16</inkml:trace>
  <inkml:trace contextRef="#ctx0" brushRef="#br0" timeOffset="40900.26">20364 4307 1264 0,'0'0'290'0,"0"0"-163"16,0 0 1-16,0 0 43 15,96-13-55-15,-59 10-58 16,-2 0-30-16,-2 3-15 16,-6-2-12-16,-5-1-1 0,-10 3-52 15,-12-1-93-15,0-4-175 16,-6 2-530-16</inkml:trace>
  <inkml:trace contextRef="#ctx0" brushRef="#br0" timeOffset="41132.44">20617 4148 568 0,'0'0'306'15,"0"0"-141"-15,0 0 35 16,0 0 32-16,100 0-8 15,-70 9-24-15,-3 9-54 16,-6 1-27-16,-3 4-31 0,-11 4-29 16,-7 2-13-16,0 1-21 15,-19-2-13-15,-6 1-2 16,-4-4-10-16,-4-2-198 16,6-7-311-16,11-8-313 0</inkml:trace>
  <inkml:trace contextRef="#ctx0" brushRef="#br0" timeOffset="41532.82">21020 4154 892 0,'0'0'344'0,"0"0"-177"16,0 0-3-16,0 0 31 0,0 0-65 15,0 0-106-15,0 0-24 16,-7 10 50-16,-4 14 0 16,1 6 54-16,-4 2 10 15,6 0-48-15,1-2-14 16,7-5-21-16,0-4-6 16,12-4-10-16,11-7 8 15,7-4-10-15,3-4 5 16,8-2-8-16,-5-2-9 15,-2-11 10-15,-7-2-11 16,-10-2 0-16,-11-4-6 0,-6-4-6 16,0-4-11-16,-15-5 10 15,-8 2 12-15,-4-1 1 16,0 5-1-16,-1 8-32 16,-1 12-54-16,1 8-92 15,-12 11-155-15,8 13-218 16,5 1 19-16</inkml:trace>
  <inkml:trace contextRef="#ctx0" brushRef="#br0" timeOffset="41765.62">21035 4313 863 0,'0'0'293'0,"0"0"-63"15,0 0 109-15,93-12-74 0,-67 12-93 16,-8 0-66-16,-5 0-44 15,-4 12-28-15,-6 6-4 16,-3 3 21-16,0 3 5 16,0 0-7-16,0-1-13 15,0-4-14-15,5-2-20 16,12-4 11-16,13-4-13 16,5-2-37-16,18-7-143 15,-5 0-321-15,-7 0-708 0</inkml:trace>
  <inkml:trace contextRef="#ctx0" brushRef="#br0" timeOffset="42250.24">22171 4084 386 0,'0'0'1057'0,"0"0"-862"0,0 0-116 0,0 0 102 16,-10 104 48-16,9-55-66 15,1 5-51-15,1-6-61 16,11-2-22-16,0-7-19 0,-4-9-10 16,-2-6-4-1,-4-10-65-15,-2-4-55 0,0-4-68 16,-22-6-116-16,3 0-264 16,-1-12-116-16</inkml:trace>
  <inkml:trace contextRef="#ctx0" brushRef="#br0" timeOffset="42499.35">22040 4151 563 0,'0'0'145'15,"0"0"-86"-15,52-86 35 16,-20 59 108-16,4 9-14 16,0 7-62-16,3 11 54 15,-4 0 23-15,-3 11-33 16,-9 13-31-16,-6 11-39 0,-12 3-9 15,-5 4-17-15,-7 1-32 16,-17-5-8-16,-4-5-19 16,0-8 0-16,1-8-15 15,5-7-38-15,9-4-132 16,13-6-192-16,0 0-260 16,11-4-453-16</inkml:trace>
  <inkml:trace contextRef="#ctx0" brushRef="#br0" timeOffset="42802.72">22736 4121 1247 0,'0'0'331'0,"0"0"-168"16,0 0 80-16,0 0-39 15,0 0-120-15,0 0-38 16,0 0 13-16,75 0-2 16,-39 0-29-16,2 0-16 15,-1 0-7-15,-8 0-5 16,-7 0-44-16,-14 6-125 15,-18 11-331-15,-16 1-99 0,-7 1-291 0</inkml:trace>
  <inkml:trace contextRef="#ctx0" brushRef="#br0" timeOffset="42964.79">22681 4334 816 0,'0'0'367'0,"0"0"-141"0,0 0 29 16,0 0 0-16,0 0-104 15,107-19-85-15,-70 16-33 16,-1-3-24-16,-2 1-9 16,-3 2-21-16,8-7-146 15,-12 5-219-15,-6-4-531 0</inkml:trace>
  <inkml:trace contextRef="#ctx0" brushRef="#br0" timeOffset="43231.97">23182 3999 658 0,'0'0'395'16,"0"0"-233"-16,0 0 134 15,0 0-31-15,90 58-39 16,-70-32-78-16,-4-1-31 15,-8 5-49-15,-5-3-31 0,-3 1-22 16,-7-4-15 0,-16-4 0-16,-10 2-17 0,-29-4-196 15,8-7-342-15,1-4-364 0</inkml:trace>
  <inkml:trace contextRef="#ctx0" brushRef="#br0" timeOffset="43582.51">22669 4114 611 0,'0'0'362'0,"0"0"-181"16,0 0 16-16,0 0 38 16,0 0-19-16,0 0-62 15,0 0-34-15,-80 17-5 16,63 3 3-16,0 4-32 16,1 3-27-16,0 3-4 15,7-3-22-15,4 2-8 16,5-4-23-16,1-2-2 15,25-5 7-15,10-3 4 16,15-6-11-16,10-2-39 0,40-1-155 16,-16-3-133-16,-10-3-235 15</inkml:trace>
  <inkml:trace contextRef="#ctx0" brushRef="#br0" timeOffset="44097.08">23668 4009 702 0,'0'0'348'15,"0"0"-134"-15,0 0 12 16,0 0-19-16,0 0-61 16,0 0-46-16,0 0-44 15,-21-37-3-15,9 37 8 16,-1 0 7-16,1 0-8 16,-2 0-5-16,1 8-11 15,-2 8-16-15,2 6 5 16,3 7 14-16,3 3 3 15,4 2-6-15,3-1-20 16,1 1-14-16,16-9-8 16,7-1 14-16,4-6-10 0,2-9 0 15,3-6 13-15,-2-3-19 16,-7 0-7-16,-7-9-23 16,-5-7 2-16,-9-5-6 15,-3-4-11-15,-1-2 21 16,-14-3 17-16,-5-1 7 15,1 2 1-15,-3 2-1 16,2 6-9-16,4 7 8 16,-4 7-54-16,-10 7-111 15,3 10-373-15,0 6-213 0</inkml:trace>
  <inkml:trace contextRef="#ctx0" brushRef="#br0" timeOffset="44347.14">23533 4186 130 0,'0'0'770'0,"0"0"-596"16,0 0 21-16,0 0 98 15,92-5-23-15,-82 5-126 16,-5 10-51-16,-3 9 41 16,-2 3-14-16,0 5 3 15,0 5-22-15,0-4-31 16,5-1-31-16,5-4-24 15,7-5-3-15,4-3-6 16,13-2-6-16,-1-8-3 16,2 1-120-16,-5-6-160 15,-10 0-372-15,-11 0-531 0</inkml:trace>
  <inkml:trace contextRef="#ctx0" brushRef="#br0" timeOffset="46612.6">12850 4903 772 0,'0'0'377'0,"0"0"-248"0,0 0-5 0,0 0 58 15,0 0-29-15,0 0-90 16,0 0-38-16,9 1 4 16,1 2 21-16,1 0 10 15,9 0-9-15,5 0 24 16,14 0-2-16,4 2-8 0,11-2-16 16,6 1-18-1,5 1-15-15,4-1-14 0,4-1-1 16,2 2 0-16,2-5 0 15,5 0 5-15,13 0-6 16,17 0 0-16,12-5 0 16,-7-1 0-16,-25 2 1 15,-25-1 0-15,-16 2-1 16,23-3 0-16,19-1 0 16,27-4 0-16,-10 2 5 15,-24 2-5-15,-24 2 0 16,-13 1 0-16,4-1-1 15,15 4 1-15,6-4 0 16,1 4 0-16,17-2 0 16,11-4 1-16,14-1 0 0,6-3-1 15,-10-1 0-15,-9 2 0 16,-10 0-1-16,-3 3 1 16,-14 0 0-16,-12 1 1 15,-15 2 0-15,-2 1 0 16,7 0 7-16,15-1-8 15,6 0 0-15,3-2 0 16,0 3 0-16,3-1 1 16,11-2 0-16,18 0 1 15,10-2 8-15,3-2 23 16,-7 1 20-16,-10 0-17 16,-12 3-10-16,6-3 10 15,-1 0-15-15,4 3-14 0,3-3 7 16,1 3-14-16,1-4 1 15,2-1 5-15,-2 2-5 16,-2 0 5-16,-2 0-5 16,-5 0 9-16,-1 0 3 15,-2 3-5-15,2-3 7 16,-1 0-5-16,-1 4-1 16,0-1 6-16,-6 1-14 15,-15 2 6-15,-14-2-1 16,-15 3-6-16,-2-1-1 15,8 3 0-15,8-1 1 16,6-1 0-16,-2 2 0 0,-3 0 0 16,-3 0 6-1,-1 0-6-15,-2 0 0 0,-2 0 0 16,-2 0 1-16,-3 0 4 16,0 0-5-16,2 0 0 15,-2 0 0-15,5 0 0 16,1 0 0-16,5 0 1 15,2 0 7-15,3 0-8 16,17 0 11-16,15 0-1 16,18 0 7-16,8 0-11 15,-5 0 3-15,-6-2 8 16,-8 2 3-16,-1-1-10 16,2 1 2-16,1 0 0 0,1 0 0 15,-6 0-1 1,3 0-4-16,-6 0 2 0,-1 0-8 15,-1 0 0-15,-4 0 0 16,-15 0 2-16,-12 0 4 16,-15 0-5-16,-2 0-1 15,11 0 16-15,6 0-4 16,7 0-1-16,-3-2-10 16,-3-1-1-16,-1 0 5 15,-3-1-5-15,-2 1 6 16,-1-3-7-16,-2 3 6 15,0-2-6-15,1 2 8 16,3-1 7-16,0 4 1 16,4-2 4-16,4 1-8 15,1-2 2-15,13 3-2 0,17 0 0 16,16 0 2-16,-9 0 1 16,-22 0-3-16,-26 3 3 15,-18 0 7-15,1 4-11 16,-3-4-2-16,-6 2-8 15,-13-2-1-15,-10 0 0 16,-10 0-12-16,0 1-30 16,-13 5-58-16,-19 1 0 15,-63 14-105-15,8-6-168 16,-14-3-348-16</inkml:trace>
  <inkml:trace contextRef="#ctx0" brushRef="#br0" timeOffset="47494.81">12903 5584 902 0,'0'0'404'0,"0"0"-201"0,0 0 40 0,0 0 16 0,0 0-18 16,0 0-57-16,0 0-62 16,-13-35-62-16,23 34-25 15,11-2-12-15,13-2-3 16,11 2 1-16,16-3-13 15,6-1-7-15,6-1 8 16,-3 2-9-16,-10 2-1 16,-16 2-8-16,-14 2-48 0,-17 0-102 15,-13 0-111-15,-11 11-21 16,-38 2-187-16,4-2-72 16,0-2 29-16</inkml:trace>
  <inkml:trace contextRef="#ctx0" brushRef="#br0" timeOffset="47661.34">13149 5560 130 0,'0'0'391'15,"0"0"-66"-15,0 0-139 16,0 0 33-16,0 0 110 16,0 0-34-16,35 91-74 15,-28-48-53-15,-7 5-63 16,0 1-45-16,0 2-31 0,-8-4-17 16,-4-6-12-16,-1-6 0 15,6-4-73-15,7-10-150 16,0-7-324-16,0-11-365 0</inkml:trace>
  <inkml:trace contextRef="#ctx0" brushRef="#br0" timeOffset="47960.34">13893 5606 1224 0,'0'0'387'0,"0"0"-237"15,0 0 46-15,0 0-11 0,0 0-52 16,0 0 8-16,120-22-16 16,-61 16-35-16,7 0-42 15,3-2-23-15,-9 2-14 16,-10 2-11-16,-16 2-9 15,-18 2-58-15,-12 0-158 16,-4 0-101-16,-44 0-21 16,1 3-285-16,-3 5-43 0</inkml:trace>
  <inkml:trace contextRef="#ctx0" brushRef="#br0" timeOffset="48112.05">14095 5593 567 0,'0'0'140'0,"0"0"124"16,0 0 54-16,0 0 28 15,22 105-82-15,-22-61-107 16,0 5-61-16,-7 7-51 16,-13 3-27-16,-8-3-18 15,-21 16-95-15,5-15-248 16,1-12-546-16</inkml:trace>
  <inkml:trace contextRef="#ctx0" brushRef="#br0" timeOffset="48459.93">12818 6713 418 0,'0'0'758'15,"0"0"-510"-15,0 0-77 16,0 0 130-16,0 0-118 16,0 0-80-16,0 0-11 15,152-73 5-15,-78 55-27 0,8-2-8 16,-2 2-5-16,-17 6-20 15,-1 2-29-15,-17 3-8 16,-16 6-88-16,-29 1-150 16,-5 3-291-16,-22 5 14 0</inkml:trace>
  <inkml:trace contextRef="#ctx0" brushRef="#br0" timeOffset="48660.1">13136 6640 681 0,'0'0'502'16,"0"0"-411"-16,0 0 113 0,0 0 66 16,13 78-24-16,-13-33-61 15,-15 11-110-15,-3 2-19 16,-2 2-23-16,0-4-13 16,5-8-14-16,3-7-6 15,5-9-12-15,7-13-130 16,9-8-231-16,7-11-474 0</inkml:trace>
  <inkml:trace contextRef="#ctx0" brushRef="#br0" timeOffset="48928.08">13904 6677 1751 0,'0'0'555'0,"0"0"-512"16,0 0-33-16,0 0 60 16,0 0 65-16,2 99-44 15,-2-50-33-15,0 5-22 16,-6 4-11-16,-6-2-3 16,-4-4-14-16,0-7-8 15,5-12-7-15,-1-5-56 16,0-13-153-16,-2-15-161 15,3 0-270-15,2-8-468 0</inkml:trace>
  <inkml:trace contextRef="#ctx0" brushRef="#br0" timeOffset="49159.34">13865 6643 937 0,'0'0'328'0,"0"0"-189"16,101-44 126-16,-49 25 35 16,3-1-58-16,-1 4-52 15,-4 5-84-15,-12 5-61 16,-5 4-35-16,-14 2-10 16,-10 6-13-16,-9 13-66 15,-6 8-71-15,-40 16-114 0,2-5-419 16,-1-4-202-16</inkml:trace>
  <inkml:trace contextRef="#ctx0" brushRef="#br0" timeOffset="49293.55">13927 6945 1043 0,'0'0'482'0,"0"0"-366"16,0 0 140-16,106-21-89 15,-51 0-94-15,5 3-51 16,17-2-22-16,-15 5-116 15,-15 1-633-15</inkml:trace>
  <inkml:trace contextRef="#ctx0" brushRef="#br0" timeOffset="49908.41">12925 7503 920 0,'0'0'375'0,"0"0"-150"0,0 0 20 0,0 0 27 0,0 0-115 16,0 0-114-16,0 0 65 16,-10 109 58-16,0-44-53 15,0 6-53-15,4-12-30 16,-3 1-15-16,4-4-14 16,-5-10-1-16,2-8-15 15,-2-9-107-15,-2-11-101 16,-8-15-85-16,2-3-187 0,-1-5-260 0</inkml:trace>
  <inkml:trace contextRef="#ctx0" brushRef="#br0" timeOffset="50159.13">12835 7461 1111 0,'0'0'391'16,"0"0"-259"-16,90-36 54 16,-41 23 29-16,-4-1-47 15,-5 6-71-15,-5 6-51 0,-7 2-26 16,-4 0-20 0,-11 5-8-16,-1 9-7 0,-11 10-37 15,-1 0-74-15,-13 16-189 16,-4-5-236-16,-3-8-514 0</inkml:trace>
  <inkml:trace contextRef="#ctx0" brushRef="#br0" timeOffset="50342.51">12910 7789 1069 0,'0'0'531'0,"0"0"-394"16,0 0-36-16,0 0 35 15,0 0 5-15,121-50-84 16,-69 35-36-16,-1 2-18 0,-1 2-3 16,9 4-178-1,-16-1-420-15,-6 6-447 0</inkml:trace>
  <inkml:trace contextRef="#ctx0" brushRef="#br0" timeOffset="50793.15">13714 7525 143 0,'0'0'1160'0,"0"0"-879"0,0 0-192 0,90-34-4 16,-28 19 76-16,6 0-66 0,5 0-32 16,-8 5-29-16,-15 4-34 15,-17 4-60-15,-33 2-220 16,0 0-376-16,-15 8-346 0</inkml:trace>
  <inkml:trace contextRef="#ctx0" brushRef="#br0" timeOffset="50958.25">13941 7525 214 0,'0'0'966'0,"0"0"-788"15,0 0 85-15,0 82 45 0,0-37-60 16,-3 6-102-1,-9 9-85-15,-6 2-39 0,-6-2-22 16,-33 16-51-16,7-12-287 16,-3-15-452-16</inkml:trace>
  <inkml:trace contextRef="#ctx0" brushRef="#br0" timeOffset="51344.31">12967 8530 1005 0,'0'0'531'16,"0"0"-362"-16,0 0-66 16,0 0 56-16,0 0 103 15,0 0-74-15,-17 122-56 16,7-66-53-16,-5 3-43 16,-3 5-20-16,-6-5-7 0,0-5-3 15,0-12-5 1,0-6-2-16,8-12-6 0,3-8-38 15,1-6-88-15,8-6-3 16,0-2 13-16,4-2-35 16,-6 0-171-16,2-13-304 15,-2 0-345-15</inkml:trace>
  <inkml:trace contextRef="#ctx0" brushRef="#br0" timeOffset="51611.45">12910 8447 461 0,'0'0'896'0,"0"0"-659"0,105-55-90 16,-56 35 78-16,-4 7-10 15,-3 4-68-15,-6 4-43 16,-2 2-27-16,-4 3-31 15,-5 0-26-15,-1 0-19 16,-8 0 12-16,1 2-13 16,-7 7-17-16,-7 1-93 15,-3 8-104-15,-8 17-133 16,-16-4-213-16,0-1-143 0</inkml:trace>
  <inkml:trace contextRef="#ctx0" brushRef="#br0" timeOffset="51793.79">12907 8780 1382 0,'0'0'545'15,"0"0"-462"-15,130-53 20 16,-31 16 18-16,-2 4-21 16,-7 6-60-16,-18 7-27 15,-26 11-13-15,6 1-117 16,5 1-188-16,-17 3-287 15,-15 0-25-15</inkml:trace>
  <inkml:trace contextRef="#ctx0" brushRef="#br0" timeOffset="51990.87">13697 8586 682 0,'0'0'351'0,"0"0"-225"0,0 0 122 16,0 0 59-16,0 0-73 15,-30 90-73-15,4-54-31 16,0 5-49-16,3 0-16 15,4 2-26-15,1-5-17 16,7-5-9-16,-1-5-11 16,2-7-2-16,2-3 0 15,2-7-62-15,0-7-111 16,4-4-102-16,0-9-97 16,2-6-255-16</inkml:trace>
  <inkml:trace contextRef="#ctx0" brushRef="#br0" timeOffset="52257.26">13572 8551 1343 0,'0'0'349'16,"0"0"-201"-16,114-49 80 15,-26 16 23-15,4-1-45 16,-10 6-60-16,-10 7-41 15,-22 7-38-15,-3 5-45 16,-6 3-22-16,-19 6 0 16,-20 6-33-16,-7 18-53 15,-31 9-22-15,-12 6-104 16,-8 4-143-16,-16 6-160 16,10-10 113-16,11-9-369 0</inkml:trace>
  <inkml:trace contextRef="#ctx0" brushRef="#br0" timeOffset="52389.91">13717 8727 1054 0,'0'0'560'0,"0"0"-366"16,0 0 94-16,0 0-10 15,124-62-109-15,-65 31-81 16,6-1-55-16,0 1-33 16,10-10-12-16,-15 8-234 15,-18 5-448-15</inkml:trace>
  <inkml:trace contextRef="#ctx0" brushRef="#br0" timeOffset="55005.82">16164 5316 795 0,'0'0'339'0,"0"0"-155"0,0 0-21 0,0 0 45 0,0 0 26 16,0 0-47-16,0 0-51 15,-17-22-43-15,32 14-53 16,15-4-15-16,15-4-8 0,14-4-8 16,23-3-8-1,29-2 7-15,30-2-8 0,16-2 1 16,4 0-1-16,-1 2-8 15,-5 3-9-15,7-3 17 16,5 5 0 0,2-1 1-16,4 2 0 0,-3 9 8 15,-2 0-9-15,-3 8-7 16,-9-1 7-16,-4 5 0 16,-1-1 0-16,-4-1 0 15,3-1 1-15,-1-1-1 16,-3-4 0-16,-4 1 1 15,-5-1-1-15,-5 1 0 16,-5-1 0-16,-6-1 1 16,-2 3 0-16,1 2 0 0,-1-1 0 15,-2 3 0 1,-2 2 5-16,4 0-6 0,1 0 1 16,1 0-1-16,8 0 1 15,-1 0-1-15,6 2 0 16,3 3 0-16,2-1 0 15,-1 5 0-15,-3-3 1 16,-4 8 1-16,-4-4-2 16,-5 5 0-16,-2 3 0 15,2 3 0-15,2 2 1 16,5 1 0-16,-1 0 8 16,1 4-8-16,1-1 6 15,1 2 6-15,-1 1-12 16,0 4-1-16,-4 1 0 0,-6 3 0 15,-8 6 1-15,-10 0 6 16,-7 4 2-16,-7 0 0 16,-12-6 0-16,-16-6 3 15,-17-5-8-15,-6 2-4 16,3 8 0-16,2 9 0 16,3 10 0-16,-6 3 8 15,-6 5-2-15,-1 2 4 16,-4 3 3-16,-1 12-5 15,-2 13-8-15,-4 15 0 16,-7 5 0-16,-9-8 8 16,-5-7-7-16,0-13-1 15,0-2 1-15,-10 9 5 0,-3 2-6 16,-7 2 0-16,-11 0 0 16,-5 2-1-16,-18 0-4 15,-8 2 5-15,-4 3 10 16,-16-4-1-16,-4-2-8 15,-4-4-1-15,-10-3 6 16,-5-2 0-16,-10 4-6 16,-13-3 0-16,-9-4 2 15,-8-3-1-15,-7-4-1 16,-8 0 1-16,-6-2 8 16,1 2-8-16,-6-2-1 15,2-7 2-15,-1-1 4 16,-1-4-6-16,-2-5 0 0,-1 1 1 15,-4-2 6 1,3-3-1-16,2-1 1 0,1-4-6 16,3-4-1-16,-2-6 0 15,-3-3 1-15,-1-10 0 16,-2-2 0-16,-2-3 0 16,0-6-1-16,6-3 0 15,-2-2-1-15,0-6 1 16,1-3 0-16,2-2 1 15,5-5 0-15,5 0 7 16,3 0-8-16,2 0-1 16,5-11 1-16,-2-4 0 15,5 1 0-15,3-8 0 0,-1-4 0 16,5-1 1-16,5-6-1 16,1-4 0-16,6-5 0 15,6-2 1-15,7-7 0 16,9 0 0-16,4-2 0 15,7-3 1-15,17 8 5 16,14 7 2-16,15 4 1 16,4 0-10-16,-5-9 1 15,-8-12 0-15,-5-10 0 16,5-5 0-16,3 1 1 16,5-6-2-16,6-7 0 15,0-11 1-15,2-14 0 16,5 2 0-16,6 6 6 15,2 11-7-15,8 8 0 0,1 3-1 16,1-4 1-16,-1-1-1 16,2-4 1-16,1-1 0 15,2 1 1-15,7 2 0 16,-2 3 7-16,5-2-1 16,-2 2 2-16,2-3-9 15,1 4 6-15,2-1-6 16,1 2 0-16,2 12 8 15,1 11 2-15,0-10-9 16,0-11 5-16,3 4-4 16,4-2 6-16,-1 23-6 15,1 11 77-15,1-10-79 16,4-7-8-16,1-10 8 0,0 5 1 16,1 1-1-1,-1 2 1-15,4 0-1 0,0 2 1 16,1 5-1-16,4-2 1 15,-2 6 14-15,0 2-5 16,-2 2-9-16,1 0 9 16,1-2-4-16,-2 1-5 15,0-3 7-15,1 4 8 16,1 0 17-16,-2 5-6 16,2 0 6-16,0 9 0 15,0 3-15-15,2 0 1 16,-2 4 2-16,2 3-13 0,-3 1-7 15,-2 5 5 1,0 0-5-16,-3 6 0 0,-3 0-1 16,-1 3 0-16,0 6-1 15,-1 2-8-15,-1 1-12 16,4 0-54-16,-2 1-37 16,0 26-112-16,-5-1-287 15,-4-4-401-15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21:38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16008 10718 1350 0,'0'0'393'0,"0"0"-294"0,0 0-77 0,0 0 12 16,0 0 14-16,0 0-27 16,-3 11-14-16,3 7 18 15,0 8 97-15,0 2-37 16,1 4-20-16,3 5 30 16,1 1-11-16,0 2-18 0,0 8-20 15,0 0-24-15,0 3-4 16,-2-5-10-16,3-1-8 15,-3-6 2-15,1-9-2 16,0-10 0-16,-1-2-19 16,2-8-101-16,-1-5-88 15,-4-5-273-15,0 0-167 0</inkml:trace>
  <inkml:trace contextRef="#ctx0" brushRef="#br0" timeOffset="382.63">16028 10784 1101 0,'0'0'325'0,"0"0"-224"16,0 0-44-16,0 0 52 15,0 0 11-15,0 0-53 16,65-91-24-16,-43 77 2 15,4 1 1-15,5-1 37 16,-3 7 1-16,1 5-13 16,-6 2-31-16,-3 6-21 15,-6 15-11-15,-6 8 6 16,-5 2 3-16,-3 5 3 16,0-6-2-16,0 4-9 0,-13-6 1 15,-6 1 14 1,-2-8 7-16,-4-2-5 0,-4-2-4 15,0-3-10-15,-1-1-5 16,-6-1-7-16,3 0-47 16,1-2-122-16,-2-2-79 15,11-3-225-15,8-5-201 0</inkml:trace>
  <inkml:trace contextRef="#ctx0" brushRef="#br0" timeOffset="852.64">16441 10756 1124 0,'0'0'322'0,"0"0"-258"0,0 0-9 0,0 0 85 0,0 0-6 0,0 0-43 16,0 0-18-16,72 27 89 16,-55-3-53-16,1 7-17 15,0 1-34-15,1 3-15 16,-1-2-3-16,-3-3-16 16,-2-6-18-16,-3-7-5 15,-3-6 0-15,-2-5 7 0,-3-1-7 16,0-5 10-16,-2 0 3 15,0 0 8-15,3-11 5 16,2-5-26-16,2-10 10 16,3-4-11-16,1-4-1 15,5-7-20-15,0-5 6 16,0 2-21-16,-3-1 13 16,-3 7 7-16,0 7 16 15,-4 7 1-15,0 12-1 16,-3 4 0-16,-2 4-1 15,-1 4-22-15,0 0-96 16,0 0-153-16,0 16-11 16,0-1-120-16,0-4-444 0</inkml:trace>
  <inkml:trace contextRef="#ctx0" brushRef="#br0" timeOffset="1299.74">17146 10576 1053 0,'0'0'395'0,"0"0"-191"0,0 0-89 0,0 0 39 0,0 0-14 16,0 0-82-16,0 0-57 0,-8-6 8 15,-7 25 4 1,-7 11 36-16,-3 8 7 15,-3 11 5-15,3 2-12 0,3 3-20 16,9-3-13-16,6-7-14 16,7-5-2-16,0-10 0 15,3-8-2-15,14-11-4 16,6-6 6-16,6-4 16 16,7-8-3-16,5-12-11 15,4-3 10-15,0-8-5 16,-7 0-5-16,-7-3 7 15,-14-1-9-15,-8-5 0 16,-9 2-1-16,-2-2-13 16,-18 4 8-16,-6 5 5 15,-6 4-5-15,0 12-11 0,2 7 16 16,0 8-46-16,4 2-51 16,0 16-54-16,3 19-85 15,4-5-239-15,3-2-98 0</inkml:trace>
  <inkml:trace contextRef="#ctx0" brushRef="#br0" timeOffset="1597.92">17110 10793 816 0,'0'0'357'0,"0"0"-201"15,0 0 30-15,0 0 44 16,0 0-37-16,101-30-64 0,-75 30-21 15,-6 0-32-15,-5 3-15 16,2 11-3-16,-7 2 15 16,-3 10-33-16,-5 0 24 15,0 4-9-15,-2 0-15 16,0 0-31-16,0-3 9 16,0-3-6-16,0-4-12 15,0-9 0-15,20-5-1 16,14-6-13-16,12 0 8 15,9-6-64-15,6-10-50 16,16-10-76-16,-19 6-182 16,-16-3-507-16</inkml:trace>
  <inkml:trace contextRef="#ctx0" brushRef="#br0" timeOffset="1899.58">17706 10354 1007 0,'0'0'246'0,"0"0"-168"16,0 0 112-16,90 31 80 15,-49-1-6-15,2 15-60 16,-1 27-28-16,-9 15-76 15,-24 18-56-15,-9-7-14 0,-22-20-28 16,-14-24-2-16,-2-14-10 16,-27 10-57-16,-27 4-117 15,-27 0 1-15,-11-17-172 16,29-17-225-16,22-16-341 0</inkml:trace>
  <inkml:trace contextRef="#ctx0" brushRef="#br0" timeOffset="2280.76">15990 10607 713 0,'0'0'240'0,"0"0"-137"16,0 0 17-16,0 0 39 16,0 0 23-16,-112 26-12 15,77-4-20-15,-2 10-27 16,-7 19 12-16,-4 35-7 15,5 27-42-15,13 14-7 16,21-9-4-16,9-27-45 16,19-31-15-16,7-21-15 0,10-11-1 15,27-1-5-15,39-5 3 16,60-14-88 0,29-11-107-16,-33-18-284 0,-26-3-349 0</inkml:trace>
  <inkml:trace contextRef="#ctx0" brushRef="#br0" timeOffset="3062.71">18057 10637 879 0,'0'0'348'0,"0"0"-188"0,0 0-9 0,0 0 50 16,0 0-58-16,0 0-46 15,0 0-6-15,42-12-6 16,-29 26-8-16,-2 5 6 16,3 5-15-16,0 5 3 15,-3 2-18-15,2-4-30 16,3-3-13-16,-1-6-2 16,2-7-7-16,4-6 16 0,6-5 0 15,5-8 2 1,11-15-17-16,9-4 11 0,8-9-13 15,4-4 3 1,3-4 1-16,-2-4-2 0,-3 3-1 16,-6 5 0-16,-4 3-1 15,-7 7 1-15,-10 6-1 16,-6 6 0-16,-8 6 6 16,-6 2-4-16,-1 7 5 15,-5-1 1-15,0 3 1 16,-4 1-4-16,0 0-5 15,-2 0-1-15,-3 0 1 0,0 0 0 16,0 0 1-16,0 0 0 16,0 0 0-16,0 0 11 15,0 0-11-15,2 0 0 16,-2 0-1-16,0 0 1 16,0 0-1-16,0 1-57 15,0 6-144-15,-24 6-108 16,3-1-340-16,-4-3-527 0</inkml:trace>
  <inkml:trace contextRef="#ctx0" brushRef="#br0" timeOffset="4378.93">16209 12156 700 0,'0'0'257'0,"0"0"-83"0,0 0 42 0,0 0-23 0,0 0 12 0,0 0-76 16,-2-30-95-16,2 48 27 16,0 8 22-16,3 6 13 15,3 10-1-15,-6 5-8 16,4 9 6-16,-4 1-21 16,0 0-20-16,0 0-6 15,0-3-9-15,0-4-24 16,-1-9-2-16,1-2-11 15,0-12 1-15,0-3-1 16,0-7 0-16,3-7-12 16,-1-4-37-16,0-3-85 0,-2-3-37 15,0 0-54-15,-10-14-337 16,-6-2-550-16</inkml:trace>
  <inkml:trace contextRef="#ctx0" brushRef="#br0" timeOffset="4729.87">16262 12025 983 0,'0'0'184'0,"0"0"-47"15,0 0-96-15,103-72-19 16,-54 54 92-16,10 1 8 15,1 8-28-15,-1 6-11 16,-14 3-19-16,-10 15-41 16,-20 12-22-16,-15 15 30 15,-8 4 31-15,-30 5-9 16,-11 2-16-16,-10-2-7 16,-3-5 24-16,1-9-11 15,7-4-10-15,12-12-19 16,12-8-13-16,13-7-1 15,12-6-13-15,5 0-77 16,34-13-134-16,4-10-252 16,2-1-158-16</inkml:trace>
  <inkml:trace contextRef="#ctx0" brushRef="#br0" timeOffset="5327.93">17073 12069 1119 0,'0'0'322'0,"0"0"-192"16,0 0-22-16,0 0 29 16,0 0-56-16,0 0-52 0,0 0 2 15,-7 10 35-15,7 13 20 16,0 4 10-16,-7 11 6 15,-8 5-14-15,-3 4-25 16,-1 7-22-16,1-4-25 16,0-4-4-16,6-8-11 15,2-8-1-15,5-14 2 16,2-5-1-16,1-5 0 16,2-6 12-16,0 0 0 15,0 0-4-15,0-14-9 16,0-2 0-16,7-7 0 15,-1-4 0-15,1-4-19 16,3-5 13-16,2-5-21 0,1-2 15 16,3-1-1-1,0-6-36-15,2 7 37 0,3 2 7 16,-1 5 4-16,-1 3 1 16,1 6-1-16,2 7 1 15,-3 6-1-15,-1 8-5 16,-2-2 6-16,0 8 1 15,-1 0-1-15,-2 4 8 16,1 16 1-16,-1 7 10 16,-3 9 6-16,-1 9 9 15,-2 5-8-15,0-1-14 16,-2-1-5-16,4-5 1 16,-2-3-8-16,-1-10 0 0,2-6 0 15,-1-7-13 1,3-4-54-16,0-7-68 0,15-6-143 15,-2 0-104-15,-1 0-544 16</inkml:trace>
  <inkml:trace contextRef="#ctx0" brushRef="#br0" timeOffset="5827.9">17706 12022 1172 0,'0'0'274'0,"0"0"-151"0,0 0-79 0,0 0 35 15,0 0 36-15,0 0-58 0,0 0-41 16,-3-29-10-16,-1 29 40 16,-4 3-7-16,-4 11 46 15,-1 12 31-15,-2 7-18 16,3 8-29-16,4 5-27 15,4 0-17-15,4 9-15 16,0-8-2-16,7-7-7 16,5-4-1-16,7-12 0 15,-2-7 0-15,11-10-5 16,-2-7 5-16,3 0 0 16,4-13 0-16,-1-11-29 15,-2-6-7-15,-5-3 15 0,0-5 14 16,-12-2 7-16,-4 0-18 15,-9-3-1-15,-2-4 9 16,-16 3 9-16,-4 1 1 16,-5 6-1-16,1 7 0 15,-5 6-8-15,1 14 3 16,-3 10 5-16,3 0 1 16,-2 13 0-16,0 14-5 15,0 10 5-15,1 9-22 16,4 2-108-16,-3 19-205 15,8-16-292-15,4-11-298 0</inkml:trace>
  <inkml:trace contextRef="#ctx0" brushRef="#br0" timeOffset="6110.3">17748 12226 1295 0,'0'0'309'0,"0"0"-205"0,0 0 51 0,106-46 3 16,-75 43-42-16,1 3-56 16,-11 3-12-16,-4 13-25 15,-11 8-11-15,-6 3 9 16,0 7 20-16,-16 2 7 16,-7 2-14-16,4-5 0 15,2-3-24-15,11-8-10 16,6-7-5-16,0-9-4 15,22-6-3-15,14 0-12 0,15-6-75 16,7-9-30-16,25-15-97 16,-14 2-359-16,-9 1-216 0</inkml:trace>
  <inkml:trace contextRef="#ctx0" brushRef="#br0" timeOffset="6392.81">18189 11869 23 0,'0'0'785'16,"0"0"-684"-16,0 0-43 16,0 0 150-16,110 33 30 15,-78-6-20-15,-2 13-24 16,-5 11-40-16,-10 16-55 15,-15 20-29-15,0-1-42 16,-8-12-8-16,-13-11-9 16,-5-15-10-16,-6 1-1 15,-8 2 0-15,-7-8-63 16,-38-6-59-16,11-7-234 16,1-13-331-16</inkml:trace>
  <inkml:trace contextRef="#ctx0" brushRef="#br0" timeOffset="6909.41">16028 11831 677 0,'0'0'233'0,"0"0"-89"0,0 0 55 0,0 0 8 0,0 0-73 16,0 0-29-16,-90 33 30 16,62 8-10-16,-7 26 5 15,-4 30-19-15,6 36-6 0,11 9-9 16,16-11-23-1,6-30-26-15,6-41-17 0,13-17-21 16,7-6-9 0,16-5 8-16,24 3-7 0,35-5 5 15,31-14-6-15,7-9 0 16,-5-7-43-16,-19 0-164 16,-42-10-319-16,-16 0-393 0</inkml:trace>
  <inkml:trace contextRef="#ctx0" brushRef="#br0" timeOffset="8458.77">18593 11942 320 0,'0'0'412'0,"0"0"-255"0,0 0-53 0,0 0 35 16,0 0 58-16,0 0-20 16,0 0-56-16,10 0-44 15,-4 3 35-15,0 11 3 16,-2 3-27-16,0 5-5 16,0 5-11-16,-1-3-8 15,1 3-38-15,0-4-14 16,3-5 15-16,2-3-17 0,1-7-4 15,5-8 9-15,6 0 10 16,9-8 8-16,9-14-13 16,8-4-11-16,8-9-3 15,7 0 0-15,19-10-5 16,-2 5-1-16,1-1-1 16,2 2 1-16,-12 9 0 15,5-1-6-15,-6 1 6 16,-9 4 1-16,-4 5-1 15,-11 5 1-15,-2-2 1 16,-10 9 10-16,-6-2 29 16,-10 4 7-16,-2 4-11 15,-10 3-3-15,-4-2-7 0,-1 2-2 16,0 0-4-16,0 0-15 16,0 0 6-16,0 0 0 15,0 0 0-15,0 0 7 16,0 0-7-16,0 0-4 15,0 0 1-15,0 0-8 16,0 0 5-16,0 0 1 16,0 0-7-16,0 0 9 15,0 0-7-15,0 0-2 16,0 0 1-16,-1 0 0 16,-4-1 1-16,0 1 5 15,-1 0-7-15,2 0 1 16,2 0-1-16,1 0 1 15,1-2 0-15,0 2-1 0,0 0 7 16,0 0-7-16,0 0 1 16,0 0-1-16,0 0 0 15,-2 0 0-15,0 0 0 16,0 0 0-16,1 0 1 16,-1 0-1-16,2 0 0 15,0 0 0-15,0 0-5 16,0 0 4-16,0 0 1 15,0 0 1-15,0 0-1 16,0 0 0-16,0 0 0 16,0 0 0-16,0 0 0 15,0 0 0-15,0 0 0 16,0 0 0-16,0 0-1 0,0 0-7 16,0 0 8-1,0 0-6-15,0 0-6 0,0 0-18 16,0 2-35-16,-1 11-34 15,-9 11-155-15,4-1-392 16,0-5-147-16</inkml:trace>
  <inkml:trace contextRef="#ctx0" brushRef="#br0" timeOffset="9294.43">19782 12099 590 0,'0'0'316'0,"0"0"-169"0,0 0-50 0,0 0 22 0,0 0 99 15,0 0 12-15,0 0-58 16,0-71-21-16,0 70-39 15,0 1-21-15,0 0-8 16,0 0-16-16,0 0-17 0,0 0-16 16,4 1-7-16,9 12 53 15,0 3 42-15,7 6-44 16,5 5-39-16,1 7-12 16,3 0 3-16,3 2-14 15,-1 1-6-15,1 3-1 16,-2-7-3-16,-3-3-5 15,0-3 0-15,-4-3 0 16,-3-7 5-16,-3-1 2 16,0-5-1-16,-6-2 8 15,1-5-4-15,-4-1-1 16,-3 0-2-16,-1 0-7 16,-1-3 6-16,-3 0-6 15,2 0 5-15,-2 0 3 16,0 0-1-16,0 0-1 0,0 0 14 15,0 0-12-15,0 0-8 16,0 0 8-16,0 0-8 16,0 0 5-16,0 0-5 15,0 0-1-15,0-3-7 16,0-7-28-16,-7-2-43 16,0-2-82-16,-8-19-168 15,6 5-385-15,-4-5-571 0</inkml:trace>
  <inkml:trace contextRef="#ctx0" brushRef="#br0" timeOffset="9774.58">20309 11948 992 0,'0'0'263'0,"0"0"-182"0,0 0-42 0,0 0 93 0,0 0 28 0,0 0-69 16,0 0-63-16,-6-3 18 15,1 6 41-15,-7 15 52 16,-8 9 33-16,-5 7-43 15,-18 26-13-15,-15 28-26 16,-18 28-24-16,-3 11-33 16,-1-10-11-16,13-27-12 15,15-33-10-15,11-16-9 16,4-11 3-16,-5 3 5 16,2 4-11-16,2-7-58 15,9-9 65-15,14-12 5 16,8-5 9-16,6-4 0 15,1 0-2-15,0 0-7 0,13-7 2 16,6-10 3 0,1-3 5-16,1 0-10 0,0-4 0 15,-1 0-38-15,-4-3-120 16,7-19-89-16,-6 6-294 16,-7-2-571-16</inkml:trace>
  <inkml:trace contextRef="#ctx0" brushRef="#br0" timeOffset="10775.15">19334 10607 808 0,'0'0'380'0,"0"0"-116"0,0 0-65 0,0 0 32 16,0 0-17-16,0 0-43 15,0 0-31-15,18-45-56 16,-6 45-47-16,2 9 10 15,5 12 11-15,1 8 8 16,3 5-15-16,1 4-11 16,3-4-28-16,-1-1 9 15,3-6-2-15,0-3-11 0,-1-13-7 16,-1-6 5-16,4-5 1 16,-3 0-5-16,8-13-1 15,2-11 8-15,4-3-3 16,0-9-6-16,8-4 0 15,0-7-1-15,3-4 1 16,5-6-1-16,-2-4 1 16,2 0 0-16,-2 5-1 15,-1 12-1-15,-11 7 2 16,-8 10 0-16,-9 11 0 16,-12 6 1-16,-8 7-1 15,-7 3 0-15,0 0-6 0,0 11 6 16,0 4 11-16,-6 4-4 15,0-3-6-15,-1 1 0 16,0-1 1-16,6-3-1 16,-1 0-1-16,1-3-8 15,-1-3-37-15,-2 7-53 16,-4-5-83-16,-20 7-89 16,1 0-208-16,-7-6-278 0</inkml:trace>
  <inkml:trace contextRef="#ctx0" brushRef="#br0" timeOffset="11791">18239 10082 880 0,'0'0'307'0,"0"0"-58"0,0 0-60 0,0 0-9 15,0 0-37-15,0 0-39 16,0 0-63-16,-23-24-19 16,4 35-14-16,-4 7 12 15,-3 1 29-15,0 7-6 16,4-4-2-16,6 2 21 15,6-2-22-15,10-3-26 16,0 0-13-16,10-3 0 16,10-2 13-16,6-1-3 15,3-5-10-15,-4 0-1 16,2-2 1-16,-8-2-1 16,-5 0 9-16,-7 1-9 15,-7 3 0-15,0 0 0 0,-21 5 19 16,-6 6-12-16,-14 0 22 15,2 0-12-15,0-2-8 16,3-3 0-16,7-4-9 16,7-3 7-16,7-5-6 15,10-2-1-15,5 0 0 16,3-2-46-16,20-11-89 16,6-5-29-16,14-8-98 15,-6 5-234-15,-5 3-97 0</inkml:trace>
  <inkml:trace contextRef="#ctx0" brushRef="#br0" timeOffset="12374.45">18230 10257 649 0,'0'0'254'0,"0"0"-63"0,0 0-44 16,0 0 56-16,0 0-9 16,0 0-37-16,0 0-16 15,59-76-21-15,-54 73-10 16,0-1-24-16,-1 3-12 15,-3 1-16-15,3 0-29 16,-1 0-2-16,0 10 10 16,1 4 0-16,1 3-4 0,2-3-12 15,0 1-11 1,4-4-2-16,2-3-2 0,2-5 4 16,5-3 2-1,0 0 0-15,7-3-5 0,0-11-6 16,-1-3 0-16,-2 0 5 15,-4-2-6-15,-5-2 1 16,-3 4 0-16,-6-4 4 16,0 6-5-16,-3 0 0 15,-3 3 1-15,1 6 0 16,-1 5 0-16,0 1-1 16,2 0-10-16,0 13 0 15,1 8 10-15,2 6 27 16,2 3-12-16,-3 6-2 15,3 1-1-15,-4-1-3 0,0 1 1 16,-3 3-4 0,0-6-5-16,-7-3 11 0,-8-5-6 15,-2-5 1-15,-5-5-6 16,1-7 11-16,0-2 3 16,-2-3-12-16,0 0 6 15,1-4 0-15,2 0-8 16,3-8 5-16,4-2-6 15,6-3 0-15,5-1-1 16,2-7-37-16,0 0-71 16,27-7-171-16,-3 4-272 15,4 5-636-15</inkml:trace>
  <inkml:trace contextRef="#ctx0" brushRef="#br0" timeOffset="13171.77">18359 11604 494 0,'0'0'231'0,"0"0"-110"0,0 0-23 0,0 0 17 0,0 0 70 0,0 0-24 16,0 0-29-16,64-84 11 0,-57 72 1 15,-4 1 3-15,-2 1-20 16,-1 1-19-16,0 1 6 16,-1 1-14-16,-12 4-28 15,-6 0-46-15,-4 3-20 16,-4 0 12-16,-4 11-12 16,5 3-6-16,1 3 1 15,8 1-1-15,8 2 0 16,5 0-7-16,4 3 1 15,2-5 5-15,15 0 0 16,6-3 1-16,6 1 1 16,1-3 1-16,-1-2-2 15,0-5 1-15,-4 2 0 0,-8 2-1 16,-3-4 0-16,-8 1-1 16,-6 0-1-16,0 3 2 15,-6-4-1-15,-10 4 2 16,-7-2 10-16,-13 1 5 15,-2 4-3-15,-2-2 1 16,-2-2 4-16,6 1 1 16,10 1-3-16,8-5-6 15,10-5-10-15,8 1-13 16,0-2-47-16,13 0-53 16,14-3-29-16,18-20-153 15,-5 2-311-15,-2 2-214 0</inkml:trace>
  <inkml:trace contextRef="#ctx0" brushRef="#br0" timeOffset="13638.96">18488 11645 1030 0,'0'0'256'0,"0"0"-63"0,0 0-70 0,0 0 133 0,0 0-69 15,0 0-109-15,0 0-48 16,20-27-11-16,-18 32 53 15,1 3 11-15,0 6-33 0,3-4-11 16,2 3-1 0,3-7-12-16,5-3-8 0,2 1-10 15,4-4 0 1,0 0-1-16,0-10-6 0,-3-4-1 16,0-3-15-16,-1-3 15 15,-2 1-11-15,1 6-1 16,-2 2 11-16,1 5-5 15,-5 6-6-15,1 0 11 16,0 20 1-16,-2 5 6 16,-3 9 26-16,-4 6-9 15,-3 2-5-15,0 0 8 16,-2-4 0-16,-8-8-13 16,-2-8 6-16,-3-7 11 15,0-6-19-15,-5-6 17 16,-5-3-7-16,-2 0-12 15,-3 0-8-15,2-6 0 0,2-4-1 16,5-4-5 0,6 2-23-16,3 0-69 0,5 3-78 15,7-7-117-15,6 2-332 16,7-2-693-16</inkml:trace>
  <inkml:trace contextRef="#ctx0" brushRef="#br0" timeOffset="14721.83">19757 9840 152 0,'0'0'389'0,"0"0"-224"0,0 0 4 0,0 0 89 16,0 0 15-16,0 0-93 16,0 0 14-16,0 0-8 15,0 0-46-15,0-1-39 16,0-1-5-16,0 2-22 15,-6 0-22-15,-2 0-24 16,-8 7-27-16,-12 14 25 16,-6 6 8-16,-7 10-13 15,5 4-5-15,6-2-5 16,8-2-4-16,10-7-7 16,11-4-14-16,1-7 13 0,13-5 2 15,14-5 1-15,6-5-1 16,2-2-1-16,0 1-6 15,0-2-14-15,-9 5 7 16,-5 0 12-16,-8 6 0 16,-9 0-8-16,-4 3 8 15,-5 0-2-15,-17 3 3 16,-8-4 1-16,-7 2 9 16,-4-6-2-16,0 1-7 15,3-1 4-15,7-6-5 16,5 0 0-16,10-1-41 15,7-3-139-15,9 0-116 16,3-13-233-16,16-2-570 0</inkml:trace>
  <inkml:trace contextRef="#ctx0" brushRef="#br0" timeOffset="15058.5">19745 10205 780 0,'0'0'393'0,"0"0"-161"0,0 0-14 0,0 0 20 0,0 0-86 16,0 0-85-16,0 0-22 16,95-45-12-16,-68 35-15 15,-4-4-12-15,-3 1-5 16,-8-4-1-16,-5 4 14 16,-7-2-13-16,0 0-1 15,-2 3 1-15,-13 4-1 0,-1 5-7 16,-6 3 7-16,-2 0 0 15,1 14 11-15,-1 5-10 16,3 2 11-16,6 2-1 16,5-1 3-16,7-1-7 15,3-4 2-15,6-4-9 16,14-2 9-16,5-1-1 16,2-7-1-16,6-3-7 15,-2 0-23-15,7 0-120 16,-10 0-210-16,-5 0-381 0</inkml:trace>
  <inkml:trace contextRef="#ctx0" brushRef="#br0" timeOffset="15619.57">20085 10036 876 0,'0'0'255'0,"0"0"-139"15,0 0-19-15,0 0 98 16,0 0-52-16,0 0-43 16,0 0 39-16,16-23-14 15,-16 23-59-15,1 0-35 16,3 9 23-16,-3 6 4 16,1 5 3-16,-2 1-26 0,0 1-14 15,0-4-9 1,0-1-11-16,0-8 3 0,0-2-4 15,0-4-6-15,0-3 0 16,4 0-6-16,0-3-5 16,3-12-37-16,3-3 25 15,0-1 14-15,2-2-4 16,0 1 18-16,-1 5 1 16,-1 3-1-16,0 6-6 15,-3 3 0-15,1 3 7 16,1 8 26-16,-4 8 14 15,1 2-1-15,-3 3 5 16,3-4-20-16,-5-4-7 16,5-4-10-16,-3-3-6 15,0-6 0-15,2 0 8 0,2-1-9 16,4-13-11 0,1-5-14-16,0-1 16 0,5-2-11 15,-2-1 3-15,1 2 5 16,-3 6 12-16,5 4-9 15,-2 7 2-15,1 4 5 16,1 0 1-16,-4 15-8 16,-1 9 0-16,-3 20-7 15,-5-5-222-15,-3-5-395 0</inkml:trace>
  <inkml:trace contextRef="#ctx0" brushRef="#br0" timeOffset="17170.75">19955 11513 25 0,'0'0'494'0,"0"0"-357"0,0 0-45 0,0 0 52 16,0 0 43-16,0 0-25 16,0 0-14-16,0 0 32 15,34-56-11-15,-34 51 30 16,0 4-20-16,0 1-91 16,-5 0-30-16,-12 6 38 15,-3 10-47-15,-2 4 3 16,0 1 10-16,8 3-5 15,3 2-21-15,8-7-22 0,3-1-13 16,3-6 0 0,16 0-1-16,6-6 1 0,4 0 8 15,0-1-9 1,1 0-7-16,-4 1 6 0,-4 5 0 16,-8 6-8-16,-8 3-6 15,-6 4 3-15,-4-2 12 16,-21 2 0-16,-5-4 1 15,-5-2 17-15,-2-6-7 16,5-2-2-16,7-7-8 16,5-3 0-16,15 0-1 15,5-3-28-15,0-9-135 0,18-3-39 16,6 0 41 0,6 2 21-16,0-1 11 0,0 4 76 15,-1 2 37-15,0-1 16 16,1 5 14-16,2-2 52 15,-2-2 24-15,4 2 6 16,-4-4 0-16,-7 0-32 16,-4 3-4-16,-6-6-8 15,-6-1-16-15,-5 4-20 16,-2-3-16-16,0 2 2 16,-9 1 7-16,-3 7 10 15,-5 3-13-15,-2 0-5 16,-3 3 0-16,2 12 17 15,3 4 9-15,5 2-3 16,8-2-7-16,4-1-9 0,0-3-2 16,0-7-5-1,13-1 13-15,3-7-7 0,4 0 8 16,4 0-3-16,0-10-12 16,-3-4-22-16,0-2-21 15,-5 2 1-15,-5 1 22 16,0 2 0-16,-4 4 19 15,-3 4-14-15,-2 3 14 16,-2 0-13-16,2 0 14 16,-2 8 1-16,2 5 11 15,1-4 5-15,0-2-16 16,1-4 5-16,-1 1-4 16,4-4 4-16,0 0 4 0,9 0-1 15,-1-7-3 1,3-3-6-16,1-3-19 0,-1 5 18 15,0-1-5-15,-3 5-3 16,1 1 9-16,-6 3 0 16,-4 0-1-16,-1 7 1 15,0 6 18-15,-3 7 14 16,0 1-19-16,-2 1-13 16,0 13-52-16,-9-8-238 15,-1-8-527-15</inkml:trace>
  <inkml:trace contextRef="#ctx0" brushRef="#br0" timeOffset="28425.63">9533 3609 101 0,'0'0'75'0,"0"0"-26"0,0 0 142 16,0 0-57-16,0 0-71 0,0 0-18 15,-62 1 27-15,57-2-7 16,2-3 3-16,-2-1 13 16,3 1 16-16,-2-1 40 15,0 0 23-15,2 1-5 16,-3 1-46-16,2 0 18 16,0 0-21-16,-4 2-27 15,5-3-10-15,-3 4-2 16,2-3-6-16,-1 3-5 15,4-1 12-15,-1 1-9 16,1 0-10-16,0-2-20 16,0 2-12-16,0 0-16 15,0 0-1-15,0 0-7 16,0 0 0-16,5 0 7 16,12 2 0-16,0 2 7 0,9 0-5 15,4 0 5-15,5 1 6 16,5-1-12-16,2-1 1 15,3 2 5-15,0-1-6 16,0 1 1-16,0 0-1 16,-1 0-1-16,-1 0 1 15,-1-2 0-15,0 0 0 16,0-2 0-16,-1-1 1 16,0 0-1-16,-2 0 0 15,2 0-1-15,0 0-1 0,3 0 1 16,1 0-1-1,4 0 1-15,1 0 0 0,1 0 0 16,3 0 0-16,-1 0-1 16,2 0 1-16,-3 0 0 15,0 0 0-15,-5 0 0 16,-2 0-1-16,0 0-5 16,-1 5 5-16,2 0-1 15,5-2 1-15,0 2 1 16,5 0 0-16,2-2 0 15,2 2 0-15,4-2 0 16,-5 0 0-16,2 0-8 16,-5 1-2-16,-5 2-5 15,-6-1 3-15,-3 1-1 16,-4 3 3-16,2-2-3 0,0 1 12 16,4-2-10-1,3-3 11-15,3 1-1 0,1-2-8 16,10-2 9-16,-1 0 0 15,7 0 0-15,1 0-18 16,2-2-28-16,2-2 19 16,2 1 27-16,-6 0 0 15,-4 3-1-15,-7 0-9 16,-4 0-2-16,-6 0 4 16,-2 0-5-16,-3 3 3 15,-2 0 10-15,-2 0-10 16,2 0-1-16,2-2 1 15,2 1 10-15,2-2 0 16,6 0 0-16,3 0 0 16,2 3 1-16,0-2-1 0,0-1-11 15,0 2-19-15,-2-1-5 16,2 1-3-16,-2-2 22 16,1 0-18-16,0 0-20 15,2 0 54-15,3 0 0 16,0 0-17-16,1-6 11 15,0-2 6-15,-6 2 12 16,-4 0-12-16,-8 3 0 16,-7-2-14-16,-7 5 6 15,-6-1 3-15,-7 1-1 16,2-2 6-16,-3 2 15 16,3-1-15-16,1 0 16 0,2-2-15 15,1 1 5-15,-1-2-6 16,-1 1 0-16,-2 3 8 15,1 0-7-15,-4-3-1 16,0 3 0-16,-3 0 0 16,0 0 0-16,1 0 0 15,-2 0 0-15,1 0 0 16,0 0-1-16,0 0 1 16,1 0 1-16,4 0 0 15,1 0-1-15,-1 0 1 16,-1 0 0-16,0 0-1 15,-3 0-1-15,2 3 0 16,-3 0 1-16,2 1-1 0,-1 1-4 16,2-1 5-1,0 1 1-15,0-1 1 0,2 1-2 16,-1-2 1 0,1 3 1-16,3-3-2 0,0 0 2 15,4 0 11-15,1-2-13 16,0 1 6-16,4-2 0 15,2 0-5-15,1 0-1 16,-1 0 2-16,-2 0 8 16,1 0-5-16,-5 0-5 15,-1-2 0-15,-1 2-1 16,-5 0 0-16,1 0 1 16,-3 0-2-16,-2 0 1 0,-1 0 1 15,-2 0 0 1,-1 0 6-16,-2 0-6 0,-3-1 0 15,1 1 5-15,-2 0-4 16,2-2-1-16,-3 2 1 16,0 0-1-16,2 0 0 15,1 0-1-15,-2 0 0 16,3 0 1-16,1 0 0 16,1 0 0-16,3 0 0 15,0 0 0-15,1-1 6 16,3-2-6-16,0 3 0 15,4-3 0-15,7 1 0 0,8 2 6 16,7-1-5-16,7-2 0 16,5 3 7-16,9 0-7 15,3 0 0-15,3 0-1 16,5 0-11-16,4 0 11 16,-1 0 9-16,1 0-7 15,-3 0 9-15,0 0-10 16,-4 0 0-16,-4 0 0 15,-3 0 5-15,-3 0-6 16,-7 0 0-16,-6 0 0 16,-7 0 0-16,-4 0 1 15,-6 0-2-15,-5 0 2 16,-4 0-1-16,0 0 8 16,-4 0-8-16,-1 0 0 15,-3-2 10-15,5-2-10 0,-5 4 9 16,0-3-9-16,-4 1 1 15,-1 2 0-15,-4-1 0 16,-1 1 1-16,-5 0 6 16,2 0-7-16,1 0 0 15,0 0-1-15,1 0 6 16,1 0-6-16,3 0 2 16,4 0-1-16,2 0 11 15,3 0-12-15,1 0 0 16,-2 0 0-16,-1 0 1 15,0 0-1-15,-2 0 0 16,-1 0 1-16,3 0 5 16,-1 0-6-16,0 0 0 0,3 0 1 15,5-4 6 1,0 3-6-16,3-2 1 0,2 2-2 16,3-1 0-16,-1 2 1 15,3-1-1-15,-2 1 0 16,8 0 2-16,0 0-1 15,0 0 5-15,6 0-5 16,1 0 0-16,7 0 0 16,3 1 0-16,5 2-1 15,0-2 9-15,2 2-9 16,0-3 0-16,-2 4 0 16,0-4 1-16,0 0-1 15,-3 1-7-15,-3-1 7 16,-8 0 0-16,1 0 2 15,1 0 3-15,-4 0-4 16,-2 0-1-16,3 0 0 0,-4 0 2 16,1 0-2-16,0 0 0 15,-2 0 1-15,-2 0 2 16,0 0-3-16,-2 0 1 16,1 0 4-16,3 0-4 15,-1 0-1-15,-3 0 1 16,1 0 0-16,0 0 6 15,-1 0 5-15,3 0 1 16,-3 0 1-16,10 0-3 0,-1 0-2 16,3 0-3-1,2 0-5-15,4 0 6 0,1 0-5 16,-2 0 8-16,-1 0-8 16,-1 0 4-16,-6 0-6 15,-2 0 0-15,-5 0 1 16,1 0 0-16,0 0-1 15,-3 0 1-15,1 0 0 16,-2 0-1-16,0 0 0 16,-2 0 0-16,1 2 0 15,1 1 0-15,2 1-1 16,-1 2 1-16,5 2-2 16,-3-2 1-16,2 0-9 15,-1 0 9-15,-1-3 1 16,-3 3-1-16,2-5 0 0,-4 1 1 15,3-2 0 1,-1 0 5-16,1 0-5 0,0 0-7 16,-5 0 6-16,-1 3 1 15,0-2 0-15,0 1 0 16,-1-2 0-16,0 3 5 16,-3-3-5-16,0 0 0 15,-4 3 1-15,-2-3 0 16,0 0 5-16,-3 1-5 15,-2-1 0-15,4 0 0 16,-6 0 5-16,0 0-5 16,-1 0 5-16,-4 0-5 15,-2 0-1-15,-3 0 1 16,-3 0 6-16,1 0-7 16,-1 0 0-16,0 0 2 0,0 2 7 15,0-2 1-15,0 0 15 16,0 0 3-16,2 0 9 15,-2 0 2-15,0 0-5 16,0 0-9-16,0 0-7 16,0 0-2-16,0 0 1 15,0 0-5-15,0 0 10 16,0 0-13-16,0 0 4 16,0 0-2-16,0 0 5 15,0 0-2-15,0 0 3 0,0 0 4 16,0 0-7-1,0 0-2-15,0 0-5 0,0 0 2 16,0 0-3-16,0 0 0 16,0 0 3-16,0 0-8 15,0 0 10-15,0 0-2 16,0 0-3-16,0 0-5 16,0 0 6-16,0 0-1 15,0 0 0-15,0 0 2 16,0 0 0-16,0 0-2 15,0 0 0-15,0 0 5 16,0 0-2-16,0 0-3 16,0 0 1-16,0 0 2 15,0 0-3-15,0 0 3 16,0 0-3-16,0 0-6 0,0 0 5 16,0 0-4-1,0 0 4-15,0 0 1 0,0 0-4 16,0 0-1-16,0 0 0 15,0 0 1-15,0 0 4 16,0 0-5-16,0 0 0 16,0 0 7-16,0 0-7 15,0 0 1-15,0 0-1 16,0 0 0-16,0 0 8 16,0 0-9-16,0 0 0 15,0 0 7-15,0 0-7 16,0 0 0-16,0 0 0 15,0 0 0-15,0 0 0 16,-2 0 0-16,2 0 1 16,0 0 0-16,0 0 0 0,0 0-1 15,0 0 1-15,0 0-1 16,0 0 0-16,0 0 1 16,0 0 1-16,0 0-2 15,0 0 0-15,0 0 0 16,0 0 0-16,0 0 0 15,0 0 0-15,0 0 1 16,0 0 5-16,0 0-5 16,0 0 1-16,0 0 4 15,0 0-6-15,0-3 1 16,0 0 5-16,0 3-5 16,0 0 5-16,0-3-5 0,0 3-1 15,0 0 0-15,0 0 0 16,0-2 1-16,0 2 0 15,-1-1 0-15,1-2-1 16,0 3 0-16,0-3 0 16,0 1 0-16,0-2 0 15,0 4 1-15,0-2-1 16,0 1 2-16,0-2-1 16,0 0-1-16,0 1 0 15,0 1 1-15,0-2 0 16,0 3 0-16,0-2 0 15,0 1-1-15,0-1 1 16,0 1-1-16,0-2 1 16,0 3 0-16,0 0-1 15,0 0 0-15,0 0 0 0,0 0 0 16,0 0-11-16,-2 0-26 16,-3 0-129-16,-21 0-302 15,-3 0-215-15,-6 0-404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5-10-22T13:26:31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1480 12156 484 0,'15'-9'250'0,"-15"9"-109"16,0 3-33-16,-1-3 18 15,1 0-19-15,0 0-5 16,-2 3 25-16,0-3-7 16,-1 3 9-16,-2 2-13 15,3 1-33-15,-3-3-14 16,4-1-15-16,-1 1-15 15,0 2-14-15,0-2-3 16,2 0-5-16,-1 2 3 16,1 0-1-16,0 1 5 15,-2 2-5-15,-1 2 9 0,3-4-10 16,-2 5 4-16,0-4-13 16,1-1 0-16,-1 4-9 15,2-3 1-15,0-3-1 16,0-1-15-16,0-3-42 15,0 0-44-15,0 0-25 16,-2 7-64-16,-1-4-89 16,-1 3-231-16</inkml:trace>
  <inkml:trace contextRef="#ctx0" brushRef="#br0" timeOffset="1356.49">13644 5746 481 0,'0'0'617'0,"0"0"-429"0,0 0-103 0,0 0 46 16,0 0 9-16,0 0-22 0,0 0-60 16,7-7-50-16,-4 24 5 15,1 8 64-15,2 9-11 16,-3 11-13-16,-3 9-15 16,0 6 3-16,0 0-7 15,-3 0-21-15,-7-5-12 16,1-4 5-16,-4-5-6 15,2-7-52-15,-7-5-134 16,7-10-140-16,-1-10-299 0</inkml:trace>
  <inkml:trace contextRef="#ctx0" brushRef="#br0" timeOffset="1665.78">13652 5826 937 0,'0'0'250'0,"0"0"-118"16,0 0-47-16,44-87-5 15,-18 67-1-15,11 1-17 16,7 6-15-16,4 2 8 16,4 5 68-16,-3 6 9 15,-12 6-49-15,-13 23-74 16,-13 9 7-16,-11 10 25 15,-11 3 2-15,-17 4-6 0,-11-4 6 16,-6-7-27 0,-4-2 14-16,4-9-29 0,3-9 0 15,6-5-1-15,4-10-166 16,11-7-331-16,12-2-321 0</inkml:trace>
  <inkml:trace contextRef="#ctx0" brushRef="#br0" timeOffset="3364.12">14924 5733 108 0,'0'0'361'0,"0"0"-136"0,0 0 0 0,0 0 1 0,0 0-4 15,0 0-22-15,0 0-22 16,47-39-57-16,-47 39-77 16,-4 12-44-16,-11 11 25 15,-3 9 12-15,-2 8 13 16,2 1-30-16,1 7-7 16,5-3-6-16,9-2-5 0,3-8-1 15,3-7-1-15,17-7-10 16,12-10 9-16,8-7 1 15,7-4 10-15,6-4-10 16,5-13-10-16,1-7-5 16,-2-7 6-16,-5-2 9 15,-12-2 1-15,-8 2-1 16,-16-1 0-16,-14 2 0 16,-2-1-28-16,-25 2 9 15,-15 7-14-15,-8 10-10 16,-6 4 32-16,-1 10 10 15,-1 3-58-15,5 15-142 16,-6 16-62-16,15-4-122 16,10-5-230-16</inkml:trace>
  <inkml:trace contextRef="#ctx0" brushRef="#br0" timeOffset="3615.56">15121 5858 1013 0,'0'0'391'16,"0"0"-265"-16,0 0-87 16,0 0 50-16,0 0-22 15,0 0-10-15,0 0 50 16,54 31 9-16,-43-9-52 16,1 5-14-16,-6 3-12 0,3 0-20 15,-8 0-9-15,-1-2 0 16,0-2-2-16,0-2-7 15,0-3-9-15,0-9-108 16,44-6-122-16,-1-6-114 16,3 0-400-16</inkml:trace>
  <inkml:trace contextRef="#ctx0" brushRef="#br0" timeOffset="3981.7">16462 5700 1401 0,'0'0'531'16,"0"0"-487"-16,0 0-36 0,0 0 37 0,21 84 25 16,-8-40 8-16,4 7-43 0,-2 0-25 15,0-3-4 1,-2-7-6-16,-6-5-54 0,-7-6-142 15,0-11-331-15,-8-8-278 16</inkml:trace>
  <inkml:trace contextRef="#ctx0" brushRef="#br0" timeOffset="4247.29">16433 5698 932 0,'0'0'292'16,"0"0"-192"-16,0 0-9 16,97-65 24-16,-52 56 7 0,1 5-30 15,3 4 12-15,-6 0 4 16,-8 15-43-16,-15 7-36 16,-8 5-17-16,-12 7 8 15,-8-1 4-15,-20 1-9 16,-10-1-1-16,0-4 8 15,1-6-22-15,8-6-17 16,9-4-118-16,13-9-149 16,7-2-263-16,0-2-370 0</inkml:trace>
  <inkml:trace contextRef="#ctx0" brushRef="#br0" timeOffset="4530.06">17053 5740 933 0,'0'0'520'0,"0"0"-367"16,0 0 38-16,0 0 1 15,0 0-41-15,0 0-66 16,125-25-46-16,-73 21-17 16,3 2-7-16,-2 2-10 0,-9 0-5 15,-13 0-12 1,-22 4-105-16,-9 4-355 0,0 0-388 0</inkml:trace>
  <inkml:trace contextRef="#ctx0" brushRef="#br0" timeOffset="4798.58">17364 5578 1152 0,'0'0'268'0,"0"0"-188"0,0 0 101 15,117-5 8 1,-78 10-64-16,-3 13-30 0,-10 6-31 15,-11 6-26-15,-13 4-28 16,-2 4 4-16,-24 3-1 16,-9-3 0-16,-6-5 5 15,0-1-17-15,2-5-1 16,-1-6-182-16,9-5-360 16,11-13-228-16</inkml:trace>
  <inkml:trace contextRef="#ctx0" brushRef="#br0" timeOffset="5230.92">17992 5555 929 0,'0'0'316'0,"0"0"-195"16,0 0 15-16,0 0 55 16,0 0 3-16,0 0-97 15,0 0-49-15,-47 5 12 16,17 14-4-16,-2 8 12 16,2 7-15-16,7 2-2 15,6 3-7-15,7-1-31 16,10-3-5-16,0-5-7 0,8-3 1 15,16-9 5 1,7-5-5-16,8-7 20 0,6-6-21 16,4 0-1-1,-4-10-45-15,1-7-7 0,-9-4 10 16,-9-3 21-16,-9-2 6 16,-12 1-1-16,-7-2-5 15,0 1 12-15,-17 4 3 16,-3 3-4-16,-8 5-27 15,-6 9 9-15,-21 5-159 16,10 4-173-16,3 6-291 0</inkml:trace>
  <inkml:trace contextRef="#ctx0" brushRef="#br0" timeOffset="5528.68">18009 5721 962 0,'0'0'298'0,"0"0"-89"0,85 0 99 16,-52 11-88-16,-5 3-87 15,-4 7-38-15,-7 5-40 16,-7-1-23-16,-3 7 4 16,-6-2 17-16,-1-1 9 15,0 0-17-15,0-2-8 16,0-3 5-16,0-5-27 15,0-2 3-15,0-5-18 0,3-5 0 16,21-2 2-16,11-1-2 16,9-2-10-16,14-2-65 15,20 0-118-15,-12-6-283 16,-15-9-576-16</inkml:trace>
  <inkml:trace contextRef="#ctx0" brushRef="#br0" timeOffset="6594.25">14102 9473 1033 0,'0'0'395'0,"0"0"-255"0,0 0-99 0,0 0-12 0,0 111 47 16,0-52 13-16,0 8-40 16,0 0-18-16,0 0-16 15,0-5-14-15,0-9-1 16,0-9-22-16,-7-10-86 15,0-13-189-15,-6-9-304 0</inkml:trace>
  <inkml:trace contextRef="#ctx0" brushRef="#br0" timeOffset="6864.42">14163 9514 730 0,'0'0'215'0,"0"0"-135"16,89-38 14-16,-51 28 75 15,-4 8-18-15,-7 2-67 16,-9 9-30-16,-8 12-22 0,-8 6 31 16,-2 5 4-1,-10 2 9-15,-16 3-6 0,-5-2-14 16,1-2-34-16,-2-6-9 15,5-4-13-15,11-6-89 16,6-7-299-16,10-8-455 0</inkml:trace>
  <inkml:trace contextRef="#ctx0" brushRef="#br0" timeOffset="7277.61">15665 9404 1106 0,'0'0'327'0,"0"0"-219"0,0 0-44 16,0 0 66-16,0 0-47 15,0 0-55-15,0 0-17 16,-107 23 4-16,73 1 42 15,-3 4 9-15,4 5 20 16,4 3-8-16,6 3-29 16,10 1-18-16,7-2-22 15,6-9-6-15,13 0-3 16,18-11-1-16,7-8-1 16,10-7 2-16,6-3-2 15,3-12-85-15,1-11 16 16,-1-7-2-16,-14-5 9 15,-7-5 43-15,-18 0-1 0,-18-2-25 16,-5 4-30-16,-28 2-39 16,-14 9-13-16,-10 9 7 15,-30 18 36-15,14 5-112 16,8 13-137-16</inkml:trace>
  <inkml:trace contextRef="#ctx0" brushRef="#br0" timeOffset="7526.84">15558 9604 546 0,'0'0'676'0,"0"0"-418"0,0 0 17 16,113-20-86-16,-87 20-101 16,-4 0-38-16,-5 14 18 15,-2 5-6-15,-4 5-27 16,2 0-4-16,-7 3-4 15,4-5-5-15,-3 4-7 16,-2-5-3-16,0-4-11 16,1 0-1-16,3-3-9 15,8-4-111-15,34-7-111 16,-1-3-323-16,4 0-559 0</inkml:trace>
  <inkml:trace contextRef="#ctx0" brushRef="#br0" timeOffset="8010.12">17406 9340 393 0,'0'0'776'0,"0"0"-512"0,0 0-132 0,0 0 1 0,0 0-5 15,0 0-33-15,103-34-60 16,-56 30-20-16,1 2-5 16,1 2-9-16,-4 0 14 15,-5 5 33-15,-9 9-9 16,-5 7-18-16,-6 1-2 16,-5 2 12-16,-5 3-3 15,-6 0-3-15,-1-3-4 16,-3 3-2-16,0-1-9 15,-7-4-8-15,-6 1 6 0,-1-1-8 16,-4-2-87 0,-4 1-120-16,5-8-302 0,4-2-205 0</inkml:trace>
  <inkml:trace contextRef="#ctx0" brushRef="#br0" timeOffset="8509.51">18102 9401 1465 0,'0'0'342'0,"0"0"-282"16,0 0-22-16,0 0 47 0,20 113 9 15,-20-65-23-15,0 1-33 16,0-1-3-16,0-2-18 15,-6-7-10-15,-1-5-6 16,-2-8-1-16,-1-7-23 16,2-8-76-16,-2-8-52 15,0-3 15-15,0-1 40 16,0-16-17-16,7-7 52 16,-1-4 44-16,3-8 17 15,1-6 0-15,0-4 6 16,3-4 1-16,11-2-6 15,5-2 1-15,7 3-2 16,1 6 0-16,11 7-6 16,0 7 6-16,2 11 0 0,0 9 1 15,-5 8 17 1,-8 3 18-16,-5 3 46 0,-13 15-16 16,-9 8-2-16,-4 4 11 15,-23 2-4-15,-8 7-5 16,-12-5-6-16,2-2-12 15,-1-7-32-15,1-4 4 16,14-7-20-16,7-7-19 16,20-4-142-16,4-3-176 15,0 0-194-15</inkml:trace>
  <inkml:trace contextRef="#ctx0" brushRef="#br0" timeOffset="8925.48">18696 9367 1008 0,'0'0'372'0,"0"0"-240"0,0 0-50 15,0 0 49-15,0 0 9 16,0 0-27-16,63 82-47 15,-55-47-10-15,-1 5 1 16,-4-2 8-16,2 1-22 16,-2-9-18-16,1-6-24 0,-2-7 1 15,1-10 5-15,0-4-7 16,6-3 1-16,2 0 26 16,8-17-12-16,7-2-6 15,3-10-9-15,3-1-1 16,-1-7-13-16,0-1 5 15,-5-2-1-15,0-1-5 16,-10 4-8-16,-1 5 15 16,-8 8 8-16,-6 8 9 15,-1 12-9-15,0 4-15 16,0 0-101-16,-6 22 15 16,-6-2-279-16,4-2-535 0</inkml:trace>
  <inkml:trace contextRef="#ctx0" brushRef="#br0" timeOffset="9576.77">19624 9284 838 0,'0'0'507'0,"0"0"-361"15,0 0-93-15,0 0 18 16,0 0 103-16,0 0-66 0,0 0-38 16,16-17 15-16,-16 17 2 15,0 0-19-15,0 0-31 16,0 0 5-16,0 0 7 16,0 0-19-16,0 0-3 15,0 0 10-15,0 0 10 16,0 0-8-16,0 0-12 15,0 0-7-15,0 0 6 16,0-3-16-16,0 3 1 16,0 0-5-16,0 0-6 15,0 0 0-15,-4-1 9 16,-2-1-8-16,0 2 5 16,-2 0-6-16,-2 0-1 15,-4 0 0-15,-2 12 1 0,-6 7 0 16,1 10 6-16,-1 4 5 15,5 4-1-15,7 5-8 16,8-3-1-16,2-5 0 16,7-1-1-16,18-6 0 15,7-7 0-15,8-8 0 16,4-8 15-16,9-4-14 16,4 0-1-16,-2-5-5 15,0-14 5-15,-8-2 0 16,-9-4 0-16,-12-1-1 15,-16-4-10-15,-10-1-10 16,-7-6 3-16,-20-4 11 16,-7 6 7-16,-2-2 0 0,-1 6 0 15,0 11-1-15,4 9-9 16,0 9 10-16,5 2-1 16,-1 15-8-16,0 13-11 15,1 9-113-15,-14 19-194 16,12-7-334-16,3-7-112 0</inkml:trace>
  <inkml:trace contextRef="#ctx0" brushRef="#br0" timeOffset="9893.12">19521 9542 1109 0,'0'0'329'0,"0"0"-205"0,0 0 112 0,87-21-18 15,-51 17-56-15,5 1-31 0,1 3-8 16,-4 0-22-16,-7 10-40 16,-7 8-28-16,-9 6-5 15,-8 5 7-15,-7 1-1 16,0 2 9-16,-5 0 5 16,-12-3-17-16,-3-3-7 15,0-1-15-15,3-5 4 16,4-5-5-16,11-4-8 15,2-4-6-15,10-1 4 16,22-3 2-16,18-3 18 16,12 0-18-16,7 0-40 15,19 0-96-15,-16 0-174 0,-21-9-569 0</inkml:trace>
  <inkml:trace contextRef="#ctx0" brushRef="#br0" timeOffset="11074.2">13901 10673 933 0,'0'0'502'0,"0"0"-373"0,0 0-23 0,0 0 39 0,0 0 28 16,0 0-65-16,0 0-27 15,47-7-14-15,-9 4-13 16,10-8-17-16,26-1-17 16,0-1 6-16,6-1-5 15,0 1-6-15,-21 7-10 16,-4 1-5-16,-20 5-22 16,-19 0-85-16,-16 0-124 15,-18 12-135-15,-13 0-28 0,-3-1-320 16</inkml:trace>
  <inkml:trace contextRef="#ctx0" brushRef="#br0" timeOffset="11242.12">14193 10711 423 0,'0'0'683'0,"0"0"-502"16,0 0 19-16,0 0 94 15,0 0-20-15,0 0-84 16,27 103-61-16,-27-57-34 15,-10 4-51-15,-8 2-26 16,-4-1-18-16,0 4-77 0,4-15-288 16,5-10-698-16</inkml:trace>
  <inkml:trace contextRef="#ctx0" brushRef="#br0" timeOffset="14038.69">15590 10553 1069 0,'0'0'516'0,"0"0"-424"0,0 0-41 0,0 0 19 0,0 0 48 15,0 0-40-15,0 0-30 16,101-28-13-16,-75 22-4 16,3 3-14-16,4-7 0 15,4 5 1-15,5-3 0 0,6 0-1 16,6 1 0-1,3 0-9-15,-1-1 0 16,0 5-2-16,-8 0-1 0,-9 3-5 16,-7 0-1-16,-13 0-17 15,-12 0-115-15,-7 3-190 16,-15 5-188-16,-7-3-89 0</inkml:trace>
  <inkml:trace contextRef="#ctx0" brushRef="#br0" timeOffset="14438.77">16015 10512 485 0,'0'0'647'0,"0"0"-400"0,0 0-93 16,0 0 39-16,0 0 30 16,0 0-62-16,0 0-58 15,25 85-17-15,-40-45-2 16,-4 4-35-16,1-2-28 15,-1-2-14-15,0-7-6 16,3-5-1-16,2-4 0 16,2-9-2-16,2-3-18 15,1 0-56-15,1-6-82 16,3-2-27-16,-2-1-12 16,4 3-13-16,0-2-21 15,2-3 37-15,-2 4 16 16,2-2 28-16,-2-2 47 0,3 0 66 15,0-1 28-15,0 2 9 16,0-2 0-16,0 0 8 16,0 0 5-16,-2 0 8 15,0 0 7-15,2 0-20 16,0 0-7-16,-1 0-1 16,-1 0-17-16,0 0-24 15,-3 0-180-15</inkml:trace>
  <inkml:trace contextRef="#ctx0" brushRef="#br0" timeOffset="16558.47">18528 10450 874 0,'0'0'521'0,"0"0"-348"0,0 0-20 0,0 0 31 0,0 0-8 16,0 0-55-16,0 0-55 16,9-6-10-16,12 6 39 15,10 0-26-15,5 0-26 16,11 0-2-16,11 0 3 0,21-2-12 15,-3-7-11 1,4 4-4-16,-7-3-1 0,-22 3-9 16,0 2-6-16,-19 1-1 15,-14 2 0-15,-12 0-1 16,-6 0-32-16,0 0-37 16,-14 0-86-16,-27 10-133 15,6 1-364-15,1 0-281 0</inkml:trace>
  <inkml:trace contextRef="#ctx0" brushRef="#br0" timeOffset="16792.3">18869 10468 1160 0,'0'0'480'0,"0"0"-388"15,0 0 82-15,0 0 34 16,0 0-81-16,0 0-43 15,0 0 28-15,41 84-11 16,-41-42-21-16,-2 3-23 16,-10 3-22-16,5-2-24 15,-1-3-3-15,-1-5-8 16,-1-3-54-16,-8 0-227 16,3-9-333-16,2-9-521 0</inkml:trace>
  <inkml:trace contextRef="#ctx0" brushRef="#br0" timeOffset="21265.61">14069 11852 443 0,'0'0'303'0,"0"0"-153"0,0 0-88 16,0 0-17-16,0 0 24 15,0 0-10-15,0 0-35 0,-4 0-14 16,4 3 6-16,0 11 34 15,0-1 23-15,-2 7-1 16,-3 3 21-16,-1 4 0 16,-5 0-6-16,0 4-22 15,-6 3-11-15,2 6 25 16,-2 2-9-16,-1-1-7 16,3-1-20-16,0-3-16 15,3 0-12-15,4-10-14 16,-1-1 5-16,3-8-5 15,-1-5 5-15,2-4-6 16,-3-1-7-16,2-2-19 16,2 0-49-16,-3-6-58 15,1 0-41-15,-1 0-95 0,2-12-269 16</inkml:trace>
  <inkml:trace contextRef="#ctx0" brushRef="#br0" timeOffset="21749.09">13973 11837 715 0,'0'0'327'0,"0"0"-155"0,0 0-42 0,0 0-2 16,0 0 31-16,0 0-50 15,0 0-29-15,110-79-36 16,-78 68-19-16,3 2-12 16,4 2-1-16,0 1-3 15,-2 1 0-15,-5 2-7 0,-7 3-1 16,-8 0-1-16,-7 0-3 16,-4 0-7-16,-4 0-2 15,0 0 11-15,-2 5-9 16,0-2-15-16,0 3-28 15,0-2-34-15,0 5-39 16,2-1-57-16,-2 4-24 16,0 0-134-16,-6 0-334 0</inkml:trace>
  <inkml:trace contextRef="#ctx0" brushRef="#br0" timeOffset="22198.38">14140 12000 398 0,'0'0'387'0,"0"0"-198"0,0 0-113 16,0 0 79-16,0 0 57 15,0 0-65-15,0 0-35 16,0 0-17-16,0 0-2 16,0 0-14-16,-2 0-16 15,2 0-3-15,0 0-4 16,0 0-9-16,0 0-8 15,0 0-7-15,0 0-4 16,0 0-7-16,3-2-12 16,11 0 31-16,4-4-25 15,2-2 1-15,7 2-6 16,-3 2-1-16,-3-2-7 16,-2 6 5-16,-6-3-6 15,-3 3-1-15,-5 0 2 16,0 0 5-16,-5 0-7 0,0 0 6 15,0 0 0-15,0 0 6 16,0 0 3-16,0 0 1 16,0-4-9-16,0 4-5 15,0 0-1-15,0 0 3 16,0 0-4-16,0 0-16 16,0 0-52-16,0 0-67 15,0 0-120-15,-7 4-74 16,3-1-302-16</inkml:trace>
  <inkml:trace contextRef="#ctx0" brushRef="#br0" timeOffset="27229.15">15778 11761 22 0,'0'0'411'0,"0"0"-199"0,0 0-125 0,0 0-1 0,0 0 36 15,0 0 6-15,0 0-13 16,-9-26-17-16,9 19 8 16,0 4 10-16,0-5-17 15,0 5 9-15,0-6-22 16,3 2-7-16,6 4 1 15,3-5-21-15,1 2-6 16,7-1 1-16,5 1-11 16,9-5-15-16,8 4-7 15,6-3-10-15,9 1-9 16,0 1-1-16,-5 3 0 16,-3-1 1-16,-10 1-2 0,-10 2 0 15,-13 0 0-15,-8 3 0 16,-6 0-8-16,-2 0-30 15,-2 0-47-15,-13 0-9 16,-4 3-72-16,-3 5-21 16,-2 0 1-16,1 0-2 15,2 1-24-15,1-4 26 16,1 0 11-16,3 1-4 16,0-2 39-16,2-1 16 15,4-2 103-15,4-1 21 16,4 0 88-16,2 0 72 0,0 0-6 15,0 0-28 1,0 0-1-16,2 0 11 0,3-4 13 16,0 2 6-1,-2 0 8-15,-1 2-35 0,-2 0-51 16,0 18-11-16,0 6 58 16,0 6-23-16,-10 7-20 15,2 2-26-15,-1 5-19 16,-1-4-21-16,3-7-7 15,-1-3-6-15,0-6 4 16,-1 0-5-16,2-6 1 16,3-7-1-16,0 0-1 15,2-8 0-15,1 0-1 16,1-1 1-16,0-2-1 16,0 0 1-16,0 0-7 0,0 0 6 15,0 0 0-15,-2 0 0 16,2 0-6-16,0 0 7 15,-1 0-1-15,1 0 1 16,0 0 0-16,0 0-1 16,0 0 1-16,0 0 2 15,0 0-1-15,0 0 6 16,0 0-7-16,0 0 0 16,-2 0-11-16,1 0-29 15,-3 0-4-15,2 0-13 16,1-2-43-16,-1-1-30 15,2 3 9-15,-4-3-49 16,0 0-147-16,2-3-170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8234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24762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40459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79" name="Rectangle 178"/>
          <p:cNvSpPr/>
          <p:nvPr userDrawn="1"/>
        </p:nvSpPr>
        <p:spPr>
          <a:xfrm rot="5400000">
            <a:off x="-112141" y="2519805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71" name="Picture 17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34" y="882040"/>
            <a:ext cx="5564766" cy="3697873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55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181" name="TextBox 18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27" name="Rectangle 26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5E9B08-E83C-4AE8-AAEF-9FE4F4C2C5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/>
          <a:stretch/>
        </p:blipFill>
        <p:spPr>
          <a:xfrm>
            <a:off x="3577569" y="882041"/>
            <a:ext cx="5571891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7A3964C5-58DA-4136-AC3E-94E5C0CBE8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69" y="882041"/>
            <a:ext cx="5558210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27A1AE8-A56F-45BA-8BE3-A71E480221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2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23" y="889736"/>
            <a:ext cx="5529256" cy="3690177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372531AF-C7C4-47A6-9634-DFEDDA9FC2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60" y="889736"/>
            <a:ext cx="5531919" cy="3690178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76AAF61-AED4-4E30-953A-C1727674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5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72" y="891563"/>
            <a:ext cx="5532528" cy="368835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6C3F199-1A0A-4B12-AE2E-B375F813F4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3400" b="15213"/>
          <a:stretch/>
        </p:blipFill>
        <p:spPr>
          <a:xfrm flipH="1">
            <a:off x="763694" y="891563"/>
            <a:ext cx="8382259" cy="369641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1953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BA93BE3B-31F8-458A-9A8C-59855610FF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4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18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-154141" y="283773"/>
            <a:ext cx="625061" cy="57515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71" name="Text Placeholder 4"/>
          <p:cNvSpPr txBox="1">
            <a:spLocks/>
          </p:cNvSpPr>
          <p:nvPr userDrawn="1"/>
        </p:nvSpPr>
        <p:spPr>
          <a:xfrm>
            <a:off x="4662608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</a:t>
            </a:r>
          </a:p>
        </p:txBody>
      </p:sp>
      <p:sp>
        <p:nvSpPr>
          <p:cNvPr id="63" name="Rectangle 71"/>
          <p:cNvSpPr txBox="1">
            <a:spLocks noChangeArrowheads="1"/>
          </p:cNvSpPr>
          <p:nvPr userDrawn="1"/>
        </p:nvSpPr>
        <p:spPr bwMode="auto">
          <a:xfrm>
            <a:off x="4421706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4687360" y="4945062"/>
            <a:ext cx="0" cy="1271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DEFFE69-D5FF-4A87-B6F2-FB54E497FFA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65" y="4641142"/>
            <a:ext cx="855192" cy="3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3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4052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3751" r:id="rId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rgbClr val="724698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Myriad Pro" pitchFamily="34" charset="0"/>
        <a:buChar char="–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Courier New" pitchFamily="49" charset="0"/>
        <a:buChar char="o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 pitchFamily="34" charset="0"/>
        <a:buChar char="•"/>
        <a:defRPr sz="12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620" userDrawn="1">
          <p15:clr>
            <a:srgbClr val="F26B43"/>
          </p15:clr>
        </p15:guide>
        <p15:guide id="3" pos="5642" userDrawn="1">
          <p15:clr>
            <a:srgbClr val="F26B43"/>
          </p15:clr>
        </p15:guide>
        <p15:guide id="4" pos="11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2939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56970" y="2549813"/>
            <a:ext cx="492427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2D2DF18-524F-4CE9-B4ED-9E4A0879DD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249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lang="en-US" sz="2400" kern="1200" dirty="0">
          <a:solidFill>
            <a:srgbClr val="724698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56970" y="1987302"/>
            <a:ext cx="396196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>
            <a:lvl1pPr>
              <a:lnSpc>
                <a:spcPct val="90000"/>
              </a:lnSpc>
              <a:spcBef>
                <a:spcPts val="100"/>
              </a:spcBef>
              <a:buNone/>
              <a:defRPr sz="2400">
                <a:solidFill>
                  <a:srgbClr val="724698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64" name="Rectangle 163"/>
          <p:cNvSpPr/>
          <p:nvPr userDrawn="1"/>
        </p:nvSpPr>
        <p:spPr>
          <a:xfrm>
            <a:off x="356970" y="2549813"/>
            <a:ext cx="410029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109F89-EB5A-40FF-A12F-613D202AB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5010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27" y="2372866"/>
            <a:ext cx="6999309" cy="342900"/>
          </a:xfrm>
        </p:spPr>
        <p:txBody>
          <a:bodyPr/>
          <a:lstStyle/>
          <a:p>
            <a:r>
              <a:rPr lang="en-US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Propositional Logic</a:t>
            </a:r>
            <a:endParaRPr lang="en-US" sz="2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BDAB70-7A34-1F09-FB02-A4999B9278C1}"/>
              </a:ext>
            </a:extLst>
          </p:cNvPr>
          <p:cNvSpPr txBox="1">
            <a:spLocks/>
          </p:cNvSpPr>
          <p:nvPr/>
        </p:nvSpPr>
        <p:spPr>
          <a:xfrm>
            <a:off x="4605670" y="3998182"/>
            <a:ext cx="3854762" cy="3017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034EA2"/>
                </a:solidFill>
              </a:rPr>
              <a:t>Prof. Tarachand Amgoth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76C32B9-10B6-E691-28C9-BDD858B991A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58B8A9-05BB-EF9F-4232-62A7D5D5DCBD}"/>
              </a:ext>
            </a:extLst>
          </p:cNvPr>
          <p:cNvSpPr txBox="1">
            <a:spLocks/>
          </p:cNvSpPr>
          <p:nvPr/>
        </p:nvSpPr>
        <p:spPr>
          <a:xfrm>
            <a:off x="236987" y="123478"/>
            <a:ext cx="6999309" cy="3429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yriad Pro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Agents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7DCDCA-79D1-9617-9725-43E384679B8D}"/>
                  </a:ext>
                </a:extLst>
              </p14:cNvPr>
              <p14:cNvContentPartPr/>
              <p14:nvPr/>
            </p14:nvContentPartPr>
            <p14:xfrm>
              <a:off x="318240" y="1511640"/>
              <a:ext cx="8449920" cy="186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7DCDCA-79D1-9617-9725-43E384679B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880" y="1502280"/>
                <a:ext cx="8468640" cy="18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43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Propositional Logic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607885" y="1216132"/>
            <a:ext cx="77048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Propositional Logic?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000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Propositional logic (PL) is a formal system in logic that deals with propositions which can either be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true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false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0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in AI for reasoning about facts that can be either true or false.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D17130-77B9-1621-ABED-3E0051039880}"/>
                  </a:ext>
                </a:extLst>
              </p14:cNvPr>
              <p14:cNvContentPartPr/>
              <p14:nvPr/>
            </p14:nvContentPartPr>
            <p14:xfrm>
              <a:off x="2988000" y="2821320"/>
              <a:ext cx="5850000" cy="1310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D17130-77B9-1621-ABED-3E00510398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8640" y="2811960"/>
                <a:ext cx="5868720" cy="132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9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Syntax of Propositional Logic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482433" y="2177445"/>
            <a:ext cx="77048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Propositions: Variables that represent statements (e.g., </a:t>
            </a:r>
            <a:r>
              <a:rPr lang="en-IN" sz="2000" i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P, Q, R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Connectives: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( ∧ 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 ( ∨ 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( ¬ 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IMPLIES ( → 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IFF (If and Only If) ( ↔ )</a:t>
            </a:r>
          </a:p>
          <a:p>
            <a:pPr marL="914400" lvl="2"/>
            <a:endParaRPr lang="en-IN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8C90F5-933D-CAC3-357D-338B53741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733802"/>
            <a:ext cx="808458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Syntax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refers to the formal rules that govern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connectives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can be combined to form valid logical expressions, also known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well-formed formulas (WFF)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syntactically correct expression follows the rules of the logic system.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3EB3595-DA69-493C-FCD4-9877682BCBE3}"/>
                  </a:ext>
                </a:extLst>
              </p14:cNvPr>
              <p14:cNvContentPartPr/>
              <p14:nvPr/>
            </p14:nvContentPartPr>
            <p14:xfrm>
              <a:off x="1249920" y="2883600"/>
              <a:ext cx="6676200" cy="1747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3EB3595-DA69-493C-FCD4-9877682BCB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0560" y="2874240"/>
                <a:ext cx="6694920" cy="17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95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Syntax of Propositional Logic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8C90F5-933D-CAC3-357D-338B53741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733802"/>
            <a:ext cx="808458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Syntax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refers to the formal rules that govern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connectives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can be combined to form valid logical expressions, also known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well-formed formulas (WFF)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syntactically correct expression follows the rules of the logic system.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6DEB20-3E7A-4AFB-BF3A-AEC33632D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0" y="2139702"/>
            <a:ext cx="781236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Propositional Variables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Denoted by uppercase letters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representing basic propositions.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Connectives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( ∧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 ( ∨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( ¬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IMPLIES ( →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BICONDITIONAL ( ↔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Parentheses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Used to group expressions and define the order of operations (precedence).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 (P ∧ Q) → 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15E338-9611-1C2F-D4F0-4FAE59C4CEFB}"/>
                  </a:ext>
                </a:extLst>
              </p14:cNvPr>
              <p14:cNvContentPartPr/>
              <p14:nvPr/>
            </p14:nvContentPartPr>
            <p14:xfrm>
              <a:off x="2141640" y="1429920"/>
              <a:ext cx="6822720" cy="318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15E338-9611-1C2F-D4F0-4FAE59C4CE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2280" y="1420560"/>
                <a:ext cx="6841440" cy="32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40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Semantics of Propositional Logic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06331246-4BAD-2CAF-0C18-531AEA89C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933010"/>
            <a:ext cx="75608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Semantics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refers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propositional logic expressions. It determines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propositions and logical expressions based on their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While syntax defines the structure,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semantics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tells us what these structures mean in terms of truth.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ADF59B-80A3-C5A2-C85A-10AA1812F319}"/>
              </a:ext>
            </a:extLst>
          </p:cNvPr>
          <p:cNvSpPr txBox="1"/>
          <p:nvPr/>
        </p:nvSpPr>
        <p:spPr>
          <a:xfrm>
            <a:off x="683568" y="2618791"/>
            <a:ext cx="77048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Assignment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Each proposition in propositional logic is assigned a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value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either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True (T)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False (F)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values are used to evaluate the overall truth of compound propositions based on the connectives.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7E961F-7AAD-7D91-0EC3-5AC24566BA6B}"/>
                  </a:ext>
                </a:extLst>
              </p14:cNvPr>
              <p14:cNvContentPartPr/>
              <p14:nvPr/>
            </p14:nvContentPartPr>
            <p14:xfrm>
              <a:off x="3388680" y="1282320"/>
              <a:ext cx="4178160" cy="3357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7E961F-7AAD-7D91-0EC3-5AC24566BA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9320" y="1272960"/>
                <a:ext cx="4196880" cy="33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72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Semantics of Propositional Logic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06331246-4BAD-2CAF-0C18-531AEA89C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933010"/>
            <a:ext cx="75608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Semantics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refers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propositional logic expressions. It determines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propositions and logical expressions based on their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While syntax defines the structure,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semantics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tells us what these structures mean in terms of truth.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7F3B6-94DA-F437-73BD-400A9D7D70D7}"/>
              </a:ext>
            </a:extLst>
          </p:cNvPr>
          <p:cNvSpPr txBox="1"/>
          <p:nvPr/>
        </p:nvSpPr>
        <p:spPr>
          <a:xfrm>
            <a:off x="1115616" y="2571750"/>
            <a:ext cx="74168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of Semantic Evaluation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Given the following truth assignments: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= True, Q = False, R = True.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Evaluate the formula: </a:t>
            </a: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 ∧ ¬Q) → R</a:t>
            </a:r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1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¬Q = True (since Q = False).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2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 ∧ ¬Q = True ∧ True = True.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3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(P ∧ ¬Q) → R = True → True = True</a:t>
            </a:r>
            <a:r>
              <a:rPr lang="en-IN" sz="18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325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A Simple Knowledge Base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179511" y="843558"/>
            <a:ext cx="77048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Knowledge Base (KB)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set of sentences in propositional logic used to represent facts about the world.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of KB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P→Q (If it rains, the ground is wet)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(It is raining)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Use inference to determine if Q is true.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380DAF-D4C6-F69B-AF85-5EE901F0FEAA}"/>
                  </a:ext>
                </a:extLst>
              </p14:cNvPr>
              <p14:cNvContentPartPr/>
              <p14:nvPr/>
            </p14:nvContentPartPr>
            <p14:xfrm>
              <a:off x="520560" y="1999800"/>
              <a:ext cx="6745320" cy="246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380DAF-D4C6-F69B-AF85-5EE901F0FE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200" y="1990440"/>
                <a:ext cx="6764040" cy="24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448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A Simple Inference Procedure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179511" y="843558"/>
            <a:ext cx="770485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Definition</a:t>
            </a:r>
            <a:r>
              <a:rPr lang="en-IN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Inference is the process of deriving new sentences from existing ones.</a:t>
            </a:r>
          </a:p>
          <a:p>
            <a:endParaRPr lang="en-IN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lang="en-IN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Rule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If P→Q and P are true, then Q is true.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</a:t>
            </a: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1: P→Q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2: P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 Q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33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Model Checking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51508-5F25-5E45-3951-467E2196FE6B}"/>
              </a:ext>
            </a:extLst>
          </p:cNvPr>
          <p:cNvSpPr txBox="1"/>
          <p:nvPr/>
        </p:nvSpPr>
        <p:spPr>
          <a:xfrm>
            <a:off x="370662" y="771550"/>
            <a:ext cx="78737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Model Checking?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checking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verifies whether a given system or model satisfies certain properties. It systematically explores all possible states of the system to ensure that the property holds in every state.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9E6A7-9E6A-C2DE-6EA2-9CE791ACC516}"/>
              </a:ext>
            </a:extLst>
          </p:cNvPr>
          <p:cNvSpPr txBox="1"/>
          <p:nvPr/>
        </p:nvSpPr>
        <p:spPr>
          <a:xfrm>
            <a:off x="1187624" y="1995686"/>
            <a:ext cx="72728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Example Scenario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b="1" dirty="0">
                <a:solidFill>
                  <a:srgbClr val="C00000"/>
                </a:solidFill>
              </a:rPr>
              <a:t>System</a:t>
            </a:r>
            <a:r>
              <a:rPr lang="en-US" sz="2000" dirty="0">
                <a:solidFill>
                  <a:srgbClr val="C00000"/>
                </a:solidFill>
              </a:rPr>
              <a:t>: Consider a simple system where: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dirty="0">
                <a:solidFill>
                  <a:srgbClr val="C00000"/>
                </a:solidFill>
              </a:rPr>
              <a:t>: "It is raining."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Q</a:t>
            </a:r>
            <a:r>
              <a:rPr lang="en-US" sz="2000" dirty="0">
                <a:solidFill>
                  <a:srgbClr val="C00000"/>
                </a:solidFill>
              </a:rPr>
              <a:t>: "The ground is wet."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Property to Check</a:t>
            </a:r>
            <a:r>
              <a:rPr lang="en-US" sz="2000" dirty="0">
                <a:solidFill>
                  <a:srgbClr val="C00000"/>
                </a:solidFill>
              </a:rPr>
              <a:t>: We want to verify if the system always satisfies </a:t>
            </a:r>
            <a:r>
              <a:rPr lang="en-US" sz="2000" b="1" dirty="0">
                <a:solidFill>
                  <a:srgbClr val="C00000"/>
                </a:solidFill>
              </a:rPr>
              <a:t>P → Q</a:t>
            </a:r>
            <a:r>
              <a:rPr lang="en-US" sz="2000" dirty="0">
                <a:solidFill>
                  <a:srgbClr val="C00000"/>
                </a:solidFill>
              </a:rPr>
              <a:t> (If it is raining, the ground must be wet).</a:t>
            </a:r>
          </a:p>
        </p:txBody>
      </p:sp>
    </p:spTree>
    <p:extLst>
      <p:ext uri="{BB962C8B-B14F-4D97-AF65-F5344CB8AC3E}">
        <p14:creationId xmlns:p14="http://schemas.microsoft.com/office/powerpoint/2010/main" val="11672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Model Checking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51508-5F25-5E45-3951-467E2196FE6B}"/>
              </a:ext>
            </a:extLst>
          </p:cNvPr>
          <p:cNvSpPr txBox="1"/>
          <p:nvPr/>
        </p:nvSpPr>
        <p:spPr>
          <a:xfrm>
            <a:off x="357596" y="771550"/>
            <a:ext cx="77427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Model Checking?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checking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verifies whether a given system or model satisfies certain properties. It systematically explores all possible states of the system to ensure that the property holds in every state.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1C76E-CBB4-1530-5469-30873F06B4B0}"/>
              </a:ext>
            </a:extLst>
          </p:cNvPr>
          <p:cNvSpPr txBox="1"/>
          <p:nvPr/>
        </p:nvSpPr>
        <p:spPr>
          <a:xfrm>
            <a:off x="827584" y="2197189"/>
            <a:ext cx="77768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</a:rPr>
              <a:t>Analysis of the Truth Table</a:t>
            </a:r>
            <a:r>
              <a:rPr lang="en-US" sz="1800" dirty="0">
                <a:solidFill>
                  <a:srgbClr val="C00000"/>
                </a:solidFill>
              </a:rPr>
              <a:t>: </a:t>
            </a:r>
            <a:r>
              <a:rPr lang="en-US" sz="1800" b="1" dirty="0">
                <a:solidFill>
                  <a:srgbClr val="C00000"/>
                </a:solidFill>
              </a:rPr>
              <a:t>Row 1</a:t>
            </a:r>
            <a:r>
              <a:rPr lang="en-US" sz="1800" dirty="0">
                <a:solidFill>
                  <a:srgbClr val="C00000"/>
                </a:solidFill>
              </a:rPr>
              <a:t>: When </a:t>
            </a:r>
            <a:r>
              <a:rPr lang="en-US" sz="1800" b="1" dirty="0">
                <a:solidFill>
                  <a:srgbClr val="C00000"/>
                </a:solidFill>
              </a:rPr>
              <a:t>P = True</a:t>
            </a:r>
            <a:r>
              <a:rPr lang="en-US" sz="1800" dirty="0">
                <a:solidFill>
                  <a:srgbClr val="C00000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Q = True</a:t>
            </a:r>
            <a:r>
              <a:rPr lang="en-US" sz="1800" dirty="0">
                <a:solidFill>
                  <a:srgbClr val="C00000"/>
                </a:solidFill>
              </a:rPr>
              <a:t>, the implication </a:t>
            </a:r>
            <a:r>
              <a:rPr lang="en-US" sz="1800" b="1" dirty="0">
                <a:solidFill>
                  <a:srgbClr val="C00000"/>
                </a:solidFill>
              </a:rPr>
              <a:t>P → Q</a:t>
            </a:r>
            <a:r>
              <a:rPr lang="en-US" sz="1800" dirty="0">
                <a:solidFill>
                  <a:srgbClr val="C00000"/>
                </a:solidFill>
              </a:rPr>
              <a:t> is </a:t>
            </a:r>
            <a:r>
              <a:rPr lang="en-US" sz="1800" b="1" dirty="0">
                <a:solidFill>
                  <a:srgbClr val="C00000"/>
                </a:solidFill>
              </a:rPr>
              <a:t>True</a:t>
            </a:r>
            <a:r>
              <a:rPr lang="en-US" sz="1800" dirty="0">
                <a:solidFill>
                  <a:srgbClr val="C00000"/>
                </a:solidFill>
              </a:rPr>
              <a:t> (the system satisfies the property).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</a:rPr>
              <a:t>Row 2</a:t>
            </a:r>
            <a:r>
              <a:rPr lang="en-US" sz="1800" dirty="0">
                <a:solidFill>
                  <a:srgbClr val="C00000"/>
                </a:solidFill>
              </a:rPr>
              <a:t>: When </a:t>
            </a:r>
            <a:r>
              <a:rPr lang="en-US" sz="1800" b="1" dirty="0">
                <a:solidFill>
                  <a:srgbClr val="C00000"/>
                </a:solidFill>
              </a:rPr>
              <a:t>P = True</a:t>
            </a:r>
            <a:r>
              <a:rPr lang="en-US" sz="1800" dirty="0">
                <a:solidFill>
                  <a:srgbClr val="C00000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Q = False</a:t>
            </a:r>
            <a:r>
              <a:rPr lang="en-US" sz="1800" dirty="0">
                <a:solidFill>
                  <a:srgbClr val="C00000"/>
                </a:solidFill>
              </a:rPr>
              <a:t>, the implication </a:t>
            </a:r>
            <a:r>
              <a:rPr lang="en-US" sz="1800" b="1" dirty="0">
                <a:solidFill>
                  <a:srgbClr val="C00000"/>
                </a:solidFill>
              </a:rPr>
              <a:t>P → Q</a:t>
            </a:r>
            <a:r>
              <a:rPr lang="en-US" sz="1800" dirty="0">
                <a:solidFill>
                  <a:srgbClr val="C00000"/>
                </a:solidFill>
              </a:rPr>
              <a:t> is </a:t>
            </a:r>
            <a:r>
              <a:rPr lang="en-US" sz="1800" b="1" dirty="0">
                <a:solidFill>
                  <a:srgbClr val="C00000"/>
                </a:solidFill>
              </a:rPr>
              <a:t>False</a:t>
            </a:r>
            <a:r>
              <a:rPr lang="en-US" sz="1800" dirty="0">
                <a:solidFill>
                  <a:srgbClr val="C00000"/>
                </a:solidFill>
              </a:rPr>
              <a:t> (the system fails to satisfy the property).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</a:rPr>
              <a:t>Row 3</a:t>
            </a:r>
            <a:r>
              <a:rPr lang="en-US" sz="1800" dirty="0">
                <a:solidFill>
                  <a:srgbClr val="C00000"/>
                </a:solidFill>
              </a:rPr>
              <a:t>: When </a:t>
            </a:r>
            <a:r>
              <a:rPr lang="en-US" sz="1800" b="1" dirty="0">
                <a:solidFill>
                  <a:srgbClr val="C00000"/>
                </a:solidFill>
              </a:rPr>
              <a:t>P = False</a:t>
            </a:r>
            <a:r>
              <a:rPr lang="en-US" sz="1800" dirty="0">
                <a:solidFill>
                  <a:srgbClr val="C00000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Q = True</a:t>
            </a:r>
            <a:r>
              <a:rPr lang="en-US" sz="1800" dirty="0">
                <a:solidFill>
                  <a:srgbClr val="C00000"/>
                </a:solidFill>
              </a:rPr>
              <a:t>, the implication </a:t>
            </a:r>
            <a:r>
              <a:rPr lang="en-US" sz="1800" b="1" dirty="0">
                <a:solidFill>
                  <a:srgbClr val="C00000"/>
                </a:solidFill>
              </a:rPr>
              <a:t>P → Q</a:t>
            </a:r>
            <a:r>
              <a:rPr lang="en-US" sz="1800" dirty="0">
                <a:solidFill>
                  <a:srgbClr val="C00000"/>
                </a:solidFill>
              </a:rPr>
              <a:t> is </a:t>
            </a:r>
            <a:r>
              <a:rPr lang="en-US" sz="1800" b="1" dirty="0">
                <a:solidFill>
                  <a:srgbClr val="C00000"/>
                </a:solidFill>
              </a:rPr>
              <a:t>True</a:t>
            </a:r>
            <a:r>
              <a:rPr lang="en-US" sz="1800" dirty="0">
                <a:solidFill>
                  <a:srgbClr val="C00000"/>
                </a:solidFill>
              </a:rPr>
              <a:t> (because the premise is false, the implication holds).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</a:rPr>
              <a:t>Row 4</a:t>
            </a:r>
            <a:r>
              <a:rPr lang="en-US" sz="1800" dirty="0">
                <a:solidFill>
                  <a:srgbClr val="C00000"/>
                </a:solidFill>
              </a:rPr>
              <a:t>: When </a:t>
            </a:r>
            <a:r>
              <a:rPr lang="en-US" sz="1800" b="1" dirty="0">
                <a:solidFill>
                  <a:srgbClr val="C00000"/>
                </a:solidFill>
              </a:rPr>
              <a:t>P = False</a:t>
            </a:r>
            <a:r>
              <a:rPr lang="en-US" sz="1800" dirty="0">
                <a:solidFill>
                  <a:srgbClr val="C00000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Q = False</a:t>
            </a:r>
            <a:r>
              <a:rPr lang="en-US" sz="1800" dirty="0">
                <a:solidFill>
                  <a:srgbClr val="C00000"/>
                </a:solidFill>
              </a:rPr>
              <a:t>, the implication </a:t>
            </a:r>
            <a:r>
              <a:rPr lang="en-US" sz="1800" b="1" dirty="0">
                <a:solidFill>
                  <a:srgbClr val="C00000"/>
                </a:solidFill>
              </a:rPr>
              <a:t>P → Q</a:t>
            </a:r>
            <a:r>
              <a:rPr lang="en-US" sz="1800" dirty="0">
                <a:solidFill>
                  <a:srgbClr val="C00000"/>
                </a:solidFill>
              </a:rPr>
              <a:t> is </a:t>
            </a:r>
            <a:r>
              <a:rPr lang="en-US" sz="1800" b="1" dirty="0">
                <a:solidFill>
                  <a:srgbClr val="C00000"/>
                </a:solidFill>
              </a:rPr>
              <a:t>True</a:t>
            </a:r>
            <a:r>
              <a:rPr lang="en-US" sz="1800" dirty="0">
                <a:solidFill>
                  <a:srgbClr val="C00000"/>
                </a:solidFill>
              </a:rPr>
              <a:t> (again, because the premise is false, the implication holds).</a:t>
            </a:r>
          </a:p>
        </p:txBody>
      </p:sp>
    </p:spTree>
    <p:extLst>
      <p:ext uri="{BB962C8B-B14F-4D97-AF65-F5344CB8AC3E}">
        <p14:creationId xmlns:p14="http://schemas.microsoft.com/office/powerpoint/2010/main" val="410846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Propositional Theorem Proving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179511" y="843558"/>
            <a:ext cx="77048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Definition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Theorem proving involves determining whether a given statement can be derived from the knowledge base using logical rules.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Without consulting Model checking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01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Concepts for Propositional Theorem Proving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179511" y="843558"/>
            <a:ext cx="77048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Equivalence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Validity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Tautologies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Satisfiability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09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Logical Equivalence 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8F650-F80B-C5CA-CDBB-696AFAD7789B}"/>
              </a:ext>
            </a:extLst>
          </p:cNvPr>
          <p:cNvSpPr txBox="1"/>
          <p:nvPr/>
        </p:nvSpPr>
        <p:spPr>
          <a:xfrm>
            <a:off x="534803" y="771550"/>
            <a:ext cx="72728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Logical Equivalence?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:Two logical statements are </a:t>
            </a: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logically equivalent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if they have the same </a:t>
            </a: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value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 every possible truth assignment.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Denoted as: </a:t>
            </a: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≡ Q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means that P and Q are equivalent.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equivalence allows us to </a:t>
            </a:r>
            <a:r>
              <a:rPr lang="en-US" sz="2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replace</a:t>
            </a:r>
            <a:r>
              <a:rPr lang="en-US" sz="20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one expression with another in a logical formula without changing its truth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9A9443-D8E2-B6AF-A01E-9647C1D8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41" y="3091375"/>
            <a:ext cx="6472146" cy="47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Tautology and Contradiction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07AB7A-3977-8FB1-D254-530E1CA03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99542"/>
            <a:ext cx="61206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tautology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formula or logical statement that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always true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regardless of the truth values of the individual propositions involved.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Denoted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⊤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∨ ¬P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(either P is true. or P is false, making the statement always true).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FA16CBA-8F24-2D65-3974-DB4FDB957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316" y="2828131"/>
            <a:ext cx="56141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contradiction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formula or logical statement that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always false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no matter what truth values the individual propositions take.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Denoted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∧ ¬P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(a proposition cannot be both true and false at the same time).</a:t>
            </a:r>
          </a:p>
        </p:txBody>
      </p:sp>
    </p:spTree>
    <p:extLst>
      <p:ext uri="{BB962C8B-B14F-4D97-AF65-F5344CB8AC3E}">
        <p14:creationId xmlns:p14="http://schemas.microsoft.com/office/powerpoint/2010/main" val="232461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Satisfiability and Validity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77F0E7B-4669-50FC-58C3-662C9C728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82" y="699542"/>
            <a:ext cx="74523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 formula is satisfiable if there is at least one assignment of truth values to the variables that makes the formula true.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 formula is valid if it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true under all possible truth assignments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(i.e., a tautology).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formula P ∨ ¬P is always true, making it a valid formula (tautology).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B763F4-AC2B-59ED-EBDE-AE53BA18A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55" y="3680206"/>
            <a:ext cx="6716597" cy="301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2B7685-0E53-007E-9D90-3A5D24EFA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25" y="4258529"/>
            <a:ext cx="4822911" cy="2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5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Inference and Proofs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DA539E-EED4-E31F-33D5-8B487AB427D2}"/>
              </a:ext>
            </a:extLst>
          </p:cNvPr>
          <p:cNvSpPr txBox="1"/>
          <p:nvPr/>
        </p:nvSpPr>
        <p:spPr>
          <a:xfrm>
            <a:off x="344781" y="910943"/>
            <a:ext cx="7128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Inference in Propositional Logic?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Inference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the process of 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deriving new conclusions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from existing premises using 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rules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propositional logic, inference allows us to establish whether a statement follows logically from others, using inference rules like 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Tollens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goal of inference is to make valid conclusions based on known facts or axioms.</a:t>
            </a:r>
          </a:p>
        </p:txBody>
      </p:sp>
    </p:spTree>
    <p:extLst>
      <p:ext uri="{BB962C8B-B14F-4D97-AF65-F5344CB8AC3E}">
        <p14:creationId xmlns:p14="http://schemas.microsoft.com/office/powerpoint/2010/main" val="3937238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Inference and Proofs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5A377-EB70-7EA0-65D7-1F30807E2121}"/>
              </a:ext>
            </a:extLst>
          </p:cNvPr>
          <p:cNvSpPr txBox="1"/>
          <p:nvPr/>
        </p:nvSpPr>
        <p:spPr>
          <a:xfrm>
            <a:off x="1043608" y="721614"/>
            <a:ext cx="67687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of an Inference and Proof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If it is raining, the ground will be wet.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 → R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If the ground is wet, the grass will grow.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It is raining.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Proof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From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we infer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(the ground is wet) using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From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 → R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we infer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(the grass will grow) using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 grass will grow (R).</a:t>
            </a:r>
          </a:p>
        </p:txBody>
      </p:sp>
    </p:spTree>
    <p:extLst>
      <p:ext uri="{BB962C8B-B14F-4D97-AF65-F5344CB8AC3E}">
        <p14:creationId xmlns:p14="http://schemas.microsoft.com/office/powerpoint/2010/main" val="2330734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Inference and Proofs 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3C741-1387-60D6-1917-492DC2264923}"/>
              </a:ext>
            </a:extLst>
          </p:cNvPr>
          <p:cNvSpPr txBox="1"/>
          <p:nvPr/>
        </p:nvSpPr>
        <p:spPr>
          <a:xfrm>
            <a:off x="899592" y="837319"/>
            <a:ext cx="6840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Modus Tollens?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Tollens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fundamental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inference rule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 propositional logic.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allows us to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infer the negation of a premise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from a conditional statement and the negation of its conclusion.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Structure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(If P, then Q).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¬Q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(Q is false).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0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¬P</a:t>
            </a:r>
            <a:r>
              <a:rPr lang="en-US" sz="20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(Therefore, P must be false).</a:t>
            </a:r>
          </a:p>
        </p:txBody>
      </p:sp>
    </p:spTree>
    <p:extLst>
      <p:ext uri="{BB962C8B-B14F-4D97-AF65-F5344CB8AC3E}">
        <p14:creationId xmlns:p14="http://schemas.microsoft.com/office/powerpoint/2010/main" val="190955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31117-E534-50E6-F68C-10CC388FAB17}"/>
              </a:ext>
            </a:extLst>
          </p:cNvPr>
          <p:cNvSpPr txBox="1">
            <a:spLocks/>
          </p:cNvSpPr>
          <p:nvPr/>
        </p:nvSpPr>
        <p:spPr>
          <a:xfrm>
            <a:off x="179512" y="195486"/>
            <a:ext cx="1944216" cy="432048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524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Final TCS50_Corp PPT Template 2018_16x9_250618" id="{DB7AFD64-426C-4E36-9D07-50802EF75488}" vid="{907340DD-877F-4B54-96D9-C57E74D23287}"/>
    </a:ext>
  </a:extLst>
</a:theme>
</file>

<file path=ppt/theme/theme2.xml><?xml version="1.0" encoding="utf-8"?>
<a:theme xmlns:a="http://schemas.openxmlformats.org/drawingml/2006/main" name="2_Section Header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3.xml><?xml version="1.0" encoding="utf-8"?>
<a:theme xmlns:a="http://schemas.openxmlformats.org/drawingml/2006/main" name="2_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1D58A44272E40AE2FBCEDA96F816B" ma:contentTypeVersion="0" ma:contentTypeDescription="Create a new document." ma:contentTypeScope="" ma:versionID="01e8ac6b750e5908eeca9f0b57c10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8259F1-D46F-4C1F-B26F-8AF262256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C8B173-9972-4D14-A3AC-BB811AEEC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6A22B0-BCBA-4EBF-85DA-1389332CD9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57742</TotalTime>
  <Words>1346</Words>
  <Application>Microsoft Office PowerPoint</Application>
  <PresentationFormat>On-screen Show (16:9)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Myriad Pro</vt:lpstr>
      <vt:lpstr>Wingdings</vt:lpstr>
      <vt:lpstr>Corp PPT Template 2017_16x9</vt:lpstr>
      <vt:lpstr>2_Section Header</vt:lpstr>
      <vt:lpstr>2_Thank You</vt:lpstr>
      <vt:lpstr>PowerPoint Presentation</vt:lpstr>
      <vt:lpstr>Propositional Logic   </vt:lpstr>
      <vt:lpstr>Syntax of Propositional Logic   </vt:lpstr>
      <vt:lpstr>Syntax of Propositional Logic   </vt:lpstr>
      <vt:lpstr>Semantics of Propositional Logic    </vt:lpstr>
      <vt:lpstr>Semantics of Propositional Logic    </vt:lpstr>
      <vt:lpstr>A Simple Knowledge Base   </vt:lpstr>
      <vt:lpstr>A Simple Inference Procedure   </vt:lpstr>
      <vt:lpstr>Model Checking   </vt:lpstr>
      <vt:lpstr>Model Checking   </vt:lpstr>
      <vt:lpstr>Propositional Theorem Proving   </vt:lpstr>
      <vt:lpstr>Concepts for Propositional Theorem Proving   </vt:lpstr>
      <vt:lpstr>Logical Equivalence    </vt:lpstr>
      <vt:lpstr>Tautology and Contradiction   </vt:lpstr>
      <vt:lpstr>Satisfiability and Validity   </vt:lpstr>
      <vt:lpstr>Inference and Proofs   </vt:lpstr>
      <vt:lpstr>Inference and Proofs   </vt:lpstr>
      <vt:lpstr>Inference and Proofs   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Tarachand Amgoth</cp:lastModifiedBy>
  <cp:revision>1356</cp:revision>
  <dcterms:created xsi:type="dcterms:W3CDTF">2015-09-29T05:13:53Z</dcterms:created>
  <dcterms:modified xsi:type="dcterms:W3CDTF">2025-10-22T13:27:13Z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0x0101009D21D58A44272E40AE2FBCEDA96F816B</vt:lpwstr>
  </property>
</Properties>
</file>