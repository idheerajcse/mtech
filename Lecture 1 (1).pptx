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7" r:id="rId4"/>
    <p:sldMasterId id="2147484036" r:id="rId5"/>
    <p:sldMasterId id="2147484038" r:id="rId6"/>
  </p:sldMasterIdLst>
  <p:notesMasterIdLst>
    <p:notesMasterId r:id="rId32"/>
  </p:notesMasterIdLst>
  <p:handoutMasterIdLst>
    <p:handoutMasterId r:id="rId33"/>
  </p:handoutMasterIdLst>
  <p:sldIdLst>
    <p:sldId id="256" r:id="rId7"/>
    <p:sldId id="326" r:id="rId8"/>
    <p:sldId id="327" r:id="rId9"/>
    <p:sldId id="328" r:id="rId10"/>
    <p:sldId id="329" r:id="rId11"/>
    <p:sldId id="332" r:id="rId12"/>
    <p:sldId id="333" r:id="rId13"/>
    <p:sldId id="334" r:id="rId14"/>
    <p:sldId id="335" r:id="rId15"/>
    <p:sldId id="337" r:id="rId16"/>
    <p:sldId id="339" r:id="rId17"/>
    <p:sldId id="340" r:id="rId18"/>
    <p:sldId id="341" r:id="rId19"/>
    <p:sldId id="342" r:id="rId20"/>
    <p:sldId id="344" r:id="rId21"/>
    <p:sldId id="343" r:id="rId22"/>
    <p:sldId id="345" r:id="rId23"/>
    <p:sldId id="346" r:id="rId24"/>
    <p:sldId id="347" r:id="rId25"/>
    <p:sldId id="348" r:id="rId26"/>
    <p:sldId id="349" r:id="rId27"/>
    <p:sldId id="350" r:id="rId28"/>
    <p:sldId id="351" r:id="rId29"/>
    <p:sldId id="352" r:id="rId30"/>
    <p:sldId id="258" r:id="rId31"/>
  </p:sldIdLst>
  <p:sldSz cx="9144000" cy="5143500" type="screen16x9"/>
  <p:notesSz cx="6858000" cy="9144000"/>
  <p:defaultText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4" pos="2880">
          <p15:clr>
            <a:srgbClr val="A4A3A4"/>
          </p15:clr>
        </p15:guide>
        <p15:guide id="5" orient="horz" pos="162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uva  Pardesi" initials="AP" lastIdx="11" clrIdx="0">
    <p:extLst>
      <p:ext uri="{19B8F6BF-5375-455C-9EA6-DF929625EA0E}">
        <p15:presenceInfo xmlns:p15="http://schemas.microsoft.com/office/powerpoint/2012/main" userId="S-1-5-21-1801674531-1177238915-682003330-2129570" providerId="AD"/>
      </p:ext>
    </p:extLst>
  </p:cmAuthor>
  <p:cmAuthor id="2" name="Peshaan Khajotia" initials="PK" lastIdx="53" clrIdx="1">
    <p:extLst>
      <p:ext uri="{19B8F6BF-5375-455C-9EA6-DF929625EA0E}">
        <p15:presenceInfo xmlns:p15="http://schemas.microsoft.com/office/powerpoint/2012/main" userId="S-1-5-21-1801674531-1177238915-682003330-222180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4EA2"/>
    <a:srgbClr val="037CA7"/>
    <a:srgbClr val="93478C"/>
    <a:srgbClr val="D53E85"/>
    <a:srgbClr val="612C91"/>
    <a:srgbClr val="007DC5"/>
    <a:srgbClr val="F15A2D"/>
    <a:srgbClr val="724698"/>
    <a:srgbClr val="262626"/>
    <a:srgbClr val="07BA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31E51F-82CB-4881-83B0-5F9F7E42F7EE}" v="2" dt="2025-10-22T13:13:52.921"/>
  </p1510:revLst>
</p1510:revInfo>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381" autoAdjust="0"/>
    <p:restoredTop sz="93741" autoAdjust="0"/>
  </p:normalViewPr>
  <p:slideViewPr>
    <p:cSldViewPr snapToObjects="1">
      <p:cViewPr varScale="1">
        <p:scale>
          <a:sx n="84" d="100"/>
          <a:sy n="84" d="100"/>
        </p:scale>
        <p:origin x="1120" y="56"/>
      </p:cViewPr>
      <p:guideLst>
        <p:guide pos="2880"/>
        <p:guide orient="horz" pos="1620"/>
      </p:guideLst>
    </p:cSldViewPr>
  </p:slideViewPr>
  <p:outlineViewPr>
    <p:cViewPr>
      <p:scale>
        <a:sx n="33" d="100"/>
        <a:sy n="33" d="100"/>
      </p:scale>
      <p:origin x="0" y="0"/>
    </p:cViewPr>
  </p:outlineViewPr>
  <p:notesTextViewPr>
    <p:cViewPr>
      <p:scale>
        <a:sx n="66" d="100"/>
        <a:sy n="66" d="100"/>
      </p:scale>
      <p:origin x="0" y="0"/>
    </p:cViewPr>
  </p:notesTextViewPr>
  <p:sorterViewPr>
    <p:cViewPr varScale="1">
      <p:scale>
        <a:sx n="100" d="100"/>
        <a:sy n="100" d="100"/>
      </p:scale>
      <p:origin x="0" y="0"/>
    </p:cViewPr>
  </p:sorterViewPr>
  <p:notesViewPr>
    <p:cSldViewPr snapToObjects="1" showGuides="1">
      <p:cViewPr varScale="1">
        <p:scale>
          <a:sx n="50" d="100"/>
          <a:sy n="50" d="100"/>
        </p:scale>
        <p:origin x="2708"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microsoft.com/office/2016/11/relationships/changesInfo" Target="changesInfos/changesInfo1.xml"/><Relationship Id="rId21" Type="http://schemas.openxmlformats.org/officeDocument/2006/relationships/slide" Target="slides/slide15.xml"/><Relationship Id="rId34" Type="http://schemas.openxmlformats.org/officeDocument/2006/relationships/commentAuthors" Target="commen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notesMaster" Target="notesMasters/notesMaster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presProps" Target="presProps.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rachand Amgoth" userId="ea017c71-c3c5-459d-b04b-915c0e816ad1" providerId="ADAL" clId="{B46EE4E9-ACEE-4AD4-BABA-713776423D28}"/>
    <pc:docChg chg="modSld">
      <pc:chgData name="Tarachand Amgoth" userId="ea017c71-c3c5-459d-b04b-915c0e816ad1" providerId="ADAL" clId="{B46EE4E9-ACEE-4AD4-BABA-713776423D28}" dt="2025-10-22T13:13:52.921" v="3"/>
      <pc:docMkLst>
        <pc:docMk/>
      </pc:docMkLst>
      <pc:sldChg chg="addSp">
        <pc:chgData name="Tarachand Amgoth" userId="ea017c71-c3c5-459d-b04b-915c0e816ad1" providerId="ADAL" clId="{B46EE4E9-ACEE-4AD4-BABA-713776423D28}" dt="2025-10-22T12:58:30.850" v="0"/>
        <pc:sldMkLst>
          <pc:docMk/>
          <pc:sldMk cId="2611437373" sldId="256"/>
        </pc:sldMkLst>
        <pc:inkChg chg="add">
          <ac:chgData name="Tarachand Amgoth" userId="ea017c71-c3c5-459d-b04b-915c0e816ad1" providerId="ADAL" clId="{B46EE4E9-ACEE-4AD4-BABA-713776423D28}" dt="2025-10-22T12:58:30.850" v="0"/>
          <ac:inkMkLst>
            <pc:docMk/>
            <pc:sldMk cId="2611437373" sldId="256"/>
            <ac:inkMk id="5" creationId="{92A180A8-DD87-F167-A97A-863B307294C9}"/>
          </ac:inkMkLst>
        </pc:inkChg>
      </pc:sldChg>
      <pc:sldChg chg="addSp">
        <pc:chgData name="Tarachand Amgoth" userId="ea017c71-c3c5-459d-b04b-915c0e816ad1" providerId="ADAL" clId="{B46EE4E9-ACEE-4AD4-BABA-713776423D28}" dt="2025-10-22T12:58:30.850" v="0"/>
        <pc:sldMkLst>
          <pc:docMk/>
          <pc:sldMk cId="2862923213" sldId="326"/>
        </pc:sldMkLst>
        <pc:inkChg chg="add">
          <ac:chgData name="Tarachand Amgoth" userId="ea017c71-c3c5-459d-b04b-915c0e816ad1" providerId="ADAL" clId="{B46EE4E9-ACEE-4AD4-BABA-713776423D28}" dt="2025-10-22T12:58:30.850" v="0"/>
          <ac:inkMkLst>
            <pc:docMk/>
            <pc:sldMk cId="2862923213" sldId="326"/>
            <ac:inkMk id="7" creationId="{A9A8A0BB-9BF1-2227-80C1-5C7F4BC72394}"/>
          </ac:inkMkLst>
        </pc:inkChg>
      </pc:sldChg>
      <pc:sldChg chg="addSp">
        <pc:chgData name="Tarachand Amgoth" userId="ea017c71-c3c5-459d-b04b-915c0e816ad1" providerId="ADAL" clId="{B46EE4E9-ACEE-4AD4-BABA-713776423D28}" dt="2025-10-22T12:58:30.850" v="0"/>
        <pc:sldMkLst>
          <pc:docMk/>
          <pc:sldMk cId="3707492672" sldId="327"/>
        </pc:sldMkLst>
        <pc:inkChg chg="add">
          <ac:chgData name="Tarachand Amgoth" userId="ea017c71-c3c5-459d-b04b-915c0e816ad1" providerId="ADAL" clId="{B46EE4E9-ACEE-4AD4-BABA-713776423D28}" dt="2025-10-22T12:58:30.850" v="0"/>
          <ac:inkMkLst>
            <pc:docMk/>
            <pc:sldMk cId="3707492672" sldId="327"/>
            <ac:inkMk id="4" creationId="{13B3D828-2FCF-288D-B5FA-C7DDA9AEC25F}"/>
          </ac:inkMkLst>
        </pc:inkChg>
      </pc:sldChg>
      <pc:sldChg chg="addSp">
        <pc:chgData name="Tarachand Amgoth" userId="ea017c71-c3c5-459d-b04b-915c0e816ad1" providerId="ADAL" clId="{B46EE4E9-ACEE-4AD4-BABA-713776423D28}" dt="2025-10-22T12:58:30.850" v="0"/>
        <pc:sldMkLst>
          <pc:docMk/>
          <pc:sldMk cId="121802996" sldId="328"/>
        </pc:sldMkLst>
        <pc:inkChg chg="add">
          <ac:chgData name="Tarachand Amgoth" userId="ea017c71-c3c5-459d-b04b-915c0e816ad1" providerId="ADAL" clId="{B46EE4E9-ACEE-4AD4-BABA-713776423D28}" dt="2025-10-22T12:58:30.850" v="0"/>
          <ac:inkMkLst>
            <pc:docMk/>
            <pc:sldMk cId="121802996" sldId="328"/>
            <ac:inkMk id="4" creationId="{66083F12-1B9D-326A-B6C3-6B03E9C72ECF}"/>
          </ac:inkMkLst>
        </pc:inkChg>
      </pc:sldChg>
      <pc:sldChg chg="addSp">
        <pc:chgData name="Tarachand Amgoth" userId="ea017c71-c3c5-459d-b04b-915c0e816ad1" providerId="ADAL" clId="{B46EE4E9-ACEE-4AD4-BABA-713776423D28}" dt="2025-10-22T12:58:30.850" v="0"/>
        <pc:sldMkLst>
          <pc:docMk/>
          <pc:sldMk cId="2988900621" sldId="329"/>
        </pc:sldMkLst>
        <pc:inkChg chg="add">
          <ac:chgData name="Tarachand Amgoth" userId="ea017c71-c3c5-459d-b04b-915c0e816ad1" providerId="ADAL" clId="{B46EE4E9-ACEE-4AD4-BABA-713776423D28}" dt="2025-10-22T12:58:30.850" v="0"/>
          <ac:inkMkLst>
            <pc:docMk/>
            <pc:sldMk cId="2988900621" sldId="329"/>
            <ac:inkMk id="7" creationId="{8A81CFD2-0B61-1F60-541B-44C97F43FB0D}"/>
          </ac:inkMkLst>
        </pc:inkChg>
      </pc:sldChg>
      <pc:sldChg chg="addSp">
        <pc:chgData name="Tarachand Amgoth" userId="ea017c71-c3c5-459d-b04b-915c0e816ad1" providerId="ADAL" clId="{B46EE4E9-ACEE-4AD4-BABA-713776423D28}" dt="2025-10-22T12:58:30.850" v="0"/>
        <pc:sldMkLst>
          <pc:docMk/>
          <pc:sldMk cId="2016697896" sldId="340"/>
        </pc:sldMkLst>
        <pc:inkChg chg="add">
          <ac:chgData name="Tarachand Amgoth" userId="ea017c71-c3c5-459d-b04b-915c0e816ad1" providerId="ADAL" clId="{B46EE4E9-ACEE-4AD4-BABA-713776423D28}" dt="2025-10-22T12:58:30.850" v="0"/>
          <ac:inkMkLst>
            <pc:docMk/>
            <pc:sldMk cId="2016697896" sldId="340"/>
            <ac:inkMk id="3" creationId="{854D50EE-EB3E-8EC8-477D-412EFCE449A0}"/>
          </ac:inkMkLst>
        </pc:inkChg>
      </pc:sldChg>
      <pc:sldChg chg="addSp">
        <pc:chgData name="Tarachand Amgoth" userId="ea017c71-c3c5-459d-b04b-915c0e816ad1" providerId="ADAL" clId="{B46EE4E9-ACEE-4AD4-BABA-713776423D28}" dt="2025-10-22T12:58:30.850" v="0"/>
        <pc:sldMkLst>
          <pc:docMk/>
          <pc:sldMk cId="2528305988" sldId="341"/>
        </pc:sldMkLst>
        <pc:inkChg chg="add">
          <ac:chgData name="Tarachand Amgoth" userId="ea017c71-c3c5-459d-b04b-915c0e816ad1" providerId="ADAL" clId="{B46EE4E9-ACEE-4AD4-BABA-713776423D28}" dt="2025-10-22T12:58:30.850" v="0"/>
          <ac:inkMkLst>
            <pc:docMk/>
            <pc:sldMk cId="2528305988" sldId="341"/>
            <ac:inkMk id="4" creationId="{7ED3924D-D938-282B-7402-F6D0CA0105BC}"/>
          </ac:inkMkLst>
        </pc:inkChg>
      </pc:sldChg>
      <pc:sldChg chg="addSp">
        <pc:chgData name="Tarachand Amgoth" userId="ea017c71-c3c5-459d-b04b-915c0e816ad1" providerId="ADAL" clId="{B46EE4E9-ACEE-4AD4-BABA-713776423D28}" dt="2025-10-22T12:58:30.850" v="0"/>
        <pc:sldMkLst>
          <pc:docMk/>
          <pc:sldMk cId="1115147319" sldId="342"/>
        </pc:sldMkLst>
        <pc:inkChg chg="add">
          <ac:chgData name="Tarachand Amgoth" userId="ea017c71-c3c5-459d-b04b-915c0e816ad1" providerId="ADAL" clId="{B46EE4E9-ACEE-4AD4-BABA-713776423D28}" dt="2025-10-22T12:58:30.850" v="0"/>
          <ac:inkMkLst>
            <pc:docMk/>
            <pc:sldMk cId="1115147319" sldId="342"/>
            <ac:inkMk id="3" creationId="{49F9FD90-5ED6-BAA8-60A0-CD46483680CA}"/>
          </ac:inkMkLst>
        </pc:inkChg>
      </pc:sldChg>
      <pc:sldChg chg="addSp modSp mod">
        <pc:chgData name="Tarachand Amgoth" userId="ea017c71-c3c5-459d-b04b-915c0e816ad1" providerId="ADAL" clId="{B46EE4E9-ACEE-4AD4-BABA-713776423D28}" dt="2025-10-22T13:13:52.921" v="3"/>
        <pc:sldMkLst>
          <pc:docMk/>
          <pc:sldMk cId="1005049844" sldId="343"/>
        </pc:sldMkLst>
        <pc:grpChg chg="mod">
          <ac:chgData name="Tarachand Amgoth" userId="ea017c71-c3c5-459d-b04b-915c0e816ad1" providerId="ADAL" clId="{B46EE4E9-ACEE-4AD4-BABA-713776423D28}" dt="2025-10-22T13:13:52.921" v="3"/>
          <ac:grpSpMkLst>
            <pc:docMk/>
            <pc:sldMk cId="1005049844" sldId="343"/>
            <ac:grpSpMk id="8" creationId="{6E2DB6CB-B211-CC4E-2698-314126BF05A0}"/>
          </ac:grpSpMkLst>
        </pc:grpChg>
        <pc:inkChg chg="add mod">
          <ac:chgData name="Tarachand Amgoth" userId="ea017c71-c3c5-459d-b04b-915c0e816ad1" providerId="ADAL" clId="{B46EE4E9-ACEE-4AD4-BABA-713776423D28}" dt="2025-10-22T13:13:52.921" v="3"/>
          <ac:inkMkLst>
            <pc:docMk/>
            <pc:sldMk cId="1005049844" sldId="343"/>
            <ac:inkMk id="4" creationId="{A0A1A73A-3743-67B8-FDA4-D183EA481489}"/>
          </ac:inkMkLst>
        </pc:inkChg>
        <pc:inkChg chg="add mod">
          <ac:chgData name="Tarachand Amgoth" userId="ea017c71-c3c5-459d-b04b-915c0e816ad1" providerId="ADAL" clId="{B46EE4E9-ACEE-4AD4-BABA-713776423D28}" dt="2025-10-22T13:13:52.921" v="3"/>
          <ac:inkMkLst>
            <pc:docMk/>
            <pc:sldMk cId="1005049844" sldId="343"/>
            <ac:inkMk id="7" creationId="{2DFAEF3F-DBD1-8A9E-B1C1-39EC5189BA0E}"/>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CD6E581-5FB9-423A-846D-A955E43F1AA1}" type="datetimeFigureOut">
              <a:rPr lang="en-US" smtClean="0"/>
              <a:pPr/>
              <a:t>10/22/2025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4B16E-D317-4731-B361-9197425E4627}" type="slidenum">
              <a:rPr lang="en-US" smtClean="0"/>
              <a:pPr/>
              <a:t>‹#›</a:t>
            </a:fld>
            <a:endParaRPr lang="en-US" dirty="0"/>
          </a:p>
        </p:txBody>
      </p:sp>
    </p:spTree>
    <p:extLst>
      <p:ext uri="{BB962C8B-B14F-4D97-AF65-F5344CB8AC3E}">
        <p14:creationId xmlns:p14="http://schemas.microsoft.com/office/powerpoint/2010/main" val="2091710641"/>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5-10-22T12:39:49.996"/>
    </inkml:context>
    <inkml:brush xml:id="br0">
      <inkml:brushProperty name="width" value="0.05292" units="cm"/>
      <inkml:brushProperty name="height" value="0.05292" units="cm"/>
      <inkml:brushProperty name="color" value="#FF0000"/>
    </inkml:brush>
  </inkml:definitions>
  <inkml:trace contextRef="#ctx0" brushRef="#br0">8559 4789 208 0,'0'0'549'0,"0"0"-305"0,0 0-50 0,0 0-12 0,0 0 1 0,0 0-30 15,0-30 5-15,0 27-17 16,0-1-8-16,0 3-13 16,0 1-27-16,0-2 8 15,0 2-13-15,0 0-26 16,0 0-16-16,0 0-17 16,0 3-26-16,0 17 4 15,0 7 15-15,0 11 11 16,0 8-18-16,5 4-6 15,3-1-7-15,-1 1-2 16,0-4 1-16,-3-5-1 0,0-7-8 16,1-6 6-16,-2-8-11 15,0-6-7-15,1-4-1 16,1-10-22-16,0 0-28 16,0 0 11-16,3-14 45 15,4-7-11-15,-2-6-12 16,3-4 4-16,-1 1 8 15,-1-2 0-15,-2 3 26 16,1 6 0-16,-5 5 0 16,3 3-1-16,-1 11 1 15,-2-1-2-15,0 5-5 16,-2 0-11-16,6 15 5 16,-1 9 13-16,3 4 0 15,-1 0 16-15,1 3-10 0,1-3-4 16,1-5-2-16,2-4-6 15,-1-8-9-15,0-7-2 16,2-4 15-16,-1-2 2 16,2-16 12-16,-1-7 1 15,1-7-4-15,-2 0-3 16,-4-2 1-16,-1-1-5 16,-4 2-1-16,-5 5 15 15,-1 4-2-15,0 3 9 16,0 6 11-16,-3 4-14 15,-1 5-17-15,0 5-3 16,4 1-23-16,-3 0-24 16,2 9-30-16,1 16-108 15,-2-1-418-15,2-3-265 0</inkml:trace>
  <inkml:trace contextRef="#ctx0" brushRef="#br0" timeOffset="333.33">9159 5047 1302 0,'0'0'215'0,"0"0"-198"0,0 0 21 0,0 0 35 0,0 0-43 16,98-77-12-1,-81 50-4-15,-5 3-6 0,-8 3 11 16,-4 3 32-1,0 3 51-15,-6 6-2 0,-11 7-4 16,2 2-25-16,-2 2-47 16,-3 18 8-16,0 7-8 15,2 4 8-15,7 5-7 16,2 2 1-16,9-2-4 16,0-6-16-16,13-4-6 15,16-10-15-15,7-8 14 16,8-8 1-16,8-2-6 15,10-29-169-15,-14-1-425 16,-13 0-587-16</inkml:trace>
  <inkml:trace contextRef="#ctx0" brushRef="#br0" timeOffset="567.66">9468 4583 1222 0,'0'0'276'0,"0"0"-204"16,0 0 45-16,1 76 104 15,6-34-77-15,-5 9-46 16,1 7-38-16,-3 3-24 16,0-4-28-16,0-3-7 0,3-9-1 15,6-4-56 1,1-14-214-16,0-7-573 0</inkml:trace>
  <inkml:trace contextRef="#ctx0" brushRef="#br0" timeOffset="833.77">9759 4813 1182 0,'0'0'258'0,"0"0"-166"16,0 0 62-16,0 0 80 0,0 0-97 16,0 0-59-1,0 0-1-15,-37 19-24 16,23 5-25-16,3 5-19 0,1-2-3 16,6-2-6-16,4-1-1 15,0-1-11-15,11-8-19 16,10-6-38-16,14-9-74 15,-5 0-218-15,-3-5-481 0</inkml:trace>
  <inkml:trace contextRef="#ctx0" brushRef="#br0" timeOffset="1166.25">9914 4844 1043 0,'0'0'567'16,"0"0"-411"-16,0 0-55 0,0 0-39 15,0 0 2-15,0 0 24 16,0 0-29-16,-17 80 26 16,16-55-6-16,1-1-32 15,0-3-29-15,1-2-18 16,13-8-1-16,7-6-4 16,4-5 5-16,4 0 18 15,1-15-13-15,-4-5-5 16,-4-4-49-16,-5 5 10 15,-8-4 25-15,-8 5 8 16,-1-3 6-16,-3 6 5 16,-12 2-5-16,-6 5-5 0,0 6 4 15,-3 2 1-15,-2 5 0 16,-3 18 1-16,5 2-1 16,0 4 0-16,4 5-80 15,6-7-259-15,6-6-409 0</inkml:trace>
  <inkml:trace contextRef="#ctx0" brushRef="#br0" timeOffset="1798.21">10198 4853 1129 0,'0'0'209'0,"0"0"-156"0,0 0 18 16,0 0 69-16,0 0-18 16,87 18-34-16,-80 0 51 15,-6 3-13-15,-1 3-36 16,0 0-46-16,0-3-20 16,0-3-17-16,0-6-7 15,0-4 0-15,-1-7 0 16,-4-1 31-16,0 0-4 15,-2-9-14-15,4-6-13 16,1-3-8-16,2-3 7 16,0-1-7-16,8-1 7 0,9 2 0 15,3 6-6 1,2 3 4-16,1 6-4 0,-1 4-2 16,1 2 3-1,-1 0 5-15,-4 14 0 0,1 1 0 16,-6 3 1-16,-1-1 5 15,-5-1 32-15,-4-2-36 16,-3-4 6-16,0-1-7 16,0-3 13-16,-10-3 1 15,0-3-1-15,0 0-13 16,1 0 0-16,3-6-31 16,1-6-34-16,5-6 1 0,0-3 8 15,5 0 34 1,10-1 13-16,6 0-2 0,3 5 9 15,1 6 2-15,-2 5-1 16,-2 5 1-16,-7 1 11 16,-4 5 24-16,-1 11 22 15,-6 3-2-15,-3 1 3 16,0-1-27-16,0-1-5 16,0-3-26-16,0-3-42 15,0-3-166-15,0-4-515 0</inkml:trace>
  <inkml:trace contextRef="#ctx0" brushRef="#br0" timeOffset="2165.53">10798 4865 1420 0,'0'0'235'0,"0"0"-235"0,0 0 0 0,0 0 25 15,0 0 10-15,87-16-20 16,-61-2 61-16,0-5 11 16,-3 1-40-16,0-2-19 15,-6 2-9-15,-6 2-14 16,-10 4-4-16,-1 1 0 16,-4 6 16-16,-15 3 31 15,-7 6 1-15,-4 0 22 16,-6 15-18-16,2 14-15 15,-1 5-2-15,1 6 5 16,9 0 11-16,5-1 4 0,10-3-23 16,9-7-11-16,1-8-8 15,18-11-2-15,14-7 3 16,10-3 2-16,8-4-17 16,20-13-107-16,-12 4-60 15,-11 1-730-15</inkml:trace>
  <inkml:trace contextRef="#ctx0" brushRef="#br0" timeOffset="3296.07">8469 5563 1340 0,'0'0'524'0,"0"0"-473"0,0 0-23 16,0 0 85-16,0 0-45 15,0 0-1-15,0 0 0 16,46-2 16-16,-27 2-9 16,6 0-27-16,-1 0-4 15,5 0-7-15,6 0-14 16,5 0-7-16,7 0-4 15,6 0-5-15,6 0 3 16,3-3-8-16,5-4 0 16,0 1 0-16,2 0-1 15,6-2 6-15,0 1-6 0,3-4 0 16,1-1 0-16,4-1 0 16,-4-2 1-16,-4 1-1 15,-3 1 1-15,-5 2-2 16,-5 1 1-16,-4 1 0 15,-3 0 0-15,1 2 0 16,-3 2 0-16,0-1 0 16,3-2-2-16,2 0 2 15,2 0-1-15,4-3 0 16,1 0-6-16,0 0 7 16,5 0 0-16,-1 0 0 15,-4 2-1-15,-3 0-4 16,-4 0 4-16,-5 0 0 0,-4 0 1 15,-7 2 6-15,-4-1-5 16,-8-1 0-16,1 2 1 16,-7-2 5-16,-3-1-5 15,-1 4 15-15,-4-2 28 16,3 1 4-16,-1 1-4 16,0 1-5-16,-1-1-14 15,-4 1-1-15,3 0-1 16,-9 4-11-16,0-1-2 15,-3 2-10-15,-4 0 11 16,0 0-3-16,0 0 5 0,0 0 1 16,0 0-5-1,0 0 4-15,0 0-2 0,0 0-12 16,0 0-14-16,0 0-68 16,-22 0-139-16,4 2-403 15,-6-1-998-15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5-10-22T12:40:23.702"/>
    </inkml:context>
    <inkml:brush xml:id="br0">
      <inkml:brushProperty name="width" value="0.05292" units="cm"/>
      <inkml:brushProperty name="height" value="0.05292" units="cm"/>
      <inkml:brushProperty name="color" value="#FF0000"/>
    </inkml:brush>
  </inkml:definitions>
  <inkml:trace contextRef="#ctx0" brushRef="#br0">6998 10205 54 0,'0'0'993'0,"0"0"-785"0,0 0-150 0,-14-13 5 15,14 13 75-15,0-2-35 0,0 2-30 16,0 0 1-16,3 0 14 16,0 0-10-16,-2 0-11 15,-1 0 28-15,0 0-3 16,0 0-30-16,0 13-25 16,0 9 59-16,0 10-7 15,0 8-42-15,0 6 2 16,2 3-25-16,-2 1-16 15,1-4 2-15,2-2-9 16,-2-11-1-16,1-7 0 16,-1-7 0-16,1-5 0 15,-2-5 0-15,0-2-6 16,1-4-3-16,-1-1-20 16,2 2-18-16,-2-2-19 0,0-2-31 15,4 0-37 1,-1 0-38-16,2 0-27 0,2 0-84 15,8-18-85-15,-2 0-118 16,-1-2-153-16</inkml:trace>
  <inkml:trace contextRef="#ctx0" brushRef="#br0" timeOffset="651.67">7192 10388 147 0,'0'0'290'0,"0"0"-128"16,0 0-61-16,0 0 45 15,84-64 46-15,-66 56 6 16,-5 2-53-16,-6 3-19 0,-2 1 8 16,-5 2-13-16,0 0 14 15,0 0-32 1,0 0-29-16,-4 6 0 0,-7 4 7 16,-4 4-35-16,-2 2 2 15,-2 4 7-15,0 0-9 16,-1-1-21-16,0 2-7 15,-2-2-9-15,2 2-7 16,1-5-1-16,3-2 5 16,4-3-5-16,4-4-1 15,2-1 0-15,6-3-14 0,0-2-2 16,0 2 0 0,6-3 16-16,7 1 1 0,4 1 18 15,8-2-11 1,1 1 2-16,3-1-9 0,1 0 1 15,-4 3-1-15,0 4 1 16,-4-4-2-16,-4 4 0 16,-5-1 0-16,-3-1 1 15,-3-1 1-15,-2 1-1 16,-2-5 0-16,-1 0 0 16,-2 3-1-16,0-3 7 15,0 0 8-15,0 0-2 16,0 0-5-16,0 0-7 15,0 0-1-15,0 1 1 16,0-1-1-16,0 0 1 0,0 0 5 16,0 0-4-1,0 0-2-15,0 0 0 0,0 0-1 16,0 0 0-16,0 0-20 16,0 0-4-16,0 0-3 15,1 0-21-15,2 0-8 16,0 2 7-16,1 1-59 15,0-3-8-15,1 4-54 16,-4-2-85-16,1-1-265 16,-2-1-460-16</inkml:trace>
  <inkml:trace contextRef="#ctx0" brushRef="#br0" timeOffset="1402.59">7636 10251 82 0,'0'0'1157'0,"0"0"-873"0,0 0-185 0,0 0-18 16,0 0 4-16,0 0-31 16,0 0 6-16,-4 35 66 0,8-8-30 15,2 7-30-15,-2 4-6 16,-1 2-8-16,4 1-6 16,-4-2-15-1,-1-3-17-15,2-4-7 0,-1-8-6 16,-1-2-1-16,-1-8 0 15,-1-4-30-15,0-2-75 16,0-4-110-16,0-1-184 16,-1-3-288-16</inkml:trace>
  <inkml:trace contextRef="#ctx0" brushRef="#br0" timeOffset="2282.31">7646 10347 178 0,'0'0'699'0,"0"0"-561"16,0 0-76-16,0 0 6 15,0 0 57-15,0 0-6 16,0 0 7-16,-1-29 8 15,-6 25 22-15,-3 0-36 16,0-3-18-16,0 3-9 16,-2-1-25-16,-1 0-25 15,1 0 3-15,4-1 5 0,-3 1-33 16,8 0 9-16,0-1-12 16,2-1-6-16,1 3-9 15,0-6 0-15,0 2 0 16,7-3 8-16,11 3-8 15,2-5 5-15,3 2-5 16,6 1-1-16,0 1 0 16,1 1-7-16,-3 7 7 15,-3 1 0-15,-3 0 0 16,-4 4 0-16,-3 8-5 16,-6 2 5-16,-5 5-5 15,-3 1 0-15,0 1 6 16,-3 0 13-16,-11 1-12 15,-1 1 29-15,0-1-11 16,2-4-3-16,1-4 5 0,4-3-10 16,1-2-4-16,6-3-7 15,1-5-5-15,0-1-1 16,0 0-6-16,10 0 12 16,5 0 7-16,3 0 0 15,4 0-7-15,0 0 7 16,-1 0-7-16,1 8-1 15,-4 3-5-15,1 4-4 16,-8 1-1-16,-1 3-5 16,-7 1 6-16,-3-2 10 15,0 1 1-15,0-3 0 16,-4-2-1-16,-6-2 1 16,-4-3 8-16,-1 0 3 0,-3 3-6 15,0-3 0-15,-1-3 3 16,-1 1 8-16,3-4 1 15,-1 0-3-15,-1 0 25 16,1-1-16-16,0 1-13 16,-1-3-5-16,8 0-5 15,1 0-1-15,1 0 0 16,6 0-1-16,1 0 0 16,2 0-13-16,0 0-8 15,0 0-1-15,0 0-5 16,0 0 4-16,0-5 4 15,0 1-9-15,0 1-17 0,0 1-44 16,0-2-68-16,2-4-84 16,-2 2-263-16,0-1-309 0</inkml:trace>
  <inkml:trace contextRef="#ctx0" brushRef="#br0" timeOffset="3348.87">8233 10398 497 0,'0'0'489'0,"0"0"-251"0,0 0-128 0,0 0 3 16,0 0 86-16,0 0-18 16,0 0-83-16,-17 0-64 15,17 0-24-15,0 0 3 16,0 0 11-16,0 0-5 15,7 0 7-15,-1 0 8 16,7 0-3-16,0 1 4 0,5 2-11 16,6-1-11-1,5 1 5-15,10-3-2 16,10 0-9-16,10 0 0 0,10-3-6 16,7-3-1-16,-4 0 1 15,1-1 5-15,-10 2-6 16,-8 2-1-16,-6 0 0 15,-4 0 0-15,-10 1-6 16,-7 1 7-16,0-3 1 16,-4 2 0-16,-3-2 5 15,0 0 10-15,-1-2 4 16,4 3 6-16,-1 1-7 16,0-1-5-16,4 0-14 15,-2 0 2-15,-2-1-1 0,-4 3 0 16,-4-2 0-16,-7 3 0 15,-2 0 0-15,-3 0 8 16,-3 0 9-16,0 0 10 16,0 0 9-16,0 0-1 15,0 0-12-15,0 0-17 16,0 0-1-16,0 0 2 16,0 0-8-16,0 0-53 15,0 0-84-15,0-8-93 16,0 6-380-16,-4-7-535 0</inkml:trace>
  <inkml:trace contextRef="#ctx0" brushRef="#br0" timeOffset="4030.41">9328 10136 7 0,'0'0'1116'0,"0"0"-829"0,0 0-187 0,0 0 90 0,0 0 33 16,0 0-66-1,0 0-57-15,-34-10-41 0,34 10-25 16,0 0-3 0,0 0-7-16,0 6 13 0,0 3 24 15,0 1 3-15,0 2-11 16,8-1-5-16,4 5-23 16,2-3-3-16,2-2-4 15,4 2-17-15,3-2 19 16,3-1-19-16,0-1 14 15,1-1-14-15,0 2 12 16,-2-1-12-16,-3-1 8 16,-3 0-9-16,-2 2 6 15,-3-3 2-15,-3 2 14 16,-2-1 5-16,-4-2-9 0,3-1-3 16,-4-2 0-16,-1 0-6 15,-2 0 3-15,-1-3 3 16,0 4-2-16,0-3 9 15,0 1 5-15,0 2-3 16,-6 2 12-16,-4 1-1 16,0 3-11-16,-4 0-2 15,3 1-4-15,-3 2-6 16,1-2-5-16,0 3-7 16,-1-1 1-16,-1 1 5 15,2 0-6-15,-2-1 0 16,0 2 0-16,-1-3 0 15,3-1-9-15,0 2-27 16,1-3-48-16,2-1-50 16,-1-1-129-16,2-2-305 0,1-6-599 15</inkml:trace>
  <inkml:trace contextRef="#ctx0" brushRef="#br0" timeOffset="7059.91">10285 10025 142 0,'0'0'866'0,"0"0"-644"0,0 0-126 0,0 0 11 16,0 0 24-16,0 0 7 15,0 0-57-15,0-15-36 16,0 24-11-16,0 12 64 16,0 9 4-16,0 14 7 15,0 5-19-15,0 5-33 16,0-1-31-16,0-2 2 15,0-4-19-15,7-8-3 16,-1-7-6-16,4-8 0 16,0-5-11-16,2-6-24 15,3-5-10-15,0-3-60 16,14-5-77-16,-4 0-198 16,-4-10-322-16</inkml:trace>
  <inkml:trace contextRef="#ctx0" brushRef="#br0" timeOffset="7627.94">10711 10335 93 0,'0'0'861'16,"0"0"-582"-16,0 0-152 15,0 0-35-15,0 0-5 16,0 0 31-16,0 0-9 15,0-46-30-15,-1 41-26 16,-8-1-2-16,-2 1 25 16,-5 2-29-16,-2 3 6 0,-2 0 6 15,0 6-12 1,0 5-28-16,1 2-10 0,1 4 0 16,6 1-1-16,-1 1-2 15,4 1 4-15,5 1 2 16,1-1-12-16,3-2 9 15,0-2-9-15,6-5 0 16,7 0 0-16,4-8 0 16,5-3 0-16,5 0 13 15,-1 0 0-15,1-11-7 16,1-2-5-16,-5 0 0 16,-4-2-1-16,-7 2 0 15,-5-4-8-15,-6 2 8 0,-1 0 1 16,0 1-1-1,0 6 1-15,-7 0 11 0,-1 2-12 16,3 4 15-16,2 2-3 16,-1 0-12-16,1 0 14 15,3 6-1-15,0 8-4 16,0 1 0-16,0 0-8 16,0 0 2-16,5-3-3 15,5-3-1-15,0-4 1 16,2-2-9-16,3-2-37 15,0-1-84-15,3 0-147 16,-3-4-310-16,-3-4-76 0</inkml:trace>
  <inkml:trace contextRef="#ctx0" brushRef="#br0" timeOffset="8125.91">10865 10268 139 0,'0'0'743'0,"0"0"-490"0,0 0-115 0,0 0 10 16,0 0 9-16,0 0-51 16,0 0-48-16,32-3 31 15,-25 16 30-15,0 6-28 16,0 0-18-16,0 0-8 16,1 0-22-16,-1-1-24 15,-2-2-9-15,0-6-10 16,-3-1-7-16,-2-4-46 15,0-2-28-15,0 0 51 0,-9-3-20 16,1 0 1-16,-2 0 30 16,0-11 9-16,2-1-2 15,2-3-15-15,2-1 11 16,4-1-1-16,0-1-43 16,0 2 42-16,0-2 11 15,10 4 6-15,3 1 0 16,4 2-1-16,3 5 2 15,-2-2 8-15,7 6 2 16,-3 2 18-16,1 0 17 16,-2 13 24-16,-4 3-18 0,-1 6-3 15,-3-1 11 1,-4 0-9-16,-3-1-29 16,-1-5-6-16,-3-1-15 0,-1-4-1 15,-1-2 0-15,2-5-54 16,-2 2-81-16,8-5-95 15,-1 0-135-15,2 0-276 0</inkml:trace>
  <inkml:trace contextRef="#ctx0" brushRef="#br0" timeOffset="8614.04">11410 10265 544 0,'0'0'622'0,"0"0"-409"0,0 0-13 0,0 0 14 0,0 0-57 16,0 0-65-16,0 0-23 15,0-51-14-15,-9 45 4 16,-2 6-21-16,-8 0-21 16,-3 0-4-16,-4 3 5 15,3 6-13-15,-1 2-4 16,3-1 0-16,8 1 8 15,3-1-9-15,10-2-11 16,0 0-1-16,0 1 0 16,16-1 11-16,4 2 1 15,3 2 4-15,3 1-2 0,3 2-2 16,0 8 1 0,-6-2 0-16,-3 5 0 0,-7 1-1 15,-1-1-1-15,-10-1 0 16,-2-2-16-16,0-7-1 15,-17-2-4-15,-5-1 8 16,-5-5 8-16,-3 1-1 16,-3-6 6-16,1-3-5 15,2 0 5-15,5 0-5 16,3-6-1-16,8-7 5 16,5 2-26-16,5-5-36 15,4 2-21-15,0-4-72 16,19-7-53-16,3 1-123 15,-1 5-166-15</inkml:trace>
  <inkml:trace contextRef="#ctx0" brushRef="#br0" timeOffset="9145.76">11513 10192 182 0,'0'0'674'0,"0"0"-473"0,0 0-123 0,0 0 37 0,0 0 8 15,0 0-27 1,0 0-9-16,24 5 35 0,-24 12-14 16,0 2 25-1,0 3-30-15,0 1-46 0,0-1-19 16,0 2-5-16,0-8-20 15,0-2-7-15,1-6-6 16,6-2-1-16,4-6-6 16,3 0 7-16,2-4-7 15,5-9 1-15,-1-1-69 16,-2-5-54-16,-3 1-18 16,-3 0 47-16,-5-1 22 15,-4 0 22-15,-2 5 37 16,-1-2 19-16,0 7 15 15,0 2 35-15,0 1 2 0,0 6 12 16,0 0-27 0,0 0-20-16,0 0-15 0,0 0 49 15,0 13 28-15,-4 2-20 16,2 6-12-16,-2 0-11 16,3-1 4-1,1 0 8-15,0-4-27 0,0-2-17 16,4-5-4-16,7-5-16 15,2-1-37-15,2-3-58 16,4 0-90-16,9-3-63 16,-6-5-92-16,-2 0-202 0</inkml:trace>
  <inkml:trace contextRef="#ctx0" brushRef="#br0" timeOffset="9461.57">11936 10238 508 0,'0'0'328'0,"0"0"-147"0,0 0 8 0,0 0 58 16,0 0-16-16,0 0-72 16,0 0-39-16,10-35-20 15,-14 35-24-15,-5 0-34 16,-3 0-19-16,-3 0-17 16,-4 0 3-16,-1 8-5 15,1 3-2-15,-1 8 5 16,1-3 4-16,7 2-10 15,2 1 12-15,6-6-3 16,1 1-10-16,3-3-7 0,0-3 6 16,12-5-8-16,5-3 9 15,8 0-12-15,0-2 5 16,0-9-148-16,7-6-158 16,-7-1-265-16,-5 4-99 0</inkml:trace>
  <inkml:trace contextRef="#ctx0" brushRef="#br0" timeOffset="9541.41">11936 10238 165 0</inkml:trace>
  <inkml:trace contextRef="#ctx0" brushRef="#br0" timeOffset="9624.15">11936 10238 165 0,'94'-41'813'0,"-94"41"-621"0,0 0-134 0,0 0 0 0,0 0-13 0,0 0-10 15,0 0-19 1,0 0-8-16,0 0-8 15,0 1-69-15,0 4-169 0,0-3-94 16,-4 0-199-16</inkml:trace>
  <inkml:trace contextRef="#ctx0" brushRef="#br0" timeOffset="9924.91">12030 10203 388 0,'0'0'176'15,"0"0"-76"-15,0 0-3 16,0 0-17-16,0 0-25 16,0 0-4-16,0 0 15 15,0 0 11-15,1-2 16 0,-1 2 27 16,0 0-27-16,0 0-44 16,0 0-36-16,0 0-13 15,0 0 0-15,0 0 0 16,0 0-8-16,0 0 7 15,2 0 1-15,0 0-9 16,1 0-14-16,0 0-28 16,2 0-56-16,1 0-52 15,1 0-31-15,2-1 7 16,-2 1-39-16</inkml:trace>
  <inkml:trace contextRef="#ctx0" brushRef="#br0" timeOffset="10278.51">12200 10165 405 0,'0'0'308'0,"0"0"-90"16,0 0 38-16,0 0 27 16,0 0-37-16,0 0-106 15,0 0-30-15,14-30-38 16,-21 27-24-16,-5 3-20 16,0 0-10-16,-6 0-6 15,3 3-5-15,-4 6 5 16,5 4 0-16,2-1 1 15,5 2-8-15,7-2-5 16,0 0 0-16,0-2-7 16,15 0-4-16,5-4 10 0,0 2 1 15,2-3-2-15,-5 4-8 16,-4 4-8-16,-4 3-1 16,-9 3 6-16,0 2 0 15,0-2 2-15,-14 0 11 16,-3-4-6-16,-1-3-25 15,-1-3-45-15,4-6-51 16,4-3-66-16,1 0-33 16,10-12-33-16,0-5-141 15,0-1-370-15</inkml:trace>
  <inkml:trace contextRef="#ctx0" brushRef="#br0" timeOffset="10675.76">12205 10281 582 0,'0'0'254'0,"0"0"-75"15,0 0 9-15,0 0-51 0,92-21-68 16,-64 9 2-16,6-3-12 16,-1 1-28-16,-1-5-21 15,3 0-8-15,-7-2 6 16,-2 2-6-16,-7-1-2 16,-5 2 2-16,-8 3 6 15,-6 5-6-15,0 2 24 16,0 4 29-16,-7 2 20 15,-7 2 15-15,-3 0-15 16,-3 6-16-16,3 8 45 16,-3 2-25-16,4 2-8 15,-1 0 6-15,5 6-16 16,2-7-5-16,7-2-25 0,3 0-13 16,0-5-16-16,1 0-2 15,15-6 1-15,2-2 3 16,2-2 11-16,3 0-15 15,0 0 7-15,-1 0-7 16,1 0 0-16,-2 0-8 16,1 0-72-16,0 0-77 15,6-3-80-15,-7-7-333 16,-2 4-488-16</inkml:trace>
  <inkml:trace contextRef="#ctx0" brushRef="#br0" timeOffset="10840.16">12734 10219 1209 0,'0'0'641'0,"0"0"-494"0,0 0-68 0,0 0 17 0,0 0-48 16,0 0-48-16,0 0-11 15,-14 14-130-15,2-9-609 0</inkml:trace>
  <inkml:trace contextRef="#ctx0" brushRef="#br0" timeOffset="12589.81">6848 10951 5 0,'0'0'1145'0,"0"0"-859"0,0 0-196 0,0 0-16 16,0 0 45-16,0 0-40 0,0 0-48 15,16 0-3-15,-3 0 4 16,3 0 9-16,2 0-6 15,-1 0-10-15,6 0-4 16,3 0 3-16,1 0-6 16,9 0-3-16,1-4 13 15,7-2 8-15,5-1-15 16,-1 0-8-16,3 1-7 16,-1-1-6-16,0-1 0 15,-1 2 5-15,-4-5-4 16,-2 0 0-16,-8-1-1 15,-2 3 6-15,-6-4-3 16,-5 3 3-16,-6 3 10 0,-6 0 25 16,-1 4-8-1,-6 0 0-15,-3 3 2 0,0 0 10 16,0 0-14-16,0 0-13 16,0 0-4-16,0 0-14 15,0 0 0-15,4 0-1 16,-3 0 1-16,3 0 0 15,1 0 1-15,-2 3 0 16,4-1 0-16,-1-1 5 16,3-1-6-16,1 0 9 15,0 0-8-15,2 0 6 16,5 0-7-16,-4 0 0 16,2 0 2-16,-4 0-1 15,-2 0-1-15,-6 0 0 16,-3 0 0-16,0 0 0 0,0 0 0 15,0 0 1-15,0 0 18 16,0 0 6-16,0 0-7 16,0 0 4-16,0 0-8 15,0 0-7-15,0-1-1 16,0 1-5-16,0-2-1 16,0 2-39-16,0 0-93 15,-12 0-83-15,1 5-137 16,-4 3-345-16</inkml:trace>
  <inkml:trace contextRef="#ctx0" brushRef="#br0" timeOffset="14071.4">7408 10994 126 0,'0'0'265'0,"0"0"44"0,0 0-140 0,0 0-67 0,0 0 11 15,0 0 58-15,0 0-45 16,0-17-27-16,0 17-9 16,0 0-16-16,0 0-14 15,0 0-19-15,0 0 20 16,0 1 8-16,0 9 17 16,0 3-16-16,0 1-11 15,1 2-15-15,2 3-13 16,-1 2 27-16,3 3-26 15,-2 3 10-15,4 3-13 16,-1-3 1-16,3 3 12 16,4-3-10-16,4 0-8 0,2 0-17 15,7 0-7-15,4-2 0 16,4-1 0-16,3 0 0 16,4-5 8-16,1 5-7 15,0-3-1-15,3 1 1 16,-1 2-1-16,1-1 2 15,0 1-2-15,-2-3 0 16,-1-1 0-16,0-1-1 16,-2-6 0-16,-2-2-9 15,-1 2 10-15,0-4 15 16,-4 2-14-16,2 2 3 16,-2-3-4-16,6 1 0 15,0-1 0-15,3-3 0 16,1 3-1-16,4-7 1 0,1 1-1 15,1-2 1 1,-3-2 0-16,0 0 6 0,-1 0-6 16,0 0 0-16,-2-2-1 15,2-5 1-15,2-3 25 16,0 0-4-16,1 0 4 16,2-1-6-16,-1-2 2 15,-1-1-6-15,1 2 6 16,-1-2-12-16,-3 3-3 15,-5 1-6-15,-1-1 1 16,-5 3-1-16,-3-3 2 16,0 1-1-16,-4 1-1 15,4-2 9-15,-1-2-9 0,0-3 0 16,2 1 0 0,0-1 0-16,3-1 1 0,-4-2-1 15,3-1 1-15,-4 3 0 16,-4 0 0-16,3-3 0 15,-3 0-1-15,-2 2 1 16,3-3 0-16,-6 0 0 16,3-1 1-16,-3 1-1 15,1 0 0-15,-2 1-1 16,0 2 1-16,-1 2-1 16,1 1 0-16,0 0 0 15,0-2 1-15,-2 4-1 16,1-1 0-16,-4 4 1 15,-2-1-2-15,-2 3 2 16,-4 3-1-16,2 0 1 0,-4 0 5 16,-2 5 10-16,-1-3-3 15,0-1 1-15,2 1-7 16,0-2 2-16,1 0-7 16,-2 3-1-16,2-3 0 15,0-1 0-15,2-2 0 16,0 0 0-16,3-3 0 15,0-1-1-15,-1-2 5 16,4 3-5-16,-2-2 0 16,4 0 0-16,0 2-1 15,2-2 0-15,-2 2 0 16,-3 2 0-16,0 4 1 16,-1 0 0-16,-5-3 0 0,0 4 1 15,-5 4-1 1,1-2 2-16,0 0-1 0,-1 1 0 15,-1-1 0-15,7-3 0 16,-4 4 0-16,3-4-1 16,-3-1 2-16,2-1-1 15,-2 4-1-15,0 0 1 16,1-1 6-16,-4 3-7 16,2-1 0-16,-2 1 0 15,0 1 0-15,0 0-1 16,0 0 1-16,0 0 0 15,0 0 0-15,0 0 0 16,0 0 0-16,0 0 0 16,1 0-6-16,-1 0 5 0,2 0-11 15,-2 0-3-15,1 0-38 16,-1 11-144-16,0-4-140 16,0 2-460-16</inkml:trace>
  <inkml:trace contextRef="#ctx0" brushRef="#br0" timeOffset="15170.36">10101 10745 441 0,'0'0'322'0,"0"0"77"0,0 0-275 0,0 0-109 15,0 0 20-15,0 0 69 16,0 0-7-16,32 9-27 16,-10-6 5-16,4 0 8 15,4 0 10-15,1 0-9 16,5-3-28-16,-3 3-14 15,6-1-10-15,0-2-11 16,-3 0-8-16,1 0-12 16,0 0-1-16,1 0 0 15,-1 0-1-15,2 0 1 16,-1 0 6-16,2 0 1 16,-3 0-7-16,4 0 0 0,1-5 0 15,2 5 0-15,1-6 1 16,4 2 0-16,-1 1 9 15,0-3-10 1,0 1 7-16,1 1-6 0,-2-1-1 16,0 1 0-16,0-2 1 15,-1 0-1-15,1 0-5 16,-3 1 5-16,-2 2 6 16,-3 0-5-16,-2-1 1 15,0 1 7-15,0 0 5 16,-1-2-3-16,6 1-11 15,-1 2 27-15,1-4-17 16,-1 2-9-16,0 1 11 16,0 0-2-16,1-2-9 15,-2 2-1-15,3 0 6 0,-1 0-6 16,3-3 0-16,3 0 8 16,1 2 0-16,1-4 2 15,4 2 5-15,-1-3 10 16,-3 5-16-16,-3-5 1 15,-3 4 2-15,-6 2-11 16,-3-1 0-16,-4 1 10 16,-2 0 0-16,-4 0 0 15,-3 3 10-15,-1-6 8 16,1 1 10-16,0 2 4 16,-2-3-6-16,2 5 9 15,-7-2-20-15,0 3-12 16,-7-3-12-16,-3 3-2 0,-3 0 1 15,-2 0-1 1,0 0 6-16,0 0 0 0,0 0-5 16,0 0 14-16,0 0 0 15,0 0-6-15,0 0 11 16,0 0-8-16,0 0-1 16,0 0 1-16,0 0 6 15,0 0-11-15,0 0-7 16,0 0-1-16,0 0-4 15,0 0 5-15,0 0 12 16,0 0-2-16,0 0 0 0,0 0-2 16,0 0-8-16,-17 0-103 15,-4 0-257-15,-8 0-784 16</inkml:trace>
  <inkml:trace contextRef="#ctx0" brushRef="#br0" timeOffset="17568.71">11822 10811 85 0,'0'0'865'0,"0"0"-643"0,0 0-143 0,0 0-7 16,0 0 30-16,0 0-25 15,0 0-45-15,-6 0-22 16,4 0 16-16,2 6 57 15,-2 4 3-15,-1 4-23 16,0-1-9-16,-4 6 16 0,-2 5-11 16,-2 6-25-1,-4 4-16-15,-4 1-5 0,-2 9 2 16,-4 3-7-16,-5 4 3 16,-2 3 14-16,0-1 8 15,0-5-10-15,6-2 4 16,0-8-5-16,9-6-10 15,1-2-6-15,3-6 0 16,3-3-6-16,1-2-1 16,3-1 1-16,-1 1 0 15,0-3 0-15,2-2 2 16,2-3-2-16,-1-1 0 16,0-5 0-16,4-2-1 15,-2-1 1-15,2-2 0 16,0 0 0-16,0 0 0 15,0 0-1-15,0 0-8 0,0 3 3 16,0-3-1-16,0 0-2 16,0 0-1-16,0 0-18 15,2 0-40-15,8-3-39 16,2-10-174-16,-1-1-91 16,-2 1-446-16</inkml:trace>
  <inkml:trace contextRef="#ctx0" brushRef="#br0" timeOffset="18584.31">11899 10870 324 0,'0'0'329'0,"0"0"35"0,0 0-144 0,0 0-116 0,0 0 40 0,0 0 14 16,0 0-50-16,15-4-41 15,-13 1-32-15,-1 3-8 16,-1 0 9-16,4 0-8 16,1 7 22-16,2 4 10 15,1 5 36-15,3 4-30 16,5 3-28-16,2 2 1 16,4 2-7-16,5 1-6 15,1 1-3-15,4 1-11 0,1-1-11 16,4-2 0-1,2-1 5-15,4-1-6 0,0-2 1 16,4-7 1 0,2-2 5-16,-1-1 1 0,-1-4-1 15,-4 2-6-15,2-1 0 16,-7-1-1-16,-4 2 0 16,-2-1 1-16,-7 1-1 15,-2 1 0-15,-4-2 0 16,1 4 0-16,-4-4 0 15,-2-2 0-15,-4 2 0 16,1-4 1-16,-2 1-1 16,-2-1 0-16,-1-3 0 15,-1 5 0-15,-2-5 1 0,1-3-1 16,-2 2 1 0,-1 0-1-16,1-1 2 0,-2-1-2 15,0 0 1-15,2 0 8 16,-2 0-9-16,0 0 0 15,0 0-1-15,0 0 1 16,0 0 1-16,3 0-1 16,-3 0 6-16,0 0 1 15,0 0-7-15,0 0 1 16,0 0-1-16,0 0-15 16,0 0-102-16,-7 2-257 15,-6 1-590-15</inkml:trace>
  <inkml:trace contextRef="#ctx0" brushRef="#br0" timeOffset="19700.5">10821 11998 316 0,'0'0'226'0,"0"0"67"0,0 0-130 16,0 0-21-16,0 0-20 15,0 0 20-15,0 0-54 16,-40-8-34-16,24 16-19 15,0 6 22-15,-5 2 3 16,4 5 17-16,0-1 0 16,3 1 3-16,5-1-26 0,4-1-29 15,5-2-15 1,0-2 3-16,0-4-13 0,15-3-1 16,5-5-2-16,3-3 3 15,4 0 7-15,2 0-1 16,-2 0-5-16,-1 0 20 15,-4 0-21-15,-2 0 0 16,-7 13-14-16,-4 1 14 16,-2 2-1-16,-6 2 1 15,-1-2 6-15,0-2-6 16,0 2 1-16,-8-5-1 16,-4-1 1-16,-7 1 18 15,1 1-4-15,-6-5 2 0,3 2 5 16,-2-1-1-1,-1-2-8-15,3-3-4 0,2-2-7 16,0 2-1-16,8-3-1 16,1 0-9-16,5 0-13 15,2 0-20-15,3 0-47 16,0-7-166-16,22-13-82 16,-5 1-14-16,2 1-174 0</inkml:trace>
  <inkml:trace contextRef="#ctx0" brushRef="#br0" timeOffset="20400.49">10897 12140 62 0,'0'0'139'0,"0"0"426"0,0 0-330 0,0 0-86 0,0 0 9 16,0 0 16-16,0 0-28 16,0-8-36-16,0 8-12 15,0 1-7-15,0 9-4 16,0 3-11-16,0 3-20 16,7 1-21-16,-1 1-7 15,4-4-12-15,1-1-14 16,3-3 9-16,6-4-10 15,-2-3 7-15,3-3-5 16,0 0 1-16,-1-3 8 0,-3-7-12 16,-3-1-21-16,-4-5-52 15,-7 2 10-15,-2-2 33 16,-1 0 20-16,0 2 9 16,0 1 1-16,0-1 0 15,-3 5 1-15,2 6 1 16,-2-1 5-16,3 4-6 15,0 0-1-15,0 0-13 16,0 0 4-16,0 0 9 16,0 7 8-16,0 5 31 15,4 2 0-15,2 7-27 0,0-2-1 16,-1 8-3-16,2 0-7 16,-3 3 15-16,2 4 2 15,-3-1 4-15,0-3-16 16,-1-3 0-16,-2-3-6 15,0-8 1-15,0 1 0 16,-7-7 0-16,-4-1 24 16,-4-4-13-16,-2-2-2 15,-3 0 4-15,-1 0 2 16,1-3-1-16,2 0-2 16,3 0-3-16,2 0 1 15,1 0-10-15,5-3 0 0,3-8-1 16,0-2-16-1,4-2-16-15,0-3-42 0,0-5-80 16,15-1-119 0,4-6-206-16,-3 6 113 0,0 5-287 15</inkml:trace>
  <inkml:trace contextRef="#ctx0" brushRef="#br0" timeOffset="20969.14">11115 12180 136 0,'0'0'798'0,"0"0"-547"0,0 0-129 0,0 0 113 16,0 0-21-16,0 0-47 0,0 0-70 15,85-57-40 1,-78 57-7-16,-2 0 16 0,-3 0-2 16,3 0 1-1,-2 0-9-15,3 7 4 0,-2 7-19 16,2 3-5-16,-3 2-17 15,0 0-19-15,2 2 17 16,-2-1-3-16,-1-3-13 16,2-3 7-16,-3-4-8 15,-1-4 2-15,0-2-2 16,0-4-9-16,0 0 9 16,0 0-1-16,0 0 1 15,-5-4-15-15,0-6 0 16,0-6-7-16,3 2-21 15,2-4 0-15,0-1-17 16,0-2 29-16,0 2 8 16,10-4 14-16,4 2 3 0,0 5 5 15,2-1 1-15,4 3-9 16,0 4 9-16,3-1 1 16,1 5 0-16,-6 3 10 15,1 3 1-15,-4 0-6 16,-4 0 2-16,-2 17 0 15,-2-1 2-15,-4 5 30 16,0 2-9-16,-2-2-23 16,-1-1-7-16,0-4 4 15,0-5-5-15,0-3-9 16,0 0-63-16,0-8-35 16,0 0-40-16,0 0-23 15,0-11-83-15,0-2-239 0,0-3 87 16</inkml:trace>
  <inkml:trace contextRef="#ctx0" brushRef="#br0" timeOffset="21231.37">11535 11836 446 0,'0'0'323'0,"0"0"12"0,0 0-135 0,0 0-68 0,0 0 40 15,0 0-9-15,0 0-37 16,41-21-56-16,-35 34-21 0,-3 4 22 16,0 7-9-16,-3 3-10 15,4 3-32-15,-3 7-8 16,3-7-5-16,-3-1-7 16,1-2-7-16,-2-7-61 15,0-5-101-15,0 0-205 16,0-8-169-16,-2-3-33 0</inkml:trace>
  <inkml:trace contextRef="#ctx0" brushRef="#br0" timeOffset="22251.39">11445 12140 136 0,'0'0'79'15,"0"0"552"-15,0 0-385 0,0 0-104 16,0 0-81-16,0 0 5 15,0 0-32-15,53-38-13 16,-20 26-12-16,2-5-8 16,-1 4 1-16,3-3-1 15,-2 5 67-15,-2-2-3 16,-4 2-33-16,-6 2-20 16,-7 5-11-16,-9 1 4 15,-3 0 8-15,-2 3 54 16,-2 0 59-16,0 0 4 15,0 0-41-15,0 0-31 16,-2 0-20-16,-5-4-23 0,-1 4 7 16,-1 0-13-1,-3 0 8-15,-1 4 14 0,-3 6-20 16,-3 2-2-16,6 3-1 16,-1 2 13-16,1-1-5 15,8 0-4-15,4 4-10 16,1-6-2-16,0-4 0 15,5-4-1-15,9-3-13 16,3-3 14-16,7 0 11 16,-3-3 2-16,1-10-13 15,-2-1-18-15,-5 1-44 16,-3-1-49-16,-7 0 10 16,0 2 44-16,-3 5 29 15,-2-2 28-15,0 4 9 16,0 2-8-16,1 3 9 15,1 0-10-15,0 0-12 0,1 0 12 16,2 3 22-16,0 5 4 16,3-2 1-16,-1-1-1 15,-1 0-15-15,1 3-10 16,-3-2-1-16,-1 0 0 16,-3-6-45-16,0 0-72 15,0 0-59-15,0 0 9 16,-2 0 36-16,-1 0 35 15,3-6-6-15,0-8-40 16,0 4-40-16,5-2 46 16,7-1 78-16,0 2 58 0,2 4 19 15,2-6 98-15,2 9 55 16,3-3 3-16,0 7-13 16,-1 0 22-16,-3 0-26 15,-6 4-65-15,-1 10 26 16,-5-1-11-16,-2-2-10 15,-3 2-42-15,0-1-13 16,0-5-42-16,-4 2 24 16,-3-4-6-16,0-2-9 15,2-3-10-15,3 0-19 16,2 0-31-16,0-8-31 16,0-5-48-16,2-4 60 15,10-2 15-15,-1-4 27 0,3 6 13 16,-2-1 14-1,-2 5 1-15,-2-1 9 0,-4 8 28 16,-3 2 47 0,-1 2 22-16,0 2-22 0,0 0-41 15,-8 2 1-15,-3 10-10 16,1 4-1-16,0 1-12 16,4-1 5-16,1 8 1 15,3-8-16-15,2-1-12 16,0-1 0-16,7-3-22 15,11 3-34-15,19-8-141 16,-2 1-337-16,-2-7-280 0</inkml:trace>
  <inkml:trace contextRef="#ctx0" brushRef="#br0" timeOffset="23113.53">12917 11774 58 0,'0'0'108'0,"0"0"-70"0,0 0 93 0,0 0 474 0,0 0-356 15,0 0 23-15,0 0-4 16,15-28-35-16,-15 26-98 15,-7 2-59-15,-1 0-18 0,-4 0-5 16,-4 3-15-16,-3 9 1 16,-1 3 23-16,3 2-2 15,1 1-20-15,4-2-22 16,5 1-18-16,6-4-6 16,1 1 6-16,0-5-9 15,6-2-2-15,11-1 10 16,6-3 0-16,4-1-1 15,3-2-4-15,4 0-17 16,-1 0-1-16,-3 3 23 0,-6 0 0 16,-8 6-11-1,-8 1-7-15,-8 8 8 16,0-1 11-16,-20 6 2 16,-8-2 10-16,-5 1-5 0,-3-3 8 15,1-3 9-15,5-4 7 16,7-5-10-16,4-4-14 15,12-3-6-15,1 0-1 16,3 0-25-16,3-10-43 16,0-1-36-16,0 2 19 15,10-1 19-15,0 1 10 16,3 1 24-16,4 0 21 16,5 3 10-16,3-6 0 15,3 6 1-15,6-8 2 16,1 2-1-16,1 1 0 15,-2-4 8-15,3-2 1 16,-4-1-3-16,-3 1 1 16,-6-1-7-16,-8 7 0 0,-8-4 7 15,-1 1-6-15,-5 2 7 16,-2 1 0-16,0 4 8 16,0 0-5-16,-2 3-10 15,-5 3 14-15,-3 0-10 16,-3 0 19-16,-2 3 4 15,-2 7-6-15,1 5 11 16,-1 3 3-16,7 2-15 16,3-1-7-16,1-2 11 0,6-4-21 15,0 1-5 1,6-7 0-16,10-4 0 0,8-3 12 16,5 0-12-16,-3-3-49 15,0-7-82-15,0 1-91 16,0-3-97-16,-7 3-14 15,-7-2-427-15</inkml:trace>
  <inkml:trace contextRef="#ctx0" brushRef="#br0" timeOffset="23814.38">13326 11758 855 0,'0'0'339'0,"0"0"-234"0,0 0 88 0,0 0 29 16,0 0-22 0,0 0-48-16,0 0-18 0,95 31-29 15,-85-14-17-15,-4-2-32 16,-2 0-26-16,-2-2-8 16,-2-4-21-16,0-1-1 15,0-5 0-15,0 3-1 16,-2-5-31-16,-4-1-17 15,2 0 2-15,-2 0 20 16,2 0 3-16,1-7-15 16,2-7-18-16,1 1-2 15,0-4-14-15,3-2 23 16,8 1-12-16,5 1 7 16,2 1 14-16,2 5 23 15,2 1 18-15,-1 7 2 0,-2 0 17 16,-1 3 37-16,-6 0-3 15,1 13 11-15,-6 4-16 16,-5-4 17-16,-1 4 19 16,-1-4-26-16,0 4 4 15,0-7-37-15,0-7-19 16,0 5-6-16,-1-5-6 16,-5 0-25-16,2-3-41 15,-5 0 2-15,5 0 23 16,-3 0 4-16,2-6 23 0,1-2-4 15,1-4-17-15,3-1-35 16,0-2-18-16,0 1-17 16,5-1 44-16,6 0 35 15,5 2 24-15,0 1 8 16,4 4 0-16,2-1 16 16,1 5 20-16,1 4 43 15,-4 0 30-15,2 0-1 16,0 10-1-16,-6 1-30 15,0 1-11-15,-10-2-57 16,1 1-3-16,-6-4-6 16,-1-1 0-16,0 0-40 15,0-3-81-15,0 2-119 16,0-2-134-16,0-3-197 16,0 0-135-16</inkml:trace>
  <inkml:trace contextRef="#ctx0" brushRef="#br0" timeOffset="24316.89">14037 11671 257 0,'0'0'68'0,"0"0"536"0,0 0-347 0,0 0-106 15,0 0 39-15,0 0 14 16,0 0-71-16,10-48-56 15,-10 45-30-15,-7 3-26 16,-3 0-3-16,-2 0-3 16,-3 0-3-16,-2 0 4 15,-3 5 6-15,0 7-10 0,-2 1 10 16,4 1 5-16,3 3-1 16,2 0-5-16,6-4-15 15,5-2-5-15,2-1-1 16,0-4-9-16,5-3 4 15,11-3 5-15,5 0 39 16,6 0-11-16,1-9-27 16,-1-1 14-16,-5-1-2 15,0-2-13-15,-9 2-19 16,-7 5-6-16,-4-4 7 16,-2 3 17-16,0 3 1 15,0 1 0-15,0 3 30 16,0 0-8-16,0 0 8 0,0 0-21 15,0 0-8 1,0 7 24-16,0 0-7 0,0 3-12 16,0-4-5-16,4 2-1 15,-3-5-27-15,-1 3-101 16,0-2-405-16,0-1-348 0</inkml:trace>
  <inkml:trace contextRef="#ctx0" brushRef="#br0" timeOffset="24779.87">14189 11599 517 0,'0'0'670'0,"0"0"-533"0,0 0 24 0,0 0 67 0,0 0-63 0,0 0-75 0,0 0-26 16,65 35-13-16,-65-22 23 15,0-3-24-15,0 1-22 16,0-5-13-16,-2 1-14 16,-5-3-2-16,-1-2-13 15,-1-2-2-15,1 0-25 16,0 0 4-16,3-2 12 16,1-9 7-16,3-2-1 15,-1 2-5-15,2-5-15 16,0 2 13-16,0-5 14 15,7 6 3-15,1-1 9 16,5 4 0-16,0-1 13 0,0 8 17 16,0 0 13-16,4 3 3 15,-1 0 1-15,1 0 3 16,0 9 5-16,-2 3-8 16,-2 1 1-16,-3 2-14 15,-3-1-15-15,-3-4-12 16,-4 0-7-16,0-3 0 15,0-2-9-15,0-2-78 16,0-3-79-16,0 0-54 16,0 0-142-16,3-5-43 15,7-4-1-15</inkml:trace>
  <inkml:trace contextRef="#ctx0" brushRef="#br0" timeOffset="25414.17">14503 11312 415 0,'0'0'166'0,"0"0"435"0,0 0-441 0,0 0-55 0,0 0 72 15,0 0-43-15,0 0-42 16,14-3-20-16,-10 17-23 0,-2 5 31 15,-1 8-2-15,1 4 8 16,-1-1-33-16,2 3-10 16,1-3-5-16,1-3-8 15,1 0-20-15,-3-6-1 16,0-1-8-16,-1-7 0 16,-2-2-1-16,0-3-16 15,0-3-49-15,0 0-69 16,0-4-41-16,-10 2-13 15,1 0-12-15,-2-3 7 16,1 0 81-16,-2 0 57 16,-1 0 49-16,1 0 6 15,0-6 6-15,3 0 17 0,0-1 28 16,4 1 10 0,5-2-11-16,0 0 11 0,0-2 3 15,7 1-39-15,11-1-2 16,2 4-2-16,1-4-8 15,8 6 12-15,0-3 2 16,1 4 11-16,-1 3 27 16,3-3 15-16,-2 3 33 15,-5 0 23-15,1 0-35 16,-10 0-48-16,-4 4-21 16,-7 5-9-16,2-5-4 15,-5 2-4-15,-1 1-6 16,-1-4 1-16,0-2-10 15,0 2-6-15,0-3 5 16,0 3-18-16,-3 0-55 16,-5-3-52-16,-8 3-76 15,3-3-159-15,0 0-334 0</inkml:trace>
  <inkml:trace contextRef="#ctx0" brushRef="#br0" timeOffset="25630.4">14718 11414 537 0,'0'0'589'0,"0"0"-225"0,0 0-175 0,0 0 41 0,0 0-37 16,0 0-77-1,0 0-73-15,29-14-43 0,-29 14 0 16,1 0-71-16,-1 7-106 15,0 3-202-15,0-3-376 0</inkml:trace>
  <inkml:trace contextRef="#ctx0" brushRef="#br0" timeOffset="26111.52">14971 11376 214 0,'0'0'389'0,"0"0"-19"0,0 0-137 15,0 0 47-15,0 0 4 16,0 0-68-16,0 0-56 16,58-46-45-16,-58 45-30 15,0 1-42-15,0 0-23 16,0 0-11-16,0 0-8 15,-5 0 7-15,-2 0 5 16,-1 3 9-16,-2 4-13 16,0-1-8-16,0 5 0 15,0 2 1-15,0 0 5 16,0 1-5-16,0 4 13 0,3-7-5 16,2 3 2-1,2-2 1-15,3 0 8 0,0-6-14 16,0 1-6-16,1-4 0 15,12 0 0-15,1-3 35 16,5 0 10 0,3 0-16-16,-2 0-18 0,1 0-12 15,-6 0-7-15,0 0 7 16,-5 0 0-16,-3-1-6 16,-4-1-36-16,4 2-23 15,-2 0-24-15,0-1-17 16,0-1-55-16,2 2-150 15,-6 0-359-15</inkml:trace>
  <inkml:trace contextRef="#ctx0" brushRef="#br0" timeOffset="26237.57">15214 11470 202 0,'0'0'100'0,"0"0"-100"0</inkml:trace>
  <inkml:trace contextRef="#ctx0" brushRef="#br0" timeOffset="32473.51">17250 9840 163 0,'0'0'704'16,"0"0"-496"-16,0 0-73 15,0 0-30-15,0 0 61 16,0 0-8-16,10-34-38 16,-9 30-40-16,-1 1-8 15,0 2 4-15,0-1-10 0,0 1 8 16,0-2-1 0,0 3-14-16,0 0-4 0,0-1-15 15,0 1-7-15,0 0-2 16,0 0-12-16,0 0-3 15,0 0-16-15,-13 8 10 16,0 10 8-16,-4 5-6 16,1 8-2-16,0 3-7 15,5 2 3-15,4 0-3 16,5-3-2-16,2-3-1 16,0-4-5-16,9-4 5 15,5-5 0-15,8-5 1 16,2-6-1-16,2-5 0 15,5-1 7-15,1 0 7 0,1-10-13 16,-1-5 0 0,-1-3 5-16,-4-5-4 0,-3 1 5 15,-8-4-6-15,0 0 0 16,-3-1 6-16,-5 2-7 16,-3-2 1-16,-2 3-1 15,-3 1 1-15,0 5-1 16,0 1 0-16,0 4-1 15,-6 7-4-15,2 0-4 16,-1 0 3-16,-2 5-1 16,-3-1-10-16,-3 2 16 0,1 0-4 15,-4 0 4 1,-1 0-6-16,0 0 6 0,-2 0-10 16,3 0 11-16,1 0 1 15,0 3 0-15,5 0-1 16,0 1 0-16,4 1-1 15,2 0-5-15,1 1-3 16,0-2 0-16,-1 2 3 16,2-3-3-16,-1 3 0 15,1-1-9-15,2-1-20 16,0 0-25-16,0 4 0 16,0 0-33-16,0 2-29 15,0 5-144-15,-3 9-92 16,-1-4-179-16,-2 0-101 0</inkml:trace>
  <inkml:trace contextRef="#ctx0" brushRef="#br0" timeOffset="32889.89">17275 10151 347 0,'0'0'542'0,"0"0"-350"0,0 0-38 16,0 0 82-16,0 0 4 15,0 0-51-15,0 0-55 16,0 0-41-16,0 0-27 16,0 0-27-16,0 3-32 0,-7 9 2 15,-4 9 43-15,-6 6-20 16,-3 3-17-16,-4 7 7 15,1-1-5-15,1 1-4 16,-1-6-4-16,6 2-9 16,-1-7 0-16,4-2 2 15,1-4 4-15,5-5-6 16,1-2 0-16,4-7-11 16,1-3-5-16,0 4 1 15,2-7-7-15,0 3-12 16,0-2-13-16,0-1-60 15,0 3-30-15,0-3-73 16,0 0-106-16,9-3-31 0,-1-8-460 16</inkml:trace>
  <inkml:trace contextRef="#ctx0" brushRef="#br0" timeOffset="33289.51">17238 10273 441 0,'0'0'186'0,"0"0"-102"15,0 0-29-15,0 0 17 16,0 0 5-16,0 0-18 16,0 0 17-16,34-48 26 0,-27 42 31 15,-3 1-3-15,-2 2 20 16,3 0-19-16,-2 2-18 15,-1 1-30-15,2 0-8 16,-1 1 12-16,1 10 3 16,0 3-28-16,4 1-1 15,1 2-21-15,2-1-23 16,5-2 7-16,0 1 4 16,4-4-8-16,2-2-12 15,-5-2-7-15,1-3 6 16,-3-1-7-16,-3 0-7 15,-4-2-5-15,-3-1-16 0,-3 0-25 16,1 3-26 0,-1 0-34-16,-2 1-82 15,0 6-118-15,-7 0-186 0,-3 1-129 16</inkml:trace>
  <inkml:trace contextRef="#ctx0" brushRef="#br0" timeOffset="33604.16">17289 10549 869 0,'0'0'296'16,"0"0"-206"-16,0 0-5 16,0 0 114-16,0 0 4 15,0 0-72-15,0 0-16 16,-46 81 62-16,33-59-95 0,-2 1-41 15,-1 2 21-15,3-2-26 16,0-2-17-16,0-2-18 16,3-5 0-16,0-1 1 15,3-7-2-15,1 2-2 16,0-1-32-16,3-7-23 16,2 3-20-16,1-3-43 15,0 0-19-15,0 0-79 16,1-3-121-16,8-7-15 15,-2-1-29-15</inkml:trace>
  <inkml:trace contextRef="#ctx0" brushRef="#br0" timeOffset="33972.58">17327 10637 51 0,'0'0'796'16,"0"0"-552"-16,0 0-126 15,0 0 51-15,0 0 53 16,0 0-79-16,0 0-8 16,38-10-24-16,-29 16-16 15,0 6 0-15,4 1-36 16,0-1-15-16,3 5 8 16,1-4-17-16,6 4-15 15,6-4-4-15,-1-1-3 0,4-1 5 16,-4-4 4-1,-3-1-7-15,-3 1-13 0,-7-4 4 16,-4 1-6-16,-7-4 1 16,-2 0 0-16,-2 0 1 15,0 0 11-15,0 0-12 16,0 0 1-16,0 0 14 16,-2 0-16-16,-2 0-46 15,-5 0-90-15,-6 0-117 16,1 0-328-16,-2-3-583 0</inkml:trace>
  <inkml:trace contextRef="#ctx0" brushRef="#br0" timeOffset="35471.42">17885 10136 10 0,'0'0'631'0,"0"0"-351"0,0 0-83 0,0 0-45 16,0 0 7 0,0 0-12-16,0 0-14 0,-19-30-27 15,19 30-27-15,0-1-30 16,6-1 15-16,7 1-2 15,5-1 1-15,2 1-19 16,11-2-20-16,7-2-4 16,11-1-2-16,22-6-5 15,31-6-1-15,25-6-11 16,-7 3 34-16,-24 3-5 16,-34 10-15-16,-26 6 0 15,-2-1-9-15,-3 1-6 16,-4 1 0-16,-13 1-9 15,-10 0 9-15,-4 0 18 16,0 0 46-16,0 0-19 0,-3 0-13 16,-7 0 3-16,2 3-28 15,1-2-6-15,0 2-1 16,4-2-16 0,-1 2-44-16,-2 2-78 0,2 3-45 15,-5 2-91-15,-3 1-82 16,0-5-249-16</inkml:trace>
  <inkml:trace contextRef="#ctx0" brushRef="#br0" timeOffset="35919.91">18785 9866 552 0,'0'0'236'0,"0"0"-111"0,0 0 21 0,0 0 71 16,0 0 50-16,0 0-52 15,0 0-45-15,0-19-31 16,0 19-24-16,0 0-46 16,0 0-29-16,0 0-16 15,0 0 0-15,4 3 11 16,6 5-1-16,8 4 8 15,7 0-17-15,5-2 6 16,4 3-13-16,1-1 0 0,-3-2 0 16,-6-1-12-1,-9 4-6-15,-5-5-1 0,-10 3-5 16,-2 1 6-16,-3 3 2 16,-16 3 7-16,-3 2-8 15,-6-1 15-15,1-1-15 16,-3 0 2-16,0-1-2 15,0-4-1-15,2 2 6 16,4-6-6-16,6-1-23 16,6-4-64-16,5-1-74 15,7-3-90-15,0 0-151 16,0 0-314-16</inkml:trace>
  <inkml:trace contextRef="#ctx0" brushRef="#br0" timeOffset="36369.19">19409 9702 104 0,'0'0'91'0,"0"0"203"0,0 0-63 0,0 0-105 0,0 0 23 0,0 0 57 16,0 0-17-16,40-70-47 0,-40 66 33 16,0 4 0-16,0 0-41 15,0 0-35-15,0 0-28 16,0 0-25-16,0 0-30 15,0 15-6-15,0 7 55 16,0 7-11-16,0 8-25 16,0 1 1-16,0 3-5 15,0-1-5-15,7-2-11 16,-1-2-9-16,0-3 1 16,-2-6-1-16,3-2-26 15,-2-7-35-15,-1-5-60 16,-1-2-46-16,-3-5-148 0,0-5-304 15,0 2 5-15</inkml:trace>
  <inkml:trace contextRef="#ctx0" brushRef="#br0" timeOffset="36868.92">19596 9911 582 0,'0'0'251'0,"0"0"-130"16,0 0 11-16,0 0 82 0,0 0 2 16,0 0-73-16,0 0-44 15,12-16-6-15,-11 16-27 16,1 0 9-16,3 8-2 16,0 3 4-16,0 4-24 15,0-1-21-15,4 5-11 16,1-2-8-16,1-4-5 15,6 1-7-15,4-5-1 16,3-5 14-16,1-4-14 16,-2 0 0-16,2 0 11 15,-5-9-11-15,-1-1 0 16,-7-6 0-16,-4 0-7 16,-5 0 7-16,-3-4-2 15,0 2-12-15,0-1 6 16,-3 6 8-16,-7 1-9 0,-3 3-10 15,-3 5 10-15,-4 4-4 16,-5 0 12-16,-3 0-5 16,-6 6 6-16,1 2 7 15,0 3-7-15,6-1 0 16,7-4-1-16,6 2 0 16,10-3-22-16,4-2-30 15,0 0 2-15,10-1-12 16,10 1-38-16,15-1-113 15,-3 1-194-15,-6-3-217 0</inkml:trace>
  <inkml:trace contextRef="#ctx0" brushRef="#br0" timeOffset="37624.14">20061 9834 804 0,'0'0'240'0,"0"0"-76"0,0 0 63 0,0 0-77 16,0 0-16-16,0 0 9 16,0 0-12-16,31-39-24 15,-31 36-7-15,0 0-31 16,-5-1-18-16,-1-1-25 16,-3 3-14-16,-2 1-12 15,-3 1-6-15,-1 0 0 16,-1 0 5-16,0 3 1 15,1 8 0-15,4-3-1 16,2 3-5-16,5 1 5 0,1 0-5 16,3-3 5-1,0 0-13-15,3-3 12 0,8 1 1 16,4-6 1-16,2-1 0 16,3 0-1-16,2 0 1 15,0-3-7-15,-3-5-24 16,3 0-12-16,-2 5-15 15,-3-1 26-15,-5 4 16 16,-2 0 2-16,-3 0 13 16,-3 6 1-16,-1 6-1 0,-1 9 1 15,2 5 10 1,-3 2-9-16,1 4 0 16,1 0 12-16,-1-2-12 0,-2-3 1 15,0-5-1-15,0-2-1 16,0-7-38-16,-12-4-2 15,3-3-55-15,-5-4 7 16,0-2-7-16,6 0-32 16,0 0-5-16,1-8 29 15,4-4 30-15,1-3 18 16,2-6-4-16,0 2-6 16,0-4-6-16,4-1 1 15,6 0-24-15,1 1 61 16,4 6 22-16,2 1 11 15,1 4 7-15,4 3 19 16,-1 4 18-16,3 2 2 16,1 3-1-16,-2 0 11 0,-1 0 47 15,-3 0-18-15,-6 0-1 16,-3 0 8-16,-5 10 20 16,-5-1-3-16,0 1-43 15,0 2-36-15,-3 1-11 16,-9-2-19-16,-1-3-70 15,-7-3-209-15,3-5-107 16,0 0-625-16</inkml:trace>
  <inkml:trace contextRef="#ctx0" brushRef="#br0" timeOffset="37834.26">20331 9692 401 0,'0'0'680'0,"0"0"-486"0,0 0-129 0,0 0 23 16,0 0-32-16,0 0-56 16,0 0-12-16,13 26-200 15,-10-15-374-15</inkml:trace>
  <inkml:trace contextRef="#ctx0" brushRef="#br0" timeOffset="38117.98">20751 9686 715 0,'0'0'568'0,"0"0"-417"15,0 0-84-15,0 0 87 16,0 0-2-16,0 0-118 16,0 0 27-16,-32 14 10 15,14 4-15-15,1 4-13 16,2 0-12-16,4 5-2 16,7-3-18-16,4-3-11 0,1-2-20 15,21-2 3 1,8-6-34-16,31-7-134 0,-9-2-201 15,-1-2-458-15</inkml:trace>
  <inkml:trace contextRef="#ctx0" brushRef="#br0" timeOffset="38650.46">21180 9679 808 0,'0'0'360'16,"0"0"-240"-16,0 0 38 16,0 0 56-16,0 0-54 15,0 0-9-15,0 0-40 0,14 50-46 16,-14-31-28-16,0 1-24 16,0 0-5-16,0-6-7 15,0-1-1-15,0-5-1 16,0-3-21-16,0-5-18 15,0 0 0-15,1 0 19 16,1 0-14-16,-2-8-51 16,2-6 14-16,-2-4 0 15,1-3 18-15,1-4 34 16,-1 1 5-16,2-2 14 16,0-4 0-16,1 3 1 15,2-4 0-15,5 2 0 16,-1 4-1-16,4 2 2 0,-3 8-1 15,-2 8 9 1,-1 4-1-16,1 3 13 0,-1 0 24 16,2 4-1-16,-2 11 3 15,1 3 41-15,1 5-23 16,0 2-7-16,0 4-10 16,3-1 6-16,-1 3-20 15,-1-1-18-15,-1-3-4 16,-1-1-11-16,-4-6 0 15,-1-3-1-15,2-3-8 16,-2-4-72-16,-4-4-84 16,0-3-135-16,0-3-293 0</inkml:trace>
  <inkml:trace contextRef="#ctx0" brushRef="#br0" timeOffset="38849.81">21197 9759 474 0,'0'0'561'0,"0"0"-482"0,0 0-11 16,0 0 77-16,85-17-38 16,-50 12-56-16,2 0-33 15,-2 2-18-15,7-5-60 16,-10 4-201-16,-9-2-267 0</inkml:trace>
  <inkml:trace contextRef="#ctx0" brushRef="#br0" timeOffset="39238.17">21635 9641 373 0,'0'0'315'0,"0"0"-119"16,0 0-19-16,0 0 11 15,0 0-6-15,0 0-22 16,0 0-83-16,-5-37-11 15,-6 34-18-15,3 3-29 16,-1 0-10-16,2 0 1 16,1 0 2-16,3 3-7 15,3 4-5-15,0 4 0 16,0-1 0-16,10 2 0 0,3 3 4 16,1-1 2-1,0 2-6-15,0-2-1 0,2 1 0 16,-8 2 1-16,0-1-1 15,-8 2 0-15,0 1-6 16,-8-3 2-16,-9-1 5 16,-4-3 8-16,2-3-8 15,-1-2-2-15,4-4 2 16,0-1 16-16,1-2-10 16,5 0-6-16,0 0-11 15,10-6-42-15,0-3-78 16,3-6-119-16,13 2-57 0,-3 0-219 15</inkml:trace>
  <inkml:trace contextRef="#ctx0" brushRef="#br0" timeOffset="39583.15">21738 9740 671 0,'0'0'257'0,"0"0"0"16,0 0-35-16,106-19-23 15,-72 12-59-15,5-1-13 16,-4-1-39-16,2 1-32 15,-7-5-19-15,-6 2-12 16,-10 0-7-16,-7-2 3 16,-7 0-1-16,0 1 4 15,-3-2-5-15,-11 1 6 0,1 2-4 16,2 2-11 0,-5 6-4-16,1-1 6 0,2 4-11 15,2 0 23-15,-1 0-2 16,3 7 0-16,2 8-5 15,3-2-5-15,4 1-11 16,0-3-1-16,0-1 0 16,3 1 0-16,8-3 0 15,8-4-1-15,1 0 9 16,0-1-18-16,0 0-18 16,-2-3-126-16,6 0-133 15,-4 0-342-15,-7 0-220 0</inkml:trace>
  <inkml:trace contextRef="#ctx0" brushRef="#br0" timeOffset="40083.32">22189 9544 561 0,'0'0'373'0,"0"0"-172"16,0 0-19-16,0 0 68 15,0 0-66-15,0 0-69 16,0 0-8-16,61 15-7 15,-57-5-3-15,0 1-19 16,-1-1-26-16,0-2-14 16,-3 1-4-16,4-2-16 0,-4-4-9 15,0 1 0 1,0-3-9-16,0 1-7 0,0-2 7 16,-10 0 13-1,-1 0-13-15,-1 0-16 0,2 0-1 16,-2-7-5-16,7 1-5 15,2-3-4-15,3 0 8 16,0-4 3-16,0 2-15 16,8-2 14-16,10-2 8 15,1 1-17-15,4-1 2 16,-1 3 27-16,1 3-5 16,-1 2 6-16,-2 5 1 15,-3 1 9-15,-1 1 21 16,-2 0 12-16,-1 7 2 15,0 5 6-15,-2 5-14 0,0-2-9 16,-2 3-12 0,-6-2-8-16,5-2-2 0,-5-2-5 15,1-3-1-15,-1-5-33 16,-1-1-53-16,1 0-53 16,1-3-90-16,6-4-63 15,-4-6-209-15,3-3 111 0</inkml:trace>
  <inkml:trace contextRef="#ctx0" brushRef="#br0" timeOffset="40417.19">22647 9174 611 0,'0'0'159'0,"0"0"-26"0,0 0 59 0,0 0 61 15,0 0-26-15,0 0-71 16,0 0-20-16,10-12 41 16,-10 24-48-16,0 6-48 15,0 2-26-15,0 2-13 16,0 2-1-16,-1 0-16 16,-1 3-17-16,0-1-2 15,2-2-6-15,0 0 0 16,4 0-4-16,12-4 4 15,4-2 1-15,6-5-1 16,-1-2-15-16,-2-4-12 0,-1-4-82 16,-5-1-96-16,-4-2-147 15,-6 0-221-15,-6-9-120 16</inkml:trace>
  <inkml:trace contextRef="#ctx0" brushRef="#br0" timeOffset="40648.85">22746 9367 988 0,'0'0'262'0,"0"0"-61"0,0 0 51 15,0 0-80-15,0 0-72 16,0 0-31-16,91-8-28 15,-64 5-27-15,4 3-14 16,-3 0-18-16,6 0-140 16,-10 0-417-16,-6 0-275 0</inkml:trace>
  <inkml:trace contextRef="#ctx0" brushRef="#br0" timeOffset="42681.64">19547 10675 175 0,'0'0'788'0,"0"0"-526"0,0 0-161 0,0 0-16 15,0 0 35-15,0 0-38 16,0 0 12-16,29 18 22 15,-20 6-28-15,-2 1-6 0,0 6-54 16,0-1-11-16,0 0-10 16,-2-1-6-16,-2-4 0 15,-1-2-1-15,-2-10-5 16,0 1-33-16,0-10 22 16,0-1-9-16,-2-3 25 15,-3 0-7-15,2 0-6 16,1-14-8-16,2-2 20 15,0-5 1-15,0-2 1 16,2-3 11-16,5 2-3 16,1 0-9-16,0 8 0 15,2-1 7-15,0 3-5 16,0 3-1-16,3 3 2 16,-3 4-2-16,6 2-1 15,-1 2 0-15,3 0 22 0,1 2 10 16,0 10 7-16,0 7-5 15,-4 4-4-15,2 0-13 16,-7 1-16-16,-3-7 4 16,-6 2-5-16,-1-4-6 15,0-6-7-15,0-3-18 16,-7-3 12-16,-1-2-29 16,1-1 12-16,2 0-14 15,2-5 8-15,0-9 5 16,3-2 36-16,0-2-13 15,0 1 13-15,6-4 1 16,6 2-1-16,0 3 0 16,3-1 2-16,2 4-1 0,2-2 2 15,5 4 8-15,1 2 5 16,0 2 8-16,-2 1 18 16,3 6 12-16,-6 0 8 15,-4 0-11-15,-4 7-9 16,-5 8-20-16,-4 0-11 15,-2 2 14-15,-1 2-12 16,0-5-11-16,0-1-1 16,0 0-9-16,0-5-46 15,0 2-69-15,0 0-76 16,0 0-159-16,0-3-310 0</inkml:trace>
  <inkml:trace contextRef="#ctx0" brushRef="#br0" timeOffset="43197.8">20418 10766 894 0,'0'0'328'0,"0"0"-224"0,0 0-11 0,0 0 19 16,0 0 7-16,0 0-44 15,0 0 1-15,-5-43 9 16,-5 37-22-16,-3 3-9 16,-2 3-22-16,-3 0-7 0,-2 0-25 15,-1 1 8-15,3 7-7 16,2-1 9-16,0 7-4 16,9-2 6-16,2 1 0 15,5 1-5-15,0-1-6 16,5-3 0-16,11-2 8 15,4-8 1-15,1 0-1 16,6 0 3-16,0 0-12 16,-4 0-1-16,-1-10-31 15,-4-1-6-15,-6-2-5 16,-2-1 8-16,-5 5 24 16,-2 1 11-16,-3 3 1 0,0 3 2 15,0 2-3 1,0 0-9-16,0 2 9 0,2 10 14 15,1 1-2-15,6 1-11 16,-1-1 0-16,7-3-1 16,1-5 0-16,5-2-12 15,-1-3-4-15,1 0-92 16,-2 0-104-16,0-8-24 16,-9-5-318-16,-4 3-165 0</inkml:trace>
  <inkml:trace contextRef="#ctx0" brushRef="#br0" timeOffset="43430.08">20602 10670 110 0,'0'0'391'0,"0"0"-199"0,0 0-10 0,0 0-38 0,0 0-15 0,-8-85-34 0,8 79-38 16,8 3-9-16,-1 3 24 16,-2 0 39-16,-2 9 56 15,2 9 8-15,-1 4-43 16,-4 5-53-16,3 2-32 15,0 1-10-15,1 0-16 16,-1-5-14-16,-2 2-5 16,4-6-1-16,-3-2-1 15,2-8-19-15,-3 2-69 16,6-7-126-16,-4 1-165 16,6-7-213-16</inkml:trace>
  <inkml:trace contextRef="#ctx0" brushRef="#br0" timeOffset="43962.36">20820 10670 722 0,'0'0'357'16,"0"0"-173"-16,0 0-32 16,0 0 66-16,0 0-25 15,0 0-113-15,0 0-40 16,-11-10 17-16,0 20-5 15,-5 8-18-15,5 3 19 16,-1 3-3-16,4 2-5 16,4-2-23-16,4-4-22 0,0-6-3 15,12-1-3-15,5-9-22 16,1 3-68-16,4-7-21 16,-1 0-15-16,3 0 16 15,0-11 48-15,-1-2 59 16,0 0 9-16,-3-1 12 15,0-2 8-15,-1 1 49 16,-1-2 21-16,-1 4 4 16,-5-1-5-16,-1 2-6 15,-6 2-17-15,-1-2-20 16,-4 4-21-16,0 1-4 16,-4 1-21-16,-8 4 0 15,-1 2 5-15,-6 0 2 0,2 2-7 16,-5 8 0-16,0 7 2 15,4 2 21-15,1 2-6 16,3 1 12-16,10 2-17 16,2-7-12-16,2-1 0 15,8-8-9-15,15-2 9 16,7-6 0-16,6 0-43 16,5 0-107-16,20 0-104 15,-11-3-130-15,-7 0-745 0</inkml:trace>
  <inkml:trace contextRef="#ctx0" brushRef="#br0" timeOffset="44462.49">21411 10512 838 0,'0'0'283'0,"0"0"-172"0,0 0 23 0,0 0 121 0,0 0-49 15,0 0-64-15,0 0 12 16,58-19-5-16,-56 42-24 16,3 4-35-16,0 6-32 15,2-3-18-15,3 1-20 16,1-5-7-16,3 1-1 16,-3-8-12-16,1-4 1 15,-4-3-1-15,-1-7 0 16,-4-2-1-16,-1-3-5 15,-2 0-10-15,0 0 0 0,0 0-27 16,0-11-21 0,-2 1 13-16,-8-4 7 0,2-2-20 15,-7 2-7-15,0 1 6 16,0-1 0-16,-5 7 3 16,-5 5 11-16,3 2 51 15,-5 0 8-15,1 9-7 16,-1 9 10-16,3 5-1 15,4 1 5-15,7-3 0 16,7 1-5-16,6-6-4 16,0-5-6-16,15-5 31 15,8-3-2-15,5-3-5 0,6 0-14 16,2 0-3 0,5-6-7-16,-4-1-66 0,6-5-177 15,-13 1-363-15,-3 0-422 16</inkml:trace>
  <inkml:trace contextRef="#ctx0" brushRef="#br0" timeOffset="45278.61">21696 10663 1085 0,'0'0'268'0,"0"0"-149"0,0 0 82 0,0 0 0 16,0 0-83-16,0 0-14 15,106-20-10-15,-85 16-45 16,-2-2-33-16,-2-2-9 0,-5 2-6 16,-5-3 7-1,-3 2-7-15,-4-1 7 0,0 2-8 16,-1-1-6-16,-15 1-8 16,-2 6 4-16,-6 0 10 15,-4 0 12-15,0 0-11 16,-4 9 5-16,6 3 9 15,2 6-3-15,6 0 1 16,8 1 9-16,4-1-10 16,6-1-12-16,6-5 1 15,12-5 4-15,12-4 13 16,5-3-18-16,7 0 7 16,3 0-7-16,3-9-10 15,1-3-26-15,-2-1-35 16,-5 1-14-16,-8-2-10 0,-9 1-130 15,-8-2 117-15,-8 0 74 16,-9-2 31-16,0-2 3 16,0 1 34-16,-2 1 29 15,-6 1-11-15,-1 5-2 16,-1 4 1-16,2 1-14 16,-3 6-10-16,4 0 6 15,-5 0-17-15,2 0 9 16,0 13 13-16,1 4 17 15,1 4-2-15,5-2-34 0,1 5 26 16,2-4-7 0,0-1-20-16,6-2-8 0,10-4 14 15,6-4-9-15,6-3 3 16,3-4-3-16,7-2-4 16,-2 0-3-16,1 0-2 15,-3-12-6-15,-7 1-4 16,-3 1 4-16,-7-2 1 15,-10-3 7-15,-1 3 2 16,-4 0-4-16,-2 3 2 16,0 3 6-16,0 3 21 15,0 1-4-15,0 2-19 16,-2 0-4-16,-1 0-7 16,-2 9 9-16,1 3 7 15,1 2-16-15,3-5 5 0,0 4-6 16,0-5-2-16,3-1 1 15,3-1 1-15,4-3-27 16,-4-3-86-16,1 0-99 16,-4 0-141-16,-1 0-372 0</inkml:trace>
  <inkml:trace contextRef="#ctx0" brushRef="#br0" timeOffset="45962.33">22254 10482 1119 0,'0'0'336'0,"0"0"-193"0,0 0-28 0,0 0 35 15,0 0-56-15,0 0-62 16,0 0-23-16,74 24-9 16,-54-22-3-16,2 1-95 15,3-3-107-15,-1 0-12 16,1 0 45-16,-2 0 60 15,0-8 80-15,3 0 32 16,-6-2 41-16,-4-1 7 16,-4 0 71-16,-4-2 59 15,-5 5 1-15,-3-5-24 16,0 4-12-16,0 1-26 16,-3 6-43-16,-8 2-46 0,-6 0 1 15,-1 2-11-15,-2 11-6 16,2 4 1-16,4 1-7 15,4 1 1-15,4 0-7 16,5-1-1-16,1-9-7 16,0 2 6-16,10-1-3 15,8-7 5-15,1 3 9 16,0-2-2-16,4 0-7 16,-5 3 1-16,-5-1-1 15,-5 7 0-15,-6-1-7 16,-2 6 0-16,-6-1 7 15,-13 2 0-15,-3-1 2 16,-1-1 5-16,3-4 6 0,1-5-13 16,6-4-3-1,5-4 1-15,5 0-12 0,3-4-57 16,0-7-53-16,1-2 38 16,11-4 22-16,6 5 14 15,1-3 21-15,0 0 16 16,5 2 5-16,1 4 8 15,2-2 1-15,0 5 11 16,1-1 44-16,-3 4 25 16,-5 0 6-16,-5 3-7 15,-5 0-21-15,-7 0-16 16,-3 0-13-16,0 0-20 16,0 3-10-16,-9 1-10 0,-11 2-135 15,3-4-178 1,2-1-352-16</inkml:trace>
  <inkml:trace contextRef="#ctx0" brushRef="#br0" timeOffset="46415.31">22708 10450 1005 0,'0'0'383'0,"0"0"-251"0,0 0 74 0,0 0-45 16,0 0-88-16,0 0-50 15,0 0-23-15,45 28-36 16,-44-19-144-16,-1-1-112 16,0-2-24-16,2-1 98 15,-1 0 124-15,1 0 94 16,0-2 0-16,-2 6 139 16,0-1 69-16,0 5 15 0,0 0-9 15,0 1-43-15,3 4-57 16,6-5 4-16,4 1-63 15,6-2-8-15,4-8-10 16,9 1-11-16,1-4-14 16,-1-1-5-1,-3 0-7-15,-6-10 2 0,-10-4 10 16,-6-8-3-16,-7 4 8 16,0-5-5-16,-12 3 6 15,-6 3 1-15,-4-1-7 0,-1 5-2 16,-1 7-10-1,-1 5-12-15,2 1 11 0,1 0 0 16,5 12-32-16,5 0-91 16,6 2-130-16,2-1-355 15,4-6-196-15</inkml:trace>
  <inkml:trace contextRef="#ctx0" brushRef="#br0" timeOffset="46844.42">22985 10516 1109 0,'0'0'213'0,"0"0"-127"0,0 0 184 0,0 0-52 0,0 0-51 16,0 0-60-16,0 0-26 16,60 46-14-1,-57-38-30-15,-3-2-21 0,0-6-15 16,0 4-1-16,0-4-2 15,0 0 2-15,-8 0 2 16,0 0-2-16,1-10-6 16,2-4-6-16,4 4 2 15,1-4 1-15,0-1-13 16,0-1-1-16,11 0 6 16,4-1-10-16,7-1 5 15,-1 4-5-15,1 0 16 16,0 7 9-16,0 2 2 15,-2 5 7-15,-2 0 47 16,1 5 12-16,-1 9 22 16,-1 4 1-16,-2 6-20 0,-5-3-5 15,-7 3-31-15,-3-4-21 16,0 0-12-16,-5 0-6 16,-8-2-141-16,-14 1-49 15,3-4-344-15,3-3-354 0</inkml:trace>
  <inkml:trace contextRef="#ctx0" brushRef="#br0" timeOffset="50209.48">19517 11128 157 0,'0'0'948'0,"0"0"-819"0,0 0-89 0,-90 60 15 15,62-35 121-15,-4 4-25 16,0 1-73-16,-1 3-19 16,-5 4-13-16,-6-2-1 15,-8 5-8-15,-4 0-8 16,-6-2-1-16,-7 4 19 16,-1-5 16-16,-5 1-4 15,-12 3-12-15,-15 4-25 16,-17 1 0-16,-11-5 9 15,-2-5 3-15,0-2-10 0,1-4-14 16,0 3-8-16,-7 4 45 16,-5 1 18-16,-7-4-44 15,-6-1-19-15,-1 3-1 16,7-3 5-16,1 5 4 16,5-3 14-16,3 3-3 15,8-4-12-15,4 0-8 16,12-1 1-16,6-3-1 15,7 3 1-15,4-3-1 16,1-3 0-16,3 3 2 0,5-3-2 16,13-3 0-16,12-7 0 15,15 0 0-15,-11 0 0 16,-24 7 0-16,3-2-1 16,-1 2-1-16,11-5 1 15,-1 1-1-15,-24 1 2 16,-25 6-1-16,-2 1 0 15,6-4 0-15,8-3 0 16,8 3 0-16,0-5 0 16,-2 2 1-16,-1-1 0 15,1-4 0-15,5-2 0 16,1 2-1-16,6-2 0 16,-1-1 1-16,2 1-1 0,-3 2-1 15,1-2 1 1,3 2 0-16,0 1 0 0,3-4 4 15,1 1-4 1,12-4 0-16,13-4-1 0,10-1 1 16,2-2-6-16,-12 0 6 15,-10 1-1-15,-9 2 0 16,-13 1 1-16,-13 3-1 16,-15 4 0-16,-3 0 0 15,4 2 0-15,11-2 1 16,10-9-3-16,1 6 3 15,2-5 0-15,0-6 2 16,5 3-1-16,1-3-1 16,0 0 0-16,1 0 0 15,-1 0-1-15,1 0-1 0,0 0 1 16,0 0 1-16,0-3 0 16,1 0 0-16,0-3 0 15,-1-2 1-15,4 3-1 16,9-3 0-16,13 2 0 15,12-2 0-15,2 6-1 16,-8-9 1-16,-9 5-2 16,-10-4 1-16,5-1 1 15,-1 1-1-15,-1 1 0 16,0 2 0-16,5-1 1 16,0-1 0-16,2-4 0 15,7 5-1-15,3-1 0 16,2-1-5-16,5-1 5 15,1 2 1-15,6-1-6 0,4-4-6 16,4 1 3-16,5-1-21 16,2-2 9-16,3-1-17 15,1 1 24-15,1 2-9 16,1-2 15-16,4 2 2 16,-1 1-10-16,3-1 4 15,0 1-7-15,2-5 6 16,2 5 12-16,1 2-8 15,0-2-3-15,3 1 10 16,-1 2-5-16,3-4 7 16,-1 4 0-16,0-4 2 15,-3 1-2-15,6 0 0 16,-3 0 0-16,0-1 8 16,0 1-8-16,0-1 0 15,1 1-1-15,-1-1 0 0,1-2-12 16,-3 0 13-16,6-5 0 15,-5 4 1-15,1 1 0 16,-2-5 1-16,-1 5-1 16,6-2 0-16,-5-2 0 15,2 1 0-15,-2-2 7 16,2 1-8-16,-2-4 0 16,-1 2 1-16,0-1-1 15,2 2 1-15,0-2 5 16,-1 3-5-16,1-4-1 15,-2 3 0-15,1-3 0 0,1 5 1 16,0 0 0 0,-1-5 5-16,1 4-6 0,0 2 1 15,1 3 6-15,0 1 0 16,3 7 5-16,-2-4-3 16,1 2-1-16,2-1-2 15,-2-1-5-15,0-2-1 16,-2 1 1-16,-1-2 6 15,-2 0-6-15,-2 5 0 16,0-2 8-16,1 1 0 16,2 0-3-16,1 3 0 15,0-3-5-15,1 1-1 0,0-3 1 16,-1-3 0 0,1 2-1-16,0-1 1 0,1 1-1 15,-1 5 3-15,4-4-2 16,0 8 0-16,-1-5 5 15,3 4 1-15,-1-1-1 16,0 2-6-16,1-2 1 16,-1 3-1-16,0-5 1 15,0 5 0-15,1-4-1 16,-1 1-4-16,1 0 4 16,-1 1 1-16,0 2 0 15,-1 0 0-15,1 3 6 16,-1-3-6-16,-2 3-1 0,0 0 6 15,-3 0-6 1,1 0 0-16,-3 8 1 0,-2 4-1 16,0 4 0-16,1 5 0 15,-3-1 0-15,3-1 1 16,1 2 0-16,1-7-1 16,2 2 0-16,3 1 0 15,-2-4 0-15,3 1 0 16,3-4-5-16,-1-1 5 15,1-1 0-15,0-1-5 16,-2-4 5-16,2 0 2 16,-2-3-2-16,2 0 9 15,0 0-9-15,0 0 2 0,0 0 4 16,0 0 3 0,0 0 6-16,0 0-9 15,0-6-4-15,0-5 7 0,2-2-8 16,1-5 9-16,2-1-10 15,2-4 0-15,1-1 0 16,1 0 0-16,-1 0 0 16,0 2 0-16,-3 2 1 15,2 2-1-15,-3 3 0 16,0 0 0-16,2 2 0 16,-3 0-1-16,0 3 0 15,-2 0 0-15,2 3 0 16,1 0 0-16,2 0-23 15,0-1 24-15,2 0 1 16,1 2 0-16,0 1 4 16,-2 0-5-16,0 0 0 0,0 5 5 15,-4-1-4-15,0 1 9 16,-1 0-9 0,2 0-1-16,-3 0 24 0,4 8-3 15,-1 2 7-15,-1 0 7 16,6 3-10-16,-2 5-9 15,2-4 14-15,2 2-2 16,1-3-7-16,5 1 11 16,-4-4-9-16,3 1-3 0,-5-2-19 15,1-3-1 1,-2 1-14-16,-2 4-75 16,6-2-179-16,-1 1-341 0,-1-10-800 15</inkml:trace>
  <inkml:trace contextRef="#ctx0" brushRef="#br0" timeOffset="52540.24">20451 11278 405 0,'0'0'359'0,"0"0"-115"0,0 0-60 0,0 0-83 15,0 0 15-15,0 0 53 16,0 0-56-16,-10-56-51 16,10 56-17-16,3 0 10 15,0 0 14-15,4 3 5 0,-3 14 12 16,-2 10 35 0,1 9-13-16,-1 9-30 0,-2 8-7 15,2 7-23 1,-1 4-12-16,1 3-11 0,1 0-19 15,1-3-5-15,-3-7 6 16,-1-11-6-16,0-8 1 16,0-5-1-16,0-11-1 15,0-4 0-15,0-5 0 16,0-2 0-16,0-2-1 16,0-1 0-16,0 2 1 15,0-4 0-15,0-2-1 16,0-1-8-16,0 3-17 15,0-5 3-15,0 1-1 16,0-2-1-16,0 0-18 16,0 2-25-16,-5-2-3 15,-3 0-67-15,1 0-139 0,-1-5-338 0</inkml:trace>
  <inkml:trace contextRef="#ctx0" brushRef="#br0" timeOffset="53239.36">20554 12233 38 0,'0'0'809'0,"0"0"-611"0,0 0-115 16,0 0 56-16,0 0 35 16,0 0-36-16,0 0-70 15,-14-7-34-15,7 21 74 16,1 6-6-16,-5 1-35 15,4 6-3-15,0 2 25 16,2-1-36-16,5 1-12 16,0-2-16-16,6-8-25 15,11-4 1-15,7-6 9 16,4-9 0-16,-3 0-9 16,0 0-1-16,-7-13 1 15,3-4 0-15,-7-2-1 16,-4-5-7-16,-4 1-10 15,-6 2-6-15,0 2-13 16,-2-2 13-16,-10 1 1 16,-3 4 8-16,0-2 8 0,0 9 5 15,0-2-11-15,-2 7 3 16,2 4 3-16,-5 0 5 16,6 5-11-16,-2 8 12 15,1 0 0-15,5 1 0 16,3 2-48-16,7-2-142 15,0-1-289-15,2-8-170 0</inkml:trace>
  <inkml:trace contextRef="#ctx0" brushRef="#br0" timeOffset="53958.8">20734 12244 778 0,'0'0'572'0,"0"0"-502"0,0 0-64 0,0 0 91 0,0 0 107 16,0 0-48-16,0 0-50 16,12 54-16-16,-12-32 3 0,0 2-23 15,0 6-14 1,0-3-9-16,0 0-8 0,0-1-21 15,0-10-16-15,8-2-1 16,7-10 0-16,4-4-1 16,1 0 0-16,2-3-22 15,-5-10-13-15,2-5 9 16,-6-2 12-16,1-4 8 16,-6 5 4-16,-3-4-4 15,0 5 6-15,-3 3 0 16,-2 2 0-16,0 8 1 15,0 2-1-15,0 3 0 16,0 0-14-16,0 8 14 16,0 7 15-16,0 3 7 15,0 4-6-15,5-2-1 16,3-2-13-16,4-5-1 0,4-4 5 16,1-6-4-16,2-3-2 15,-3 0-13-15,0-9-29 16,-1-10-4-16,-4-2-42 15,-1-6 21-15,-3 1-3 16,-4 2 4-16,-1-3 13 16,-2 1 4-16,0 5 18 15,0-1 18-15,0 0 13 16,-5 1 0-16,0 5 0 16,2 4 0-16,-1 5 16 15,4 7 9-15,0 0-12 16,0 0-1-16,0 0 15 0,0 13 36 15,-2 6-9 1,2 8-4-16,-1 3 14 16,-2 8 4-16,0 2-30 15,-3-3-8-15,5 1-16 0,1-5-13 16,-2-6-1-16,2-5-24 16,-2-8-85-16,-9-7-135 15,-2-1-327-15,0-6-205 0</inkml:trace>
  <inkml:trace contextRef="#ctx0" brushRef="#br0" timeOffset="54154.41">20895 12361 965 0,'0'0'542'0,"0"0"-478"0,0 0-25 0,90-30 94 0,-49 19-31 15,3 2-61-15,-1 2-28 16,-6 4-13-16,-3 0-109 16,-12 3-266-16,-11 0-293 0</inkml:trace>
  <inkml:trace contextRef="#ctx0" brushRef="#br0" timeOffset="54754.14">21297 12287 963 0,'0'0'304'16,"0"0"-204"-16,0 0 12 16,0 0 94-16,0 0-68 15,0 0-84-15,0 0 3 16,20-34 8-16,-20 34-13 16,0 0-26-16,0 0 19 15,-3 8 45-15,-5 5 16 16,-4 4-38-16,0 6-23 15,2 1-10-15,3-1-9 16,3-4-19-16,4-2-5 16,0-4-2-16,6-5-16 15,12-5 16-15,6-3 7 16,3 0-7-16,1-3-42 16,-3-11-12-16,-3 4 3 15,-2-4 26-15,-7 5 19 0,-4-1 6 16,-6 4 1-16,-2 3 14 15,-1 1 4-15,0 2 8 16,0 0 2-16,0 0-20 16,0 2 6-16,0 10 30 15,0 1-20-15,0-2-10 16,4-1-11-16,3-1-4 16,3-6 0-16,4-3 1 15,2 0 19-15,2 0-16 16,-1-6-4-16,-3-7-9 15,0-1-4-15,-9 1 4 16,1-4 1-16,-6 1-8 0,0 2 15 16,-6-2-23-16,-6 2 7 15,-4 4 9-15,-4 4-5 16,-2 2 5-16,-3 4-4 16,-2 0 12-16,3 4 6 15,3 2-6-15,4 4-7 16,9-6-46-16,5 6-52 15,3-7-87-15,14 0 26 16,11-3-179-16,-1 0-280 0</inkml:trace>
  <inkml:trace contextRef="#ctx0" brushRef="#br0" timeOffset="55487.82">21680 12274 1549 0,'0'0'272'0,"0"0"-202"0,0 0 27 0,0 0 53 16,0 0-32-16,0 0-25 15,0 0-42-15,64 13-23 16,-60-5-5-16,-2 1-11 16,-2 4-4-16,0 1 23 15,-2 2 18-15,-6 1-28 16,1-4-15-16,2-2-5 15,2-4-1-15,0-1-6 16,3-6-15-16,-2 0 6 16,2 0 2-16,0 0-4 15,0 0-9-15,0-10-16 0,0-4-7 16,10-2-4-16,5-1-2 16,1 4 24-16,5-1-7 15,-1 4 17-15,0 4 20 16,2 3-6-16,-4 0 7 15,1 3 9-15,-3 0 19 16,0 9-3-16,-7 4 19 16,-1 4 19-16,-4-4-31 15,-4 4-8-15,0-7 10 16,0-2-10-16,0 1-17 16,-2-6 14-16,-1-2-8 15,-2 1-4-15,1-2 3 0,1 0-11 16,0 0 0-16,-1 0-1 15,3-6-15 1,-1-5-9-16,2-1 0 0,0-4-1 16,0-2 1-16,10-2-7 15,3 4 12-15,4-5-8 16,4 4 2-16,2 4-2 16,2-1 14-16,2 4 12 15,-2 5 1-15,-1 0 0 16,-2 5 0-16,-5 0 14 15,-1 5 6-15,-6 10 39 16,-1 2 11-16,-4 4-8 16,-1-2-6-16,-3-2-24 0,1-2-11 15,-1-6-5-15,-1-2-9 16,0-1 0-16,0-3-7 16,0 0-28-16,0 2-78 15,0-5-126-15,0 0-165 16,-1 0-297-16,-1-8-429 0</inkml:trace>
  <inkml:trace contextRef="#ctx0" brushRef="#br0" timeOffset="55819.74">22240 12277 1204 0,'0'0'328'0,"0"0"-221"0,0 0 82 0,0 0 6 0,0 0-72 0,0 0-57 16,111-10-11-1,-77 4-5-15,3 2-11 0,-1-3 5 16,0 1-16-16,-7-5-20 16,-6 1-2-16,-10 0-5 15,-7-1 6-15,-6 3-7 16,0-6-14-16,-10 6-10 16,-8 0 11-16,-3 0 5 15,-1 8 8-15,-5 0 9 16,2 0-7-16,0 8 11 15,0 8 12-15,1 3 29 16,4 5 4-16,9 0-17 16,4 3-29-16,7-6-6 0,0-2-6 15,2-5 0 1,11-4-17-16,0-1-59 0,-7-4-108 16,-3 1-165-16,-3-3-413 15</inkml:trace>
  <inkml:trace contextRef="#ctx0" brushRef="#br0" timeOffset="59234.24">20344 12545 140 0,'0'0'986'0,"0"0"-768"0,0 0-142 0,0 0 76 0,0 0 10 16,0 0-42-16,0 0-78 15,-6 0-36-15,-9 7 59 16,-7 3-18-16,-4 4-24 16,-6 3-4-16,-5-1 6 15,-3 0-10-15,-3 4-5 16,-6-3 0-16,-1 0-4 0,-3-3-4 16,-5-1 5-16,-4 0-6 15,-3-3 5-15,-3-2-5 16,-3 1 0-16,0 1 0 15,-2-1 0-15,0-2-1 16,0 4 1-16,1-2-1 16,2 1 0-16,3 1 1 15,4-1 0-15,2 0-1 16,5 0 0-16,2 0 0 16,4 0 0-16,3 1 1 15,2-2-1-15,3-2 2 16,2 4 4-16,1-2-5 15,-2-2 1-15,-2 2-1 0,-4 2 0 16,-3 2-1-16,-5 1 0 16,-4-4 0-16,-1 4 1 15,-2-2 0-15,-4 1 0 16,-6-2-1-16,-2-1 1 16,-3-1-1-16,-11 2 1 15,-18-1-1-15,-12 4 1 16,-5-1-1-16,9 1 0 15,8-1-1-15,11-3 1 16,-2 0 0-16,2-3 0 16,-1 3 9-16,5-4-8 15,2 2 18-15,-3-5-10 16,1-1 0-16,0 3-7 0,-1 1-2 16,2-3 1-1,-2-3 0-15,16 0-1 0,13 0 0 16,9 0 9-16,2 0-9 15,-10-3 2-15,-22-3 5 16,-22 1 5-16,-12 3-5 16,-2-1-6-16,11 0 6 15,8 1-6-15,23-1-1 16,13 3 6-16,13-3 1 16,0 3-5-16,-8-3 15 15,-9-4 4-15,-9 7-6 16,1-6-6-16,-2 2-2 15,3 4 5-15,-3-3 1 0,3 3-5 16,0 0-7 0,0 0 10-16,-2 0-2 15,1 0-8-15,1 3 0 16,0 4 7-16,3 0-8 16,2 2 0-16,2-4 0 0,0 3 0 15,4-3 0-15,0 1 0 16,0 3 0-16,-1-2 0 15,-2 1 0-15,0 1 1 16,-3-2-1-16,-1 6 1 16,4-3-1-16,-2 0 0 15,-2 1 1-15,0-2-1 16,4 2 1-16,-4-1 0 16,2-1-1-16,-2 5 0 0,0-1-1 15,-1 0 0-15,1 1 1 16,0-1 0-16,-2 1 1 15,2-1 5-15,-3-3-6 16,1 1 0-16,-3-1 0 16,2 1-1-16,-2-5 1 15,-1 4 0-15,0-1 1 16,-3-1 5-16,3 1-5 16,-3-2-1-16,3-1 0 15,1 2 1-15,4-5-1 16,0 0 6-16,5 0-5 15,2-2 7-15,2 1-1 16,0-2-6-16,4 0 10 16,0 0-11-16,3 0 1 15,-1 0 1-15,1 0 3 0,0-2-5 16,0 1 0-16,-2 1 2 16,4 0-1-16,0-3 0 15,0 3 0-15,-1-3 5 16,2 0-6-16,-1 0-6 15,-1 1 5-15,4-1 1 16,-4 0 0-16,2 0 0 16,1 0 0-16,-1-1 0 15,5-2 0-15,-3 1-1 16,-2-4 0-16,1 3 0 16,-2-4 1-16,-2 2 0 15,0-1 0-15,-3-1 1 16,4-1-1-16,0-2 0 15,-1 3 1-15,1-4-1 0,-2 1 0 16,0-1 0-16,-2 4 0 16,-2-2 1-16,-1 5-1 15,1-4-1-15,-2 5 1 16,1-4-6-16,2 0 6 16,1 3-1-16,3-3 1 15,-1-3 1-15,1 0-1 16,2 2 0-16,2-2 0 15,-1-1 0-15,2 1 0 16,2-3-2-16,2 2-3 16,2-6 4-16,1 3-6 0,2 0 7 15,-1-3-1 1,3 3 0-16,-1 1 1 0,0 2-9 16,2-2 9-16,2 2 0 15,0-2-6-15,2 2-4 16,1-2 8-16,2 2-8 15,-1 1 9-15,6-4-9 16,-1 1-8-16,6-2 11 16,0 1 1-16,4 1 6 15,1-1 5-15,1 0-5 16,5 3 0-16,1 1 0 16,2 2-9-16,5 0-10 15,0 0 4-15,2-2 3 0,1 2 12 16,1-2 11-16,0-1-4 15,0-2-6-15,-2-1-1 16,-1 0 12-16,-1 1-12 16,-2-3-1-16,0 0 1 15,0 0 0-15,-2 3 0 16,4-5 1-16,-2 4 0 16,4-3 0-16,-3 0 0 15,3-1-1-15,1-1 1 16,1-2 0-16,0-2 0 15,-2 2-1-15,2 0 1 16,0-3 0-16,-1 2-1 16,1 1 0-16,0-3 2 15,0-4-2-15,0 4 0 16,0-2-2-16,0 1 0 0,0-2 2 16,4 3-11-16,5 1 11 15,1 2 0-15,0 5 0 16,-2 2 0-16,-1 3 1 15,-2 5-1-15,0-6 0 16,0 6 0-16,0-1 0 16,-2-4 0-16,-3 4 0 15,5-4 0-15,-3 1 1 16,-1-1 0-16,5-1-1 16,-3-3-1-16,2 5-1 15,0-4 2-15,-2 4 0 16,4 1-1-16,-2 0 0 0,-1 0 1 15,0 4 0-15,-1-2 0 16,1 1 0-16,-2 4 0 16,-1-1 6-16,-1 3-6 15,0-3 0-15,0 2 0 16,0 1 0-16,0 3 2 16,0-3-1-16,0-2-1 15,0 2 0-15,0 0-6 16,0 3 6-16,-7 0-6 15,0 0 5-15,-6 0-17 16,0 0 18-16,-3 11 1 0,0-1-1 16,0 7 0-1,2-1-7-15,1 1 7 16,1-1 1-16,1 1 1 16,6-4-2-16,-2-2 1 0,0-4 1 15,4-1-1-15,0 0 5 16,0-6-6-16,3 0 8 15,-3 0-2-15,3 0-6 16,0 0 1-16,0 0 8 16,0 0-8-16,0 0 0 15,0 0 6-15,0 0-7 16,0 0 0-16,0 0 0 16,0 0 0-16,3-6 1 15,4-4 11-15,2-4-5 16,1 1-7-16,2-1 0 15,-2-1 9-15,0 2-9 16,3-1-8-16,-1-1 7 0,-1 3 1 16,-1 2 6-16,2-1-5 15,-2-2 1-15,0 3-1 16,-1 2 5-16,-2 2-6 16,0 1 1-16,-1 0 0 15,2-1-1-15,0 3 10 16,1-2-8-16,1 2 8 15,0-4-1-15,-2 4 2 16,-3 0-1-16,-1 3-4 16,-4 0-5-16,3 0 6 15,-3 0-5-15,1 0 16 16,-1 0-2-16,2 0-6 16,-2 0 11-16,0 0-12 15,1 0 0-15,-1 3 37 16,0 3 9-16,2 3-17 0,-2 0 0 15,0 4-15-15,0-3-8 16,0 4 5-16,0 5 1 16,0-1 6-16,0 2-13 15,0-2-5-15,0-2 4 16,0-1-11-16,0-1-2 16,0 1 0-16,0-2 0 15,0 2-60-15,0 0-172 16,0-3-331-16,0-9-1170 0</inkml:trace>
  <inkml:trace contextRef="#ctx0" brushRef="#br0" timeOffset="63632.45">8051 9876 204 0,'0'0'717'0,"0"0"-492"0,0 0-58 0,0 0 13 0,0 0-3 16,0 0-4-16,-26-77-56 16,20 70-47-16,-1-2-23 15,-1 1-4-15,-2 1-4 16,-2 0-2-16,-3-3-19 16,-3 3 9-16,-3 0-4 15,-2 1 4-15,-3-4-14 16,-3 3-11-16,-3-1-2 0,-3 5 4 15,-5 0-4 1,-3 3 0-16,-2 0-3 0,-4 0 3 16,-1 6 7-16,-2 7-7 15,2 0 0-15,-2 2 0 16,9-1 0-16,-1-3 0 16,2 5-1-16,3-5-11 15,3 7 11-15,0-1-7 16,-1 1 8-16,2 1-1 15,0 2 0-15,0-2-7 16,2 2 7-16,2 0 0 16,0 2-7-16,2 1 7 15,1 1-5-15,-2 4 5 16,3-1 1-16,0 2 0 0,4 2 0 16,1-3-1-16,1 5 1 15,4 0-1-15,2 1 1 16,1 2-1-16,2 1 1 15,6 2 0-15,1 2-1 16,2 1 1-16,-1 3 0 16,4-1-1-16,0 3 1 15,0 3-1-15,0-3-12 16,4 1 0-16,10-5-23 16,8 0-12-16,1-3 23 15,7-3 10-15,4 0-3 16,1-2 18-16,3-1-2 15,1-3-5-15,1-5 6 0,4-3 1 16,-3-8-9-16,8-5 9 16,-4-8 0-16,2-3 0 15,0 0 8-15,1-13-8 16,4-7 7-16,3-4 1 16,4-2 8-16,-1-3-1 15,-1 1 2-15,-2-6 4 16,-1 4 5-16,-1 2 1 15,-1-3-3-15,-4 0-2 16,-3 0-4-16,-2-3 2 16,-4 4 4-16,-7-6 16 0,-2 2 3 15,-5 1-9 1,-5-3-3-16,-1 1-7 0,-5-5 0 16,-3 2-8-16,-5 0 6 15,-1 1-8-15,-3 2-7 16,-2-1-1-16,0 3 2 15,0 1 1-15,0 2 10 16,0 3-12-16,-3 1 10 16,-1 1-5-16,2-1-5 15,1 1-5-15,1-1 9 16,0-1-10-16,0 2 16 16,0-2-16-16,0 1 10 15,-3 5-10-15,-3 0 0 16,-2 2 8-16,-3 2-9 15,-3 4 0-15,-2 0 1 16,-3 9 11-16,2-3-12 16,1 7 0-16,2-3 6 0,3 3-5 15,5 0-1-15,2 0 2 16,4 0-1-16,0 0-1 16,0 0 0-16,0 0-10 15,0 0-2-15,0 0 1 16,0 3-21-16,0 7-76 15,7 12-119-15,0 0-131 16,-2-6-503-16</inkml:trace>
  <inkml:trace contextRef="#ctx0" brushRef="#br0" timeOffset="64196.82">8087 9953 49 0,'0'0'899'0,"0"0"-598"0,0 0-109 0,0 0 43 15,0 0 12-15,0 0-68 16,0 0-74-16,17-68-46 15,-10 57-28-15,0 2-15 16,4-4-7-16,1 1-8 0,3-2 6 16,2 3-7-16,3-5 0 15,7 3 0-15,6-2 0 16,7-5 0-16,9 4 0 16,4-2 1-16,4-2 11 15,3 4 2-15,-3 0 18 16,-2 5-7-16,-5 1-10 15,-5 4-6-15,-3-1-1 16,-7 1 8-16,-3 2-3 16,-9 0-1-16,-5 3 19 15,-6-1 9-15,-3 2-17 16,-6 0-11-16,-2 0 1 16,-1 0-1-16,3 0 0 0,-2 0-11 15,2 0 6 1,3 0 1-16,-2 0-1 0,5 0 7 15,-1 0-8-15,0 0-5 16,1 0 8-16,-2 0-8 16,-4 0 5-16,0 0-6 15,-3 0-2-15,0 0-50 16,0 8-141-16,0 5-75 16,-5 1-223-16,-2-4-244 0</inkml:trace>
  <inkml:trace contextRef="#ctx0" brushRef="#br0" timeOffset="65165.63">9105 9518 492 0,'0'0'378'0,"0"0"-161"0,0 0 7 16,0 0 105-16,0 0-40 16,0 0-123-16,0 0-66 15,20-18-50-15,-20 24-23 16,0 8 30-16,0 2 13 16,0 4-31-16,0-2-16 0,0-2-11 15,0-1-3-15,0-3 0 16,0-4-8-1,0-2 0-15,0-2 0 0,0-4-1 16,0 0 7-16,0 0 4 16,0 0 1-16,0 0 0 15,0 0-3-15,0-7-9 16,0 1-1-16,-1-5-6 16,1-2 6-16,0 1 1 15,0-6 0-15,0-2 0 16,0-2 1-16,0 1-1 15,4 0 0-15,2 3-8 16,-2 6 8-16,2 1 0 16,-3 4 0-16,6 2-7 15,-6 1 1-15,7-2 6 16,-3 3 1-16,3 1-1 0,-2 2 1 16,-2 0 8-16,1 0-1 15,1 0-1-15,-1 8-6 16,0 4 0-16,-1 6-1 15,1 0 15-15,0 3-5 16,-2-2 1-16,0-1-11 16,0-3 6-16,-2-4-6 15,4-5 0-15,-4 1 2 16,-1-7-2-16,2 3 0 16,0-3 6-16,3 0-5 15,-1 0 8-15,3-3-3 16,1-6-5-16,-1-3 0 15,1-1 0-15,0-2 6 0,-2-3-6 16,-1 0 0-16,1 0 7 16,-3 1-8-16,2 1 0 15,-4 1 0-15,-2 4 1 16,-1 1-1-16,4 4 7 16,-4 1-7-16,0 2 0 15,0 0 0-15,2 3 0 16,-2-2-1-16,0 2 1 15,0 0 0-15,0 0-1 16,0 0-8-16,0 0 0 16,1 0-1-16,1 0 4 15,1 9 6-15,-1 1 0 0,1 3 1 16,-1 4 0-16,-1-1 10 16,1 2-1-16,-2 0-9 15,0-3 0-15,0 3 6 16,0-3-6-16,0-1 7 15,0-2-8-15,0-3-22 16,0 1-93-16,0-2-57 16,0-1-104-16,0-4-201 15,0 0-44-15,2-3-419 0</inkml:trace>
  <inkml:trace contextRef="#ctx0" brushRef="#br0" timeOffset="65929.37">9501 9449 631 0,'0'0'238'0,"0"0"-119"0,0 0-17 0,0 0 117 15,0 0 35-15,0 0-85 16,0 0-53-16,7-22-23 15,-7 22-31-15,0 0-29 16,5 0-18-16,-2 0 17 16,2 9 7-16,2 1-10 15,0 2-2-15,-2 2-13 0,1-2-6 16,0-2-1-16,-3-1 2 16,-2-6-7-16,1 3-2 15,-2-6 0-15,0 0 1 16,0 0 6-16,0 0 8 15,0 0-3-15,0 0 4 16,0-1-1-16,0-8-13 16,0-3-2-16,0-2 0 15,0-1 0-15,0 0 0 16,0 2 6-16,0-2-6 16,0 4-8-16,0-2 8 15,0 2-9-15,0 1 3 0,5 2 5 16,1 2 0-1,1 1 0-15,0 0 0 0,4 5-7 16,-2 0 8-16,1 0-1 16,0 0-1-16,0 0 2 15,0 0 0-15,-1 8 6 16,-5 2-5-16,5 6 11 16,-2-2 7-16,-4 7 18 15,2 0 0-15,-2-3 14 16,-1-2-30-16,-2 2-1 15,0-6-5-15,0-3-3 16,0 0-1-16,0-3-11 16,0-1 0-16,-5-1 0 15,-3 1 28-15,-2-2-7 16,-2 1-9-16,-1-2-5 0,1 2 3 16,-2-1-9-16,4-1-1 15,4-2 0-15,2 0 0 16,3 0-1-16,1 0-15 15,0 0-17-15,0 0-11 16,0-2-26-16,1-2 0 16,5-2-41-16,4 3-73 15,-2 1-81-15,2 2-136 16,0 0-264-16</inkml:trace>
  <inkml:trace contextRef="#ctx0" brushRef="#br0" timeOffset="66412.38">9795 9500 468 0,'0'0'402'0,"0"0"-214"0,0 0-13 0,0 0 131 15,0 0-36-15,0 0-119 16,0 0-58-16,12-21 25 15,-8 15-16-15,-1 2-32 16,4-4-27-16,-3 2-18 16,9 0-1-16,3-1-11 15,4-1-12-15,3 1-1 16,2 1 1-16,5-2-1 0,1 3 1 16,2 0-1-1,0-1 1-15,1 3 0 0,-4-4 0 16,0 4 0-16,-8-1 1 15,-7 2-2-15,-7 0 1 16,-5 2 7-16,-3 0 10 16,0 0 20-16,0 0-17 15,0 0-9-15,0 0-3 16,-1 0 1-16,-2 0-8 16,1 0 6-16,2 0-8 15,0 0-1-15,0 0 0 16,0 0-6-16,0 0-10 15,-4 0-23-15,3 1-38 16,-4 5-60-16,-2 2-106 0,-5 2-136 16,2-1-216-16,3-3-158 15</inkml:trace>
  <inkml:trace contextRef="#ctx0" brushRef="#br0" timeOffset="68443.03">10173 9427 443 0,'0'0'264'0,"0"0"-147"0,0 0-5 0,0 0 44 15,0 0-12-15,0 0-56 16,0 0-13-16,48-9 20 16,-41 9 4-16,0 6-32 0,0 3-10 15,-3 1 16 1,2 1-3-16,-3-1-28 0,-2 2-8 16,-1 2-21-16,0-1-11 15,0 1 11-15,-10 1 4 16,-5 3-8-16,-5 1-9 15,0-1-1-15,-2 0 1 16,-4-1 8-16,3-1-7 16,-6 1-1-16,-3-2 10 15,1 1-10-15,-3-3-3 16,2 1 3-16,2-3 6 16,0 2-6-16,1 1 0 15,-3-3 0-15,2 4 8 16,-2-3-8-16,0-2 0 15,0 4 0-15,-1-5 0 0,1 0-1 16,0 0 1-16,1-2 0 16,2 1 1-16,1-2 0 15,2 1 0-15,0-1-1 16,4 2 0-16,-1-2 1 16,1 1-1-16,2 0-6 15,-2-3-3-15,1 4 9 16,1-3 0-16,-2 0 1 15,-1 1 0-15,-3 0 3 16,1 1-4-16,-3-1 0 0,-3 2 0 16,2 2-1-16,-1-4-5 15,-1 1 4 1,3 0 2-16,0-2-12 0,2 3 12 16,3-1 1-16,0 1 5 15,1-1-5-15,0-1 1 16,2 2-1-16,-2-1-1 15,1 1 0-15,-2-1 0 16,-2 1 1-16,1-4-1 16,2 4-1-16,-1-2 1 15,3-2 1-15,-1 1-1 16,4-2 1-16,-2 0 0 16,4 0 4-16,-2 1-5 0,-1 1 0 15,0-1 0 1,-4 2 0-16,3-1 0 0,-1 2 2 15,-1-1-2 1,2-1-1-16,4 1 1 0,0-2 0 16,2 2 0-16,-1-4 1 15,0 2 4-15,1-1-5 16,2 1-1-16,-3 0 1 16,6-1 2-16,-2 0-1 15,2-2 0-15,1 5 9 16,-1-6 0-16,5 2-8 15,-3 1 8-15,1-1 0 16,1-1-1-16,1 1 0 16,0-1 0-16,2-1-8 15,-1 2 11-15,-2-2-5 0,1 0 2 16,-1 4 7-16,-2-3 2 16,0 2 4-16,-1 0 2 15,4-3 2-15,-1 0-14 16,1 3-10-16,1-3 7 15,2 0 5-15,-1 2-13 16,1-2 9-16,0 0 5 16,0 0-8-16,0 0 5 15,0 0 3-15,0 0-2 16,0 0 4-16,0 0-4 16,0 0 2-16,0 0 0 15,-2 0-2-15,2 0 0 16,-2 1-4-16,-3-1-8 15,4 0 7-15,-3 0-8 16,-2 0 1-16,3 2 7 0,-6 1-8 16,1 0 1-16,-4 0 5 15,-1-1-5-15,-1 3 5 16,-1-2-5-16,2 2 0 16,1 0 11-16,2-2-2 15,5-2 5-15,2 1-2 16,3-2 2-16,0 0 0 15,0 0-13-15,0 0 14 16,0 0-1-16,0 0-6 16,0 0-9-16,-2 0 9 15,2 0-9-15,-1 0 7 16,1 0-6-16,0 1-1 0,0-1 0 16,0 0 0-16,0 0-1 15,0 0-8-15,0 0-8 16,0 0 16-16,0 0 1 15,0 0 0-15,0 0 0 16,3 0 0-16,-2 0-15 16,2 0-34-16,1 2-19 15,-1 1 0-15,2-1-21 16,2 1-60-16,-2-1-87 16,-2-2-327-16,-1 3-749 0</inkml:trace>
  <inkml:trace contextRef="#ctx0" brushRef="#br0" timeOffset="69226.83">8218 10136 133 0,'0'0'490'0,"0"0"-393"0,0 0-28 0,0 0 34 0,0 0 2 15,0 0-34-15,0 0 16 16,17-45 10-16,-16 39-38 16,1-1-12-16,-2 5 9 15,0-1-16-15,0 0 5 16,0 3 16-16,0-1-3 15,4 1 9-15,-4-2 12 16,1 1 8-16,-1 1 7 0,0 0-17 16,0 0-13-16,0 0-2 15,0 0-11-15,-1 0-25 16,-9 4-25-16,-6 10 30 16,-4 1-14-16,-2 3-16 15,-1 1 8-15,1-1-2 16,6 1 1-16,0-2-7 15,6-4 5-15,4-2-5 16,2-5 6-16,4-1-7 16,0-2-1-16,0-3-7 15,0 2 8-15,0-2 0 16,0 0 0-16,0 0-1 16,0 1 1-16,2 1 1 15,5 0 5-15,1 1-5 0,2 0-1 16,0 2 2-16,2 0-2 15,-2-4 1-15,2 4 1 16,-1-2 5-16,1-1-7 16,-5 1 0-16,5 0 0 15,-6-3 0-15,-1 2 0 16,-2-2-1-16,-3 3 1 16,2-1-16-16,-2-1-51 15,0 4-54-15,0 1-102 16,0 1-333-16,0-4-360 0</inkml:trace>
  <inkml:trace contextRef="#ctx0" brushRef="#br0" timeOffset="73372.77">1901 10921 179 0,'0'0'522'0,"0"0"-326"0,0 0-108 0,0 0-23 0,0 0 14 16,0 0-29-16,0 0-50 16,0-5-3-16,0 8 3 15,0 8 35-15,0 0 3 16,0 10-11-16,0 5 20 15,-3 4-4-15,-4 2 2 16,-3 10-36-16,-3 1-9 16,-2 1 43-16,0 2-25 0,-1-5-8 15,3-4-1 1,2-5-9-16,1-1 0 16,3-10 0-16,3-5-1 0,3-5-12 15,1-5-53-15,0-4-32 16,-3 0-43-16,3-1-122 15,-6-1-143-15</inkml:trace>
  <inkml:trace contextRef="#ctx0" brushRef="#br0" timeOffset="73789.67">2184 11044 772 0,'0'0'129'16,"0"0"-128"-16,0 0 15 16,0 0 77-16,0 0-31 15,0 0-32-15,0 0 18 16,-39 30 38-16,24-16-33 15,-3 3 1-15,-4 0 11 16,-1 2 6-16,-4 5-2 16,6-3-24-16,0 2-10 15,3-2-5-15,3-2-11 16,5-2-1-16,5-1-17 16,5-5-1-16,0 1 1 15,0 0-1-15,7 0 10 0,4-6-1 16,5 1-9-16,5-4 2 15,3-1 5-15,2-2-7 16,6 0 21-16,1 0-21 16,4-5-170-16,-7-2-158 15,-9 1-242-15</inkml:trace>
  <inkml:trace contextRef="#ctx0" brushRef="#br0" timeOffset="74523.42">2376 11040 690 0,'0'0'133'0,"0"0"-105"16,0 0 9-16,0 0 48 15,0 0-15-15,0 0 21 16,0 0 13-16,7 29-5 15,-7-13-5-15,0 4-30 16,0 4-12-16,-4-1-18 16,-1 4 11-16,-2 0-3 15,1-6-22-15,-1 1-19 16,0-2 2-16,-1-7-3 16,3-2 0-16,-3-5 14 0,4-5-13 15,-1-1-2 1,2 0-16-16,0-1-66 0,3-13 31 15,0-5-3-15,0-2 55 16,0-2-1-16,0-4 1 16,4-1-1-16,7-1 0 15,4-4-5-15,1 2-2 16,4 4-20-16,1 2 8 16,5 4-6-16,1 1 18 15,-4 7 8-15,1 3 1 16,-7 5 5-16,-7 5 1 15,-7 0 2-15,-3 0 45 16,0 12 30-16,0 1-15 0,-10 5-30 16,1 4-17-16,1-6 11 15,3-3-12-15,0 1-7 16,5-6-6-16,0-3-8 16,0 2-2-16,7-3 2 15,1 3 2-15,5-1-1 16,-1 4 6-16,2 4 0 15,-2 2-7-15,-2 5 1 16,0 5 3-16,-4-2-4 16,-5 3-1-16,-1-3-8 15,0-2 9-15,-17-2 8 16,-4-2 8-16,-6-3 19 16,-2 2-6-16,-1-3-1 15,-1-3-3-15,4 2-6 16,8-10-12-16,3 0-6 0,8 1-1 15,6-4-37 1,2 0-118-16,4-10-152 0,12-6-201 16,2 1-404-16</inkml:trace>
  <inkml:trace contextRef="#ctx0" brushRef="#br0" timeOffset="74938.62">2832 11215 970 0,'0'0'252'0,"0"0"-199"0,0 0-25 16,0 0 63-16,97-15 21 15,-56 10 25-15,10-2-43 0,2-2-42 16,2 1-23-1,-1 2-4-15,-7 0-15 0,-7 3-10 16,-13 3-2-16,-9 0-25 16,-11 0-36-16,-7 0-95 15,0 0 3-15,-5 3 49 16,-7 3-207-16,2-1-320 0</inkml:trace>
  <inkml:trace contextRef="#ctx0" brushRef="#br0" timeOffset="75254.17">3305 10996 719 0,'0'0'127'16,"0"0"-74"-16,0 0 115 15,0 0 11-15,0 0-41 16,0 0-10-16,87-21 11 16,-74 21-13-16,-1 10-24 15,-4 9-1-15,-1 2-16 16,-3 8-13-16,-4 4-11 16,0 2-29-16,0 2-11 15,-14 2-21-15,-1-1 0 16,-7-5-4-16,-1-2-48 0,-4-2-70 15,-8-5-143-15,6-5-263 16,4-8-386-16</inkml:trace>
  <inkml:trace contextRef="#ctx0" brushRef="#br0" timeOffset="75853.39">3784 10968 339 0,'0'0'310'0,"0"0"-169"0,0 0-100 0,0 0-4 0,0 0 33 16,0 0-31-16,0 0-29 15,-1-6 16-15,-8 8 39 16,-2 8-35-16,-3 1-2 16,-4 5 14-16,-4 6 16 15,-1 7 23-15,-2 4 3 16,3 4 6-16,2 0 3 15,3 2-19-15,7-6-15 16,5-3-30-16,5-4-28 16,0-8 5-16,0 0-6 15,9-6 0-15,3-5-11 0,4 0 1 16,3-4 2 0,-1-2 7-16,5-1-14 0,-1 0-81 15,1 0-70-15,6 0-18 16,-4-8-70-16,-5 2-149 0</inkml:trace>
  <inkml:trace contextRef="#ctx0" brushRef="#br0" timeOffset="76255.25">3865 11242 430 0,'0'0'275'16,"0"0"-77"-16,0 0 4 16,0 0 37-16,0 0-59 15,0 0-55-15,0 0-40 0,0-44-21 16,0 44-14-1,0 0-9-15,0 0 15 0,0 3-15 16,-5 9 1 0,1 5 21-16,-3 2-11 0,3 4-15 15,2-2-18-15,2-2 1 16,0-8-19-16,2-2-1 16,11-6-1-16,4-3-8 15,8 0 9-15,1-5 20 16,1-8-20-16,-2-4-49 15,-2-4 14-15,-6-1 23 16,-2 4 12-16,-8-5 1 16,-5 4-1-16,-2 1 1 15,-3 4-1-15,-11 1 0 16,-4 0-5-16,-2 9 5 16,-4 0-18-16,3 4-1 15,-1 0 19-15,2 15 1 0,5-2 8 16,5 4-9-16,3-4-38 15,7 7-173-15,0-10-154 16,0-2-239-16</inkml:trace>
  <inkml:trace contextRef="#ctx0" brushRef="#br0" timeOffset="76618.95">4050 11131 922 0,'0'0'263'0,"0"0"-179"0,0 0 102 0,0 0 32 0,0 0-27 0,0 0-99 16,100 34-39-16,-86-17-2 0,-6 1-27 16,-4 1 1-16,-4 1-13 15,0-4 1-15,-4-2-6 16,-8-1 9-16,-1-4-5 15,-2-1-16-15,1-7 5 16,4-1-11-16,3 0-9 16,3-12-6-16,4-6-4 15,0-3 28-15,4-3 0 16,10-6-5-16,7 2-17 16,0-1-50-16,6 2 39 15,-6 8 21-15,5 1 0 0,-8 8-32 16,-3 3-56-16,-2 7-170 15,-3 0-73-15,-4 0-140 0</inkml:trace>
  <inkml:trace contextRef="#ctx0" brushRef="#br0" timeOffset="77708.64">4331 11149 418 0,'0'0'208'15,"0"0"-57"-15,0 0 89 16,0 0-23-16,0 0-73 15,0 0-28-15,43 78 2 16,-41-63-53-16,-2-5 5 16,0 4-4-16,0-5-13 0,-10 3 1 15,-2-3-19-15,-1-2-20 16,3-1-5-16,-2-3-10 16,4-3 0-16,5 0-19 15,1 0-35-15,2-4-15 16,0-11-12-16,2-5 6 15,11-4-51-15,4 0-22 16,1-6-32-16,6 3-21 16,-3 0 71-16,0 5 97 15,-4 4 33-15,4 5 4 16,-6 7 37-16,-6 5 17 16,0 1 25-16,-5 0 26 15,-4 11 10-15,0 5 5 16,0 4-37-16,0 1-17 0,0-2 50 15,0 1-59 1,3-4-33-16,3-4-28 0,3-1 1 16,8-7 0-16,-1-4-1 15,10 0 15-15,-2-4-14 16,5-8 17-16,3-5-18 16,0-2-25-16,-3-1 25 15,-2-1-1-15,-7 2 2 16,-5-2-1-16,-5 5 10 15,-7 2 2-15,-3 0-5 16,0 2-7-16,0 1 11 16,-3 5-3-16,-7 4-8 15,0 2 10-15,-3 0-9 0,-2 11 17 16,-4 7 2 0,-1 4 20-16,2 5 24 0,0-3-1 15,8 3-7-15,3-8-21 16,5-2-15-16,2-5-19 15,0-6-1-15,12-6 0 16,8 0 3-16,5-3 16 16,4-11-2-16,-2-1-17 15,1 0-19-15,-7 0-34 16,-6 6 22-16,-5-1 18 16,-6 7 11-16,-3 3 0 15,-1 0 2-15,0 0 0 16,0 9 19-16,0 6 22 15,0-2-20-15,0 4-7 0,4-4 13 16,6-2-26-16,4-7 9 16,5-4-9-16,4 0 12 15,1-7-8-15,6-11-5 16,-2-3-18-16,-1-6-16 16,0-3 8-16,-5 0-1 15,-4-1 8-15,-5 0 16 16,-4 5 2-16,-3 1-8 15,-4-3 8-15,-2 8 1 16,0-1-1-16,0 3 1 16,0 5 1-16,0 6-1 0,0 4 6 15,0 3-6 1,-2 0 0-16,-4 12 22 0,-3 6 21 16,-2 4-14-16,2 8 8 15,-1 1 14-15,-1 0-3 16,4 2-13-16,-1-1 3 15,2 3-16-15,5-8-13 16,1-5-7-16,0-4-2 16,0-6-1-16,0-1-13 15,3-7-23-15,5-1-7 16,3 0-24-16,3-3-67 16,2 0-49-16,9 0-149 15,-5-3-199-15,-2-3-146 0</inkml:trace>
  <inkml:trace contextRef="#ctx0" brushRef="#br0" timeOffset="77985.47">5104 11095 690 0,'0'0'380'0,"0"0"-254"0,0 0 28 15,0 0 26-15,0 0 10 16,0 0-77-16,0 0-49 16,93-10-8-16,-60-1-34 15,0 1-12-15,1 3-9 16,-9 2-1-16,-7 5-14 16,-6 0-54-16,-7 0-61 0,-5 0-59 15,-1 12-40-15,-28 11 31 16,0-1-102-16,1 0-83 0</inkml:trace>
  <inkml:trace contextRef="#ctx0" brushRef="#br0" timeOffset="78485.74">3629 11834 377 0,'0'0'564'0,"0"0"-306"16,0 0-129-16,0 0-1 15,0 0 22-15,0 0 31 16,0 0-20-16,110-19-33 16,-58 5-41-16,6 1-17 15,11-4-14-15,20-5-4 16,19-5 4-16,20-8 11 16,-15 5 9-16,-23 7-26 15,-31 9-29-15,-22 6-12 0,-1 0-9 16,1 0 1-16,-3 3 0 15,-14 0-1-15,-9 2 2 16,-6 3 5-16,-5 0 16 16,0 0 18-16,0 0-5 15,0 0-13-15,0 0-14 16,0 0-9-16,0 0 0 16,0 0-8-16,0 0-26 15,0 0-42-15,0 0-52 16,0 0-46-16,0 5-99 15,0-2-310-15,-3-3-231 0</inkml:trace>
  <inkml:trace contextRef="#ctx0" brushRef="#br0" timeOffset="79701.33">16534 3950 84 0,'0'0'1164'0,"0"0"-916"0,0 0-182 0,0 0-33 16,0 0 1-16,0 0 3 15,0 0 23-15,-46 106-6 16,33-54-29-16,-3 12-7 15,-2-2 7-15,-2 5 27 16,2-5-27-16,-1-5-9 0,4-9-16 16,4-4 1-1,2-13-2-15,4-10-21 16,5-8-44-16,0-13-147 16,0 0-121-16,8-11-253 0</inkml:trace>
  <inkml:trace contextRef="#ctx0" brushRef="#br0" timeOffset="80001.41">16456 4044 687 0,'0'0'297'0,"0"0"-197"16,0 0-6-16,0 0 61 15,0 0 35-15,0 0-38 0,124-64-33 16,-80 45-7 0,4 0-13-16,4 0-5 0,-8 3-10 15,-2 5-16-15,-11 4-49 16,-13 6-19-16,-6 1 0 16,-11 0-15-16,-1 5-41 15,0 9-21-15,-15 5 6 16,-7 1-107-16,-21 14-159 15,5-3-47-15,1-4-113 0</inkml:trace>
  <inkml:trace contextRef="#ctx0" brushRef="#br0" timeOffset="80168.71">16481 4229 51 0,'0'0'584'0,"0"0"-412"16,0 0-16-16,0 0 81 15,0 0 39-15,0 0 5 16,0 0-97-16,104-11-49 15,-55-5-69-15,4 0-32 16,1 0-17-16,-6 3-17 16,-5 2-23-16,4-3-131 15,-10 9-398-15,-11-1-318 0</inkml:trace>
  <inkml:trace contextRef="#ctx0" brushRef="#br0" timeOffset="80785.37">17066 4050 1205 0,'0'0'260'0,"0"0"-195"16,0 0 9-16,0 0 56 16,90 2-25-16,-64 8-4 15,-5 4-29-15,-6 5-34 16,-5 2-10-16,-10 4-16 15,0 3-11-15,-13 2 17 16,-14-2-18-16,0-2 10 16,-4-5-20-16,4-9-9 15,3-4-25-15,6-8-26 0,8 0 50 16,8-6 3-16,2-9-64 16,7-8 33-1,16-7 33-15,6 1-18 0,6-3-27 16,4 4 29-16,-1 4 30 15,-1 4 0-15,-9 6 0 16,-3 4 1-16,-8 6 1 16,-9 4 7-16,-5 0 27 15,-3 0 19-15,0 0 6 16,0 9 11-16,0 3-3 16,-8 5-20-16,6 0-26 15,-1 1-13-15,3 4 7 16,0-7-16-16,0-3-1 0,12-4 1 15,6-3-10 1,2-5 10-16,2 0 0 0,-2-5-21 16,-2-8-24-16,-2-4-2 15,-5-1 6-15,-8-1 27 16,-3 1 5-16,0 0 9 16,0 0-1-16,-10 2-10 15,-3 0 11-15,-2 6-13 16,0 4 1-16,0 4 12 15,0 2 0-15,-2 0 0 16,0 11-1-16,3 2-12 16,0 4-149-16,4-5-339 15,6-3-241-15</inkml:trace>
  <inkml:trace contextRef="#ctx0" brushRef="#br0" timeOffset="81400.48">17526 4032 199 0,'0'0'868'0,"0"0"-722"0,0 0-53 0,0 0 129 0,90 0-84 16,-72 9-78-16,-6 2-9 15,-3 0-11-15,-6 6-2 16,-3-2-15-16,0 3-7 15,-14 0 6-15,-1-1 9 16,0-4-21-16,4-2-10 16,0-7-79-16,5-4-8 15,2 0 0-15,4-1-3 0,0-13-32 16,4-4 49-16,11-3 33 16,5-1-10-16,3-2-106 15,4 3 16-15,-2 2 27 16,0 3 77-16,-3 8 26 15,-2 5 10-15,-4 3 1 16,-2 0 50-16,-1 0 37 16,-2 11 61-16,-3 2 3 15,-2 3-56-15,-4 0-5 16,-2 2-21-16,0-1-18 0,0-1-40 16,-8-2-12-1,0-3 0-15,-1-1-10 0,0-5-18 16,3-5-80-1,1 0-22-15,3 0-2 0,2-10 18 16,0-4-6-16,0-1 34 16,10-4 53-16,5 0-38 15,5-3-164-15,3 3 23 16,2 1 101-16,-1 3 111 16,0 4 163-16,-3 4 19 15,1 3-8-15,-3 4-5 16,-5 0-24-16,-4 7-8 15,-3 11 10-15,-4 2-99 0,-3 1-28 16,0 1-1-16,4 5-19 16,-1-4-232-16,2-7-144 15</inkml:trace>
  <inkml:trace contextRef="#ctx0" brushRef="#br0" timeOffset="81699.66">18680 3832 776 0,'0'0'294'0,"0"0"-205"0,0 0 68 0,0 0 95 0,-16 94-94 0,3-59-94 16,-1 3 5-16,0-2-24 16,4 0-13-16,3-4-17 15,4-4-15-15,3-3-15 16,0-9-68-16,12-2-145 16,5-9-139-16,3-5-130 0</inkml:trace>
  <inkml:trace contextRef="#ctx0" brushRef="#br0" timeOffset="81964.2">18943 3922 895 0,'0'0'363'16,"0"0"-181"-16,0 0 44 16,0 0-34-16,0 0-106 15,0 0-40-15,0 0-29 16,-64-15 8-16,39 24 29 15,-2 4 23-15,-1 6 1 16,4 2-1-16,6 4-21 16,3 4-17-16,7 0-21 15,8-2-18-15,0-3-1 16,11-5-5-16,15-6 6 16,7-4-31-16,7-5-69 15,17-4-185-15,-9 0-328 0,-8 0 60 16</inkml:trace>
  <inkml:trace contextRef="#ctx0" brushRef="#br0" timeOffset="82581.3">19148 3940 879 0,'0'0'395'0,"0"0"-305"16,0 0-60-16,0 0 102 15,0 0 24-15,0 0 15 16,-8 93-51-16,-2-61-9 16,0 1-33-16,2-3-38 15,-1-1-15-15,2-5-14 0,0-6-11 16,4-7 0 0,0-3-43-16,0-6-19 0,-1-2 29 15,3 0-6-15,1-15-56 16,0-2 60-1,0-6 34-15,0-4-20 0,0-3 16 16,8 2 4-16,4-5 1 16,2 0-43-16,7-1 1 15,4-1-66-15,2 2-23 16,1 4 49-16,0 6 49 16,-1 7 27-16,0 7 6 15,-3 6 12-15,-5 3 60 0,-3 1 16 16,-6 14-5-1,-7 5 19-15,-3 2-25 0,0 1-6 16,-2 0-21-16,-8-3 10 16,3-6-16-16,2-4-25 15,5-3-19-15,0-4-17 16,0 3-33-16,11-3 8 16,3 0 23-16,5 3 18 15,-3 0 2-15,-2 6-2 16,-1 4-4-16,-6 5-7 15,-7 3 12-15,0 3 1 16,-2-3 36-16,-17 0 21 16,-5-5 24-16,-4-1-6 15,-8-4-38-15,0 0-20 16,-3-4-9-16,-1 3-9 0,-10-4-62 16,10 0-209-16,8-4-428 15</inkml:trace>
  <inkml:trace contextRef="#ctx0" brushRef="#br0" timeOffset="83715">20094 3639 82 0,'0'0'885'0,"0"0"-664"0,0 0-163 0,0 0 77 16,0 0 117-16,0 0-44 15,0 112-73-15,0-61-11 16,-9 3-22-16,-1 3-34 15,-1 5-22-15,-4 1-21 16,3 3 1-16,-1-3-13 16,-2-6-12-16,3-8-2 15,2-12 1-15,1-10-1 16,5-9-40-16,2-7-27 16,1-5-68-16,1-5-59 15,0-1-51-15,0 0-62 0,0-10-501 0</inkml:trace>
  <inkml:trace contextRef="#ctx0" brushRef="#br0" timeOffset="84080.1">20085 4047 183 0,'0'0'895'0,"0"0"-666"16,0 0-171-16,0 0 94 15,0 0 80-15,86-24-61 16,-23 15-47-16,34-6 3 16,37-4-34-16,18-5-10 15,5-3-3-15,-13 5-6 16,-40 7-25-16,-29 6-22 15,-28 4-26-15,-17 2-1 16,-7 3 0-16,-3-3-14 16,-5 0 9-16,-12 3 5 15,-3 0 12-15,0-1-12 16,0 1-6-16,0 0-10 16,-2 0-48-16,-5 4-123 15,-2 8-106-15,-2 0-406 0</inkml:trace>
  <inkml:trace contextRef="#ctx0" brushRef="#br0" timeOffset="84829.95">20659 4454 77 0,'0'0'1325'0,"0"0"-1070"0,0 0-195 16,0 0 48-16,0 0 57 0,-75 85-67 15,56-41-46 1,-2 2-12-16,6-1-26 0,-2-1-5 16,2-10-9-16,1-7-5 15,6-10-7-15,0-6 3 16,1-10-28-16,5-1 37 16,1 0 0-16,1-11-24 15,0-7 8-15,1-2 11 16,14-7 5-16,2-4 14 15,5-2-14-15,1-3 0 16,-1 2 6-16,1 0-4 16,-1 2-1-16,-2 5 0 15,-2 5 7-15,-3 7-6 0,-1 3 17 16,-2 7 2-16,-2 2-6 16,0 3 13-1,-4 0-8-15,1 9-5 0,-2 9 7 16,-1 5 3-16,-4 5 33 15,1 5-6-15,2 1-30 16,-1-1-13-16,-2-3-7 16,0-6-1-16,0-6-1 15,0-3-24-15,0-6-56 16,0-3-28-16,0-2-26 16,-6-4-64-16,-1 0-147 15,-2 0-290-15</inkml:trace>
  <inkml:trace contextRef="#ctx0" brushRef="#br0" timeOffset="85046.26">20386 4671 225 0,'0'0'961'0,"0"0"-703"0,0 0-133 0,0 0 72 16,0 0-6-16,96-38-76 15,-48 28-52-15,7-4-29 16,7 1-19-16,2-5-8 16,-4 4-7-16,-5 1-2 15,0-6-105-15,-13 3-202 0,-15 5-446 16</inkml:trace>
  <inkml:trace contextRef="#ctx0" brushRef="#br0" timeOffset="85316.75">21020 4243 783 0,'0'0'250'0,"0"0"-196"16,0 0-2-16,0 0 81 15,0 0 18-15,0 0 0 16,0 0-17-16,8 111 60 15,-8-69-40-15,-8 4-64 16,0 1-17-16,-2-1-44 16,6-4-15-16,-1-7-14 0,2-6-40 15,1-8-114-15,2-9-146 16,0-6-267-16,2-3-60 0</inkml:trace>
  <inkml:trace contextRef="#ctx0" brushRef="#br0" timeOffset="86048.34">21262 4498 1016 0,'0'0'311'0,"0"0"-180"0,0 0 35 16,0 0 29-1,0 0-88-15,0 0-60 0,0 0-23 16,-23-47-17-16,13 47 12 15,-7 6-3-15,2 9-15 16,2 5 0-16,1 4-1 16,5 3 0-16,6 2 0 15,1 1-1-15,0 0 1 16,3 0 0-16,5-3 0 16,-3 2 1-16,0-4 0 15,-3 1-1-15,-2-3-1 16,0-5-7-16,-12-2-25 15,-6-5 1-15,-2-4 23 16,-2-2-22-16,4-5-255 0,3 0 277 16,10 0 0-16,5-14 9 15,0-5-48-15,20-4-20 16,6-5 5-16,6-2-9 16,2-2 41-16,0-6 25 15,4 4 6-15,-5-1 7 16,-1 3-1-16,-7 7 19 15,-5 2 44-15,-7 9 55 16,-5 4 3-16,-2 7-5 16,-6 0-19-16,1 3-46 15,-1 0-25-15,0 0-24 16,3 0-2-16,-3 6 8 16,2 7 11-16,-2 3 45 0,2 0-22 15,-2 1-13 1,1-4-4-16,3-3-16 0,-1-3-15 15,0-4 0-15,4-3 1 16,2 0 0-16,4-2 13 16,4-10-14-16,2-2-42 15,4-3-14-15,-5 1 16 16,-1 2 17-16,-4 0 17 16,-5 8 6-16,-1 0 5 15,-4 3 18-15,-1 3 23 16,0 0-18-16,-1 5 24 15,6 5 19-15,-2 2 3 16,3 0-19-16,1-2-33 0,1-5-16 16,6-2-6-1,0-3-10-15,4 0-134 0,-5-8-251 16,-4-3-701-16</inkml:trace>
  <inkml:trace contextRef="#ctx0" brushRef="#br0" timeOffset="89443.21">18803 4617 195 0,'0'0'838'0,"0"0"-499"0,0 0-171 16,0 0 4-16,0 0 21 16,0 0-66-16,0 0-72 15,0-8-38-15,0 25 38 0,0 7 31 16,0 6-38-16,-6 10 3 15,-2 7 18-15,-4 2-8 16,2 5-25-16,0-5-26 16,2-1-5-16,-2-7-5 15,8-6-20-15,0-10-61 16,2-7-63-16,0-10-144 16,12-7-222-16,0-1-209 0</inkml:trace>
  <inkml:trace contextRef="#ctx0" brushRef="#br0" timeOffset="89945.02">18975 4889 557 0,'0'0'617'16,"0"0"-462"-16,0 0-61 15,0 0 12-15,0 0 9 16,0 0-57-16,0 0 4 15,0-33 53-15,0 30-5 16,0-1-1-16,-6 1-36 16,-2 1-37-16,0 2-27 15,-2 0 1-15,-2 0-9 16,-2 2 12-16,0 8-12 16,-4 4 14-16,4 2 4 0,-3 2-4 15,0 5 4-15,4-1-8 16,2-1-9-16,2-3-2 15,4-4 0-15,5-3-14 16,0-6 8-16,0-3-8 16,4-2 14-16,9 0 2 15,5 0 4-15,4-9 0 16,3-3-6-16,-2-2-23 16,-1 4-4-16,-5-4-10 15,-6 5 18-15,-4 0 19 16,-3 2 5-16,-3 2 10 15,-1 2 11-15,0 3 7 16,0 0-17-16,0 0-16 16,0 0-18-16,2 0 6 15,-1 9 12-15,3 2 6 0,-1-1-6 16,-1-1-40-16,5 0-125 16,-4-1-385-16,0-7-104 0</inkml:trace>
  <inkml:trace contextRef="#ctx0" brushRef="#br0" timeOffset="91107.97">19102 4859 781 0,'0'0'260'0,"0"0"-213"0,0 0-21 0,0 0 43 0,0 0 14 15,0 0-43-15,0 0 130 16,6 66-102-16,-6-54-31 16,0 0-14-16,0-3 16 15,0-1-23-15,-2-4-6 16,2-1-9-16,-1-1-1 16,-1-2-17-16,2 0 17 15,-1 0-13-15,-2 0-9 16,3-8-1-16,-1-1 0 15,1-1 10-15,0-2 3 0,0-2 10 16,0 2 0-16,5-3 2 16,1 6 3-16,1-1-4 15,2 4 7-15,0 0-6 16,0 3 19-16,1 3 11 16,0 0 6-16,-1 0 0 15,-1 0-6-15,1 4-3 16,-3 5 7-16,-1 2-3 15,1-2-17-15,-2 0-6 16,1 0 0-16,-2-3-4 16,1 0-6-16,-3-3-44 15,1-2-94-15,0 2-20 16,3-3 7-16,1 0-45 16,4 0-27-16,4 0 105 15,-1-4-21-15,2-5-22 0,-2-2 84 16,0-1 77-16,-2 0 97 15,-3-1 43-15,-3-1 30 16,0 4 17-16,-3-1 28 16,-2 5 6-16,0 1-17 15,0 4-60-15,0 1-60 16,0 0-33-16,0 0-25 16,0 0-26-16,0 0 2 15,0 9 5-15,4 6 31 16,-1 2-23-16,2 5-6 15,0 4-9-15,-2-1 50 16,-2 5-28-16,-1 0-21 16,0-3-1-16,-1-4 0 0,-9-5-9 15,-2-2-29-15,1-8 3 16,0-3 30-16,4-5 4 16,3 0 1-16,4-2-18 15,0-12-24-15,4-5-3 16,10-4 36-16,5-2-19 15,3-4 11-15,-2 2 17 16,2 0 1-16,-1 3 0 16,-6 0 7-16,4 6 0 15,-8 3 22-15,-2 5 12 16,-3 4 5-16,-3 2-16 16,-1 4-3-16,-2 0-5 15,0 0-8-15,0 4 1 16,0 5 12-16,0 1-1 0,0 1 2 15,2-1-11-15,0 2-6 16,-1-6-11-16,4-1-1 16,2-4 0-16,1-1 0 15,7 0 8-15,4-1 7 16,2-8-14-16,3-5 0 16,1 2 0-16,-3-3-1 15,-2 0 1-15,-5 2 0 16,-8 0 6-16,-1 4-1 15,-6 4 3-15,0-1 19 16,0 6 14-16,0 0-5 16,0 0-24-16,-10 11 15 15,-2 8-4-15,1 0 0 0,-3 5-5 16,6-3 5-16,3-3-17 16,3-3-7-16,2-3-17 15,0-6-60-15,24-1-58 16,-1-4-165-16,3-1-482 0</inkml:trace>
  <inkml:trace contextRef="#ctx0" brushRef="#br0" timeOffset="92440.04">21875 3796 52 0,'0'0'812'0,"0"0"-593"0,0 0-146 16,0 0 41-16,0 0 15 0,0 0-19 16,0 0-33-16,-1-23 27 15,-5 19 8-15,0 1-5 16,-2 3-32-16,-6 0-43 15,-4 0 18-15,-4 0-30 16,-3 3 2-16,0 10 6 16,1 1-1-16,3 1-5 15,4 0-9-15,4 0-12 16,8 0-1-16,3-3 0 16,2-2-13-16,0-4 0 15,14 2-2-15,4-1-6 16,7-4 14-16,4 0 7 15,1 0-9-15,1 2 9 0,3 2-15 16,-5 5 8 0,-3-2 1-16,-8 7-3 0,-6-1-20 15,-9 2 2-15,-3-2 19 16,0-2 8-16,-17 1 20 16,-3-1 8-16,-6-4 3 15,-1-3 4-15,-1 0 0 16,2-4-7-16,4-2-10 15,9-1-11-15,3 0-5 16,6 0-1-16,4 0-1 16,0 0-4-16,3-4-42 15,14-3-7-15,6-2 53 16,5-2 18-16,11-2-11 0,-1 0 1 16,7-2-6-16,-1-3-2 15,1 3 1-15,0-4 0 16,-5-1 0-16,-7 0 8 15,-9 3-8-15,-6-1 11 16,-11 5-11-16,-2 1 12 16,-5 1-7-16,0 2 5 15,0 3-3-15,-6 2-2 16,-7 4-4-16,-2 0 14 16,-3 0-3-16,-2 10-12 15,-2 5 12-15,4 3 6 16,3 1 5-16,5 0-5 15,3 0-12-15,6-6-7 16,1-2-1-16,0-2-8 0,13-4-10 16,6 0 3-16,4-5-40 15,0 0-45-15,9 0-201 16,-7 0-348-16,-8-5-304 0</inkml:trace>
  <inkml:trace contextRef="#ctx0" brushRef="#br0" timeOffset="92872.62">22296 3821 1207 0,'0'0'315'0,"0"0"-203"0,0 0 40 0,0 0-6 0,0 0-48 16,0 0-42-16,0 0-16 0,61 36 4 15,-58-16-15-15,-3-1-5 16,0 1 1-16,0-4-6 15,0 2-19-15,0-9-13 16,-2-2-48-16,-1-3-24 16,-4-4-16-16,6 0 25 15,-2-4-39-15,-3-12 58 16,5 2 24-16,-1-4 11 16,2-4 0-16,0 3-13 15,0-2 29-15,3 3 6 16,7 1 1-16,3 7 34 15,3 1-3-15,2 3 3 0,0 0 7 16,2 6 9-16,1 0-2 16,-3 0 3-16,-3 0-2 15,0 12 6-15,-3 0-8 16,-4 1-17-16,-3 2-10 16,-3 2-2-16,-2-1-3 15,0-1 1-15,0 0-17 16,0-4-114-16,0-1-80 15,0-4-122-15,0-6-206 16,0 0-149-16</inkml:trace>
  <inkml:trace contextRef="#ctx0" brushRef="#br0" timeOffset="93124.32">22666 3532 403 0,'0'0'710'0,"0"0"-521"0,0 0-97 0,0 0 53 0,0 0-5 15,0 0-5-15,0 0-42 16,33 36-14-16,-31-4-6 16,-1 5-25-16,-1 5-23 15,0 0-2-15,0-3-10 16,0-2-13-16,0-5-13 15,-3-1-136-15,-7-8-342 16,-3-7-148-16</inkml:trace>
  <inkml:trace contextRef="#ctx0" brushRef="#br0" timeOffset="93506.17">22522 3845 176 0,'0'0'654'16,"0"0"-450"-16,0 0-51 15,0 0 44-15,0 0-8 16,85-27-81-16,-49 17-60 16,2 1-17-16,2-2 0 15,0-2 9-15,0-2 0 16,-1 0 2-16,-5 1 2 16,-3-1-14-16,-10 1-20 15,-2 4 3-15,-10 0-1 16,-6 2 26-16,-3 1 15 15,0 4-2-15,0 0-2 0,0 3 0 16,-3 0-34-16,-6 0-15 16,1 8 35-16,-4 5-16 15,0 3-7-15,1 1-4 16,4-1-8-16,2-2-2 16,1-4-5-16,4-1 1 15,0-1-10-15,0-5-32 16,9 1-26-16,2-4-72 15,13 0-88-15,-4 0-110 16,-3-1-255-16</inkml:trace>
  <inkml:trace contextRef="#ctx0" brushRef="#br0" timeOffset="94412.37">23022 3672 46 0,'0'0'846'0,"0"0"-603"15,0 0-12-15,0 0 30 16,0 0-73-16,0 0-90 15,0 0-17-15,43-22-14 16,-34 30-6-16,-3 5-22 16,1 1-3-16,-2 0-5 15,-2 2 6-15,-1-4-27 16,0 3-10-16,-2-6-1 16,0-3-11-16,0-3-31 15,0 1-28-15,0-4 2 16,0 0 37-16,0 0 24 0,0 0-13 15,5-4-31-15,0-7 1 16,3-2 36-16,2 2-10 16,2-2-2-1,-1 3 27-15,0 2 2 0,-3-1 21 16,-2 6 21-16,1 0 9 16,-1-2 4-16,3 2-13 15,1 0-16-15,2-1-9 16,2-2-6-16,0 3-1 15,1-2-3-15,2 0-8 16,-4-1 9-16,-1 4-9 16,-5-4 0-16,-4 2 10 15,-1 1 3-15,-2 2-6 0,0 1-2 16,0 0 16 0,0 0-10-16,0 0-12 0,-8 3 6 15,-2 8 12-15,-4 7 1 16,4-1 14-16,-3 5-22 15,8-4 3-15,-1 1-5 16,5-2-9-16,1-5-1 16,0-3-9-16,12-5 4 15,6-2 6-15,5-2 12 16,5 0 4-16,1-2-16 16,1-11-18-16,4-2-15 15,-4-5 21-15,0 1 9 16,-5-2 3-16,-5 0 1 15,-5 4 8-15,-5 1-1 0,-5 2 5 16,-3 4 5-16,-2 0-2 16,0 6 8-16,0 0-6 15,0 4-7-15,-7 0-11 16,-1 0-6-16,-2 0 6 16,-4 7 5-16,-2 4-5 15,1 3 0-15,-1 2 13 16,3 2 24-16,5 1-11 15,5-2-10-15,3-2-4 16,0-3-12-16,1-3 1 16,11-5 1-16,10 1 7 0,5-5 18 15,4 0 1 1,6 0-12-16,1 0-16 0,-4 0 0 16,-6 0 0-16,-6 0 0 15,-11 0 5-15,-5 0 3 16,-5 0 6-1,-1 0 13-15,0 0 6 0,0 0-14 16,0 0-19-16,0 0-26 16,-1 6-75-16,-33 12-141 15,3 3-375-15,-8 0-285 0</inkml:trace>
  <inkml:trace contextRef="#ctx0" brushRef="#br0" timeOffset="94839.01">22033 4310 108 0,'0'0'1221'0,"0"0"-974"0,0 0-76 0,0 0 69 0,0 0-32 16,0 0-149-16,0 0-42 15,83-10 74-15,-7-2-25 0,38-9-46 16,45-12-9-16,23 2 4 16,4 0 35-16,-20 3 37 15,-46 12-8-15,-34 4-35 16,-32 7-14-16,-15 1-28 15,-4 0-1-15,-9-1-1 16,-2 0 11-16,-15 2-9 16,-6 0 23-16,-3 2 17 15,0-2-18-15,-7 3-10 16,-2 0-8-16,1 0-6 16,-4 0-64-16,2 6-89 15,-13 9-133-15,2-2-336 16,-2-3-794-16</inkml:trace>
  <inkml:trace contextRef="#ctx0" brushRef="#br0" timeOffset="97335.67">21988 4248 196 0,'0'0'576'0,"0"0"-263"0,0 0-193 16,0 0-62-16,0 0-9 16,0 0 11-16,0 0 28 15,25 5-22-15,-11 0-33 16,-1-2-21-16,3 4-3 15,-3-2-1-15,4-1-8 16,1 2 2-16,6-1 4 16,1 1 1-16,10-2-1 15,3-2 11-15,7-2 9 0,6 0-14 16,5 0 0-16,3 0 7 16,3-3-3-16,0-6 1 15,-2 4 2-15,0-3 18 16,0 0 5-16,-3-3-5 15,-2-1-1-15,-3 0 10 16,0-2-7-16,-2-1 11 16,1-2 13-16,1 0 3 15,2-4-24-15,-2 3 6 16,0-4-3-16,-3 4-13 16,2-1 11-16,-3 1 8 15,-1-2-2-15,-4 1-14 16,-2 4-3-16,-3-4-7 0,-3 2-4 15,-1 0-6-15,-3-3-2 16,1 2 2-16,0-2 0 16,-4-2-5-16,0 0-1 15,1-2 3-15,-4 1 2 16,0-1 0-16,-2 0-8 16,-3 0 5-16,0 0 2 15,-3 0-7-15,-2 0 5 16,-2 2-5-16,-3-2-5 15,0-1 5-15,-1-1 3 16,-2 2-5-16,-2-2-3 16,2 0-1-16,-4-2 7 15,-2-1 1-15,1-3-7 0,-2 2-1 16,0 0-4 0,-6 1 4-16,-10 1 0 0,-2 2 0 15,0 1 6-15,-3 4-6 16,1 0 15-16,-1 3-15 15,-1-2-11-15,-1 2 11 16,-2-1 3-16,-4-2-3 16,-1 2-3-16,-5 1-11 15,-7 3 14-15,2 2 0 16,-7 2 8-16,-5 4-8 16,-1-1 1-16,-2 2 0 15,-2-2-1-15,0 1 0 0,2 3 7 16,1-4-7-1,3 6 0-15,1-1 0 0,0 3-11 16,-4 0 11-16,4 0 1 16,-4 0-1-16,-4 0-1 15,-2 5-10-15,-4-2 9 16,-3 2-7-16,-2-1 9 16,0-1 0-16,3 0 0 15,4 0-2-15,4 1 2 16,2 2-8-16,4 2 8 15,1 4 0-15,5 2 1 16,1 2-1-16,-1 3-1 16,7 2 1-16,0 1 1 0,1 0-1 15,1 0 1-15,0-1 0 16,0 0-1-16,2 0 5 16,0 0-5-16,5 1-6 15,1 1 6-15,5 1 0 16,0 1 0-16,3-1 0 15,-3 6 0-15,-3 1 0 16,1 2 0-16,-4 0 0 16,-1 0 0-16,3-2 1 15,0 0 0-15,5-3 0 16,0 1-1-16,4-3 0 16,3 1 0-16,3 3-5 15,5 0 3-15,1 3-5 16,5-2 5-16,2 1 1 15,0-1 0-15,0 2 1 0,0-3-1 16,7 2 1-16,3-3-1 16,2-2-12-16,1 0 13 15,2-3 0-15,2 0 0 16,1-2 0-16,1 1 0 16,-1-2 0-16,6-1-1 15,-1-2 0-15,5 0-5 16,2-6 6-16,7 2 1 15,0-4 1-15,3-4 8 16,0-1-4-16,0-1-4 16,-3 1-2-16,-5-4 2 15,-4 0-1-15,-5 1 0 16,0-2 1-16,-6 0 4 16,-1 0-6-16,-3 0 1 15,-1 0 4-15,-1 0-5 0,1 0-5 16,1 0 4-16,-1 0 2 15,2 0 4-15,-3 0-4 16,-1 0 6-16,-1-2-7 16,-1 1-1-16,-3 0 1 15,1-1-1-15,1 2 0 16,2 0 0-16,1 0-29 16,8 0-143-16,-1 0-140 15,-3 6-454-15</inkml:trace>
  <inkml:trace contextRef="#ctx0" brushRef="#br0" timeOffset="97769.85">22624 4366 438 0,'0'0'749'0,"0"0"-470"0,0 0-204 0,0 0 4 0,0 0 54 15,0 0 55 1,0 0-63-16,-10 76-47 0,-7-32-3 15,-3 7-17-15,-3 8-2 16,-4 3-19-16,6 2-6 16,-3 0-4-16,4-1-7 15,3-5 3-15,2-4-2 16,4-4-10-16,-1-7-11 16,4-6 0-16,2-10 0 15,3-6-1-15,-2-7 1 16,5-6-1-16,0-3-19 15,0-4-17-15,-2 2-40 16,0-3-34-16,-8 0-129 0,4 0-446 16,-5 0-448-16</inkml:trace>
  <inkml:trace contextRef="#ctx0" brushRef="#br0" timeOffset="98068.93">22053 5287 48 0,'0'0'1033'16,"0"0"-780"-16,0 0-202 16,0 0 51-16,0 0 91 15,0 0-15-15,0 0-41 0,32 26-19 16,-19-15-28-16,2 0-28 15,3 0-22-15,8 0-12 16,5-3-14-16,2-1-4 16,4-6-6-16,0 2-4 15,-2-3-65-15,-1 0-99 16,-1 0-116-16,7-14-225 16,-10 0 235-16,-3 1-522 0</inkml:trace>
  <inkml:trace contextRef="#ctx0" brushRef="#br0" timeOffset="98268.62">22594 5236 120 0,'0'0'414'0,"0"0"-111"0,0 0-156 15,0 0 39-15,0 0 22 16,0 0-44 0,0 0-43-16,27-1-17 0,-27 11 5 15,0 4-19-15,0 4 11 16,-9 3-47-16,-2 3-38 15,-3 0-13-15,1 11-3 16,1-6-209-16,4-5-380 0</inkml:trace>
  <inkml:trace contextRef="#ctx0" brushRef="#br0" timeOffset="99717.92">22385 5900 153 0,'0'0'74'0,"0"0"426"0,0 0-243 0,0 0-116 15,0 0 1-15,0 0 55 16,0 0-18-16,-5-26-51 16,3 26-39-16,2 0-20 15,0 0-12-15,0 0-16 16,0 0-6-16,0 0 8 16,-1 0-12-16,1 0-5 15,-2 8 8-15,-3 10 30 16,-1 4-14-16,-3 7-13 15,-2 6-9-15,-3 1 6 16,2-2-11-16,0-1-17 0,4-7-5 16,2-5 5-16,2-6-6 15,1-6 1-15,1-6 6 16,0-1-6-16,2-2 13 16,-1 0 1-16,1 0-15 15,0-5-1-15,0-7-8 16,0-3-10-16,0-3 18 15,3-6 1-15,2 1 0 16,7-2 0-16,-2-2-1 16,0 0 1-16,0 3 2 0,0 0-2 15,-2 5 0 1,4 6-12-16,-4 1-4 0,2 4 5 16,0 4 11-16,-1 1 10 15,-3 3-10-15,0 0 0 16,2 0-1-16,-3 8 1 15,-1 5 6-15,0 1 8 16,-1 2 5-16,-3-1-9 16,2 2-2-16,-2-4-8 15,2-2 9-15,-2-4-4 16,2-2-5-16,-1-5-1 16,1 3-13-16,0-3 13 15,-1 0-10-15,6 0 3 16,-1-6 7-16,4-6 1 15,6-2-21-15,2-1 11 16,0-4-4-16,4 2-3 0,-2-4 5 16,0 3 4-16,0-1 8 15,-1 3 0-15,-4 3-5 16,-4 2 5-16,-2 3 0 16,-4 4 1-16,0 3 0 15,-3 1 0-15,-1 0 6 16,-1 0 1-16,0 2-7 15,0 9 15-15,0 4 16 16,0 5 3-16,0 1-23 16,0 0-10-16,0 0 4 0,0-4-5 15,0 2-1 1,0-4-11-16,0-4-59 16,0-5-34-16,0 1-75 15,0-2-102-15,0-1-88 0,0-3-200 0</inkml:trace>
  <inkml:trace contextRef="#ctx0" brushRef="#br0" timeOffset="100249.75">22876 5825 146 0,'0'0'585'0,"0"0"-340"0,0 0-129 15,0 0 10-15,0 0 114 16,0 0-21-16,0 0-76 0,36-40-33 16,-36 40-1-16,0 12-3 15,0 6 18-15,0 5-36 16,0 2-47-16,0 2 1 16,0-3 11-16,-3 0-31 15,3-5-10-15,0-8-5 16,0-1-7-16,0-5-15 15,0-4-14-15,0-1 6 16,0 0-2-16,0 0-18 16,0-12 3-16,0-1 24 15,0-5 15-15,0-1-15 16,9-3 1-16,3-2-20 16,1 0-1-16,4 0-11 0,1 0-14 15,3 5 20-15,2 4 10 16,-2 9 8-16,1 3 14 15,0 3 6-15,-4 0 3 16,0 14 3-16,-6 5 25 16,-5 12 29-16,-7 2 49 15,0 7-6-15,-9 0-17 16,-5-3-5-16,-6-4-27 16,-1-7-20-16,0-5-18 15,-4-6-11-15,-2-3-2 16,-1-5-73-16,-4-2-80 15,-15-5-107-15,5 0-369 16,4-3-418-16</inkml:trace>
  <inkml:trace contextRef="#ctx0" brushRef="#br0" timeOffset="101565.94">19340 4535 163 0,'0'0'41'0,"0"0"272"15,0 0-90-15,0 0-94 0,0 0-40 16,0 0 30-16,0 0 5 16,-15 0-34-16,13 0 9 15,2-1 27-15,-1 1 12 16,1-2-12-16,0 2 0 16,0 0-38-16,0 0-29 15,0 0-29-15,5 5 11 16,7 9 46-16,3 4-23 15,6 9-32-15,7 6-1 16,3 3-6-16,7 9 21 16,13 1-14-16,4 0-3 15,7 2-9-15,4-3-7 16,3 2-6-16,3-1 2 0,20 4-9 16,15 7 9-16,-9-6-8 15,-9-9 6-15,-14-9-1 16,-20-4-6-16,12-2-1 15,3 6-7-15,-5-3 8 16,-1-1 1-16,-6 0 1 16,-3-2-2-16,-2 0 0 15,-2-2-1-15,-1 1 1 16,-2-4 1-16,3 1-1 16,-1-2 0-16,-2-1 1 15,1-3 1-15,-2 1-1 16,-4-2-1-16,-1-2 0 0,-3 2 1 15,-1-2-1 1,0 0 0-16,0-1 0 0,1 1 8 16,0 0-8-16,-3-2-5 15,-2 0 5-15,-4 0 1 16,-5-2 0-16,-5-1 0 16,-6 1-1-16,-3 0 1 15,-1-6-1-15,-3 3 1 16,-4-4 0-16,-2-3 1 15,3 3-2-15,-2-3 1 16,-1 0 8-16,2 1-8 16,1-1-1-16,1 2 0 15,2-2 0-15,4 2-5 0,3 0 5 16,3-1 1 0,3-1 6-16,-1 0 2 0,1 2-1 15,-1-2 7-15,-2 1-8 16,-5 2 1-16,-5-1-7 15,-3 0-1-15,-4-1 0 16,0 1-1-16,0 1-10 16,-4 0 10-16,-2 1-38 15,-1 0-65-15,4 0-38 16,0-3-52-16,3-1-95 16,0 0-196-16,0 0-70 0</inkml:trace>
  <inkml:trace contextRef="#ctx0" brushRef="#br0" timeOffset="102115.53">21875 5689 49 0,'0'0'999'0,"0"0"-720"0,0 0-191 0,0 0 81 0,0 0 42 15,0 0-70 1,0 0-65-16,9-5-7 0,-8 5 21 16,1 3-30-16,-1 7 5 15,1 2-8-15,-2 4 12 16,2 1-30-16,1 2-23 15,1 1-2-15,1-4-8 16,0 1-6-16,0-3 1 16,1-3 6-16,1 0-7 15,0-3 0-15,-1 4 8 16,3-6-8-16,-1 3 2 16,-1-4-2-16,-2 2 1 15,-2-4-1-15,-1 0 0 16,-2-2 1-16,0 1 9 15,0-2-9-15,0 0 0 16,0 3 8-16,0 2 18 16,-5 0 31-16,-8 3 0 0,-3-2-4 15,-2 5-15-15,-4-1-5 16,0-2-4-16,-2 2-6 16,-3-3-11-16,0 3-2 15,2-3-11-15,2 1-20 16,3-2-49-16,3 0-133 15,7-3-315-15,1 0-437 0</inkml:trace>
  <inkml:trace contextRef="#ctx0" brushRef="#br0" timeOffset="102302.59">21882 6043 179 0,'0'0'1741'0,"0"0"-1555"0,0 0-124 0,0 0 80 16,0 0-127-16,0 0-15 15,0 0-118-15,-40 12-76 16,28-6-582-16</inkml:trace>
  <inkml:trace contextRef="#ctx0" brushRef="#br0" timeOffset="115804.27">17272 5013 5 0,'0'0'53'0,"0"0"-18"0,0 0-7 16,0 0 3-16,0 0-4 0,0 0-2 15,0 0-24-15,3 0-1 16,-3 0 0-16,2 0 0 16,-2 0 2-16,0 0 0 15,2 0 3-15,-2 0-4 16,0 0-1-16,1 0 0 16,-1 0 0-16,0 0-1 15,0 0 1-15,0 0 1 16,0 0-1-16,0 0 0 15,0 0 1-15,0 0-1 16,0 0 2-16,2 0-2 16,-2 0-1-16,0 0 0 15,0 0 0-15,0 0 0 16,0 0 1-16,0 0-1 16,0 0 0-16,0 0-9 0,0 0 4 15,0 0-3-15,0 0 2 16,0 0 6-16,0 0-15 15,0 0 6-15,0 0 9 16,0 0-11-16,0 0 5 16,0 0-10-16,0 0-1 15,0 0-3-15,0 0 3 16,0 0 4-16,0 0-18 16</inkml:trace>
  <inkml:trace contextRef="#ctx0" brushRef="#br0" timeOffset="116221.52">17268 5014 16 0,'0'0'52'0,"0"0"-27"0,0 0-8 0,0 0-6 0,0 0-11 15,0 0-6-15,0 0-7 16,0 1-1-16,0 1-2 15,0-1 6-15,0-1 10 16,0 2 0-16,0-2 10 16,0 0-9-16,0 0 5 15,0 0-3-15,-1 0 3 16,1 0-6-16,0 0 0 16,-2 0-1-16,2 0-8 15,-2 0-1-15,0 1-12 16,1-1-24-16</inkml:trace>
  <inkml:trace contextRef="#ctx0" brushRef="#br0" timeOffset="126711.57">9630 6014 159 0,'0'0'49'0,"0"0"320"0,0 0-141 15,0 0-54-15,0 0-11 16,0 0-15-16,-10-35 27 0,10 31-64 16,0 1 17-1,0-1 14-15,-2 1-40 0,2 0-19 16,0 0-11-16,0 1-4 16,0 0-13-16,0 2-11 15,0 0-7-15,0 0-7 16,0 0-12-16,0 0-11 15,0 0-7-15,13 10 17 16,6 4 27-16,6 8-8 16,8 5-3-16,3 3 2 15,7 6-9-15,5 0 8 16,7 6-15-16,7-2 5 0,5 3-2 16,2-1-13-16,-2 0 2 15,-4-3-11-15,-6-3 0 16,-4-4 1-1,-4-4 0-15,-1-2 0 0,-4-4 0 16,1-3 0 0,-5 0 0-16,-5-4-1 0,-2-1 0 15,-7-4 1-15,-6-1-1 16,-5-1 0-16,-5-4 7 16,-6 1-7-16,3-4-1 15,-7 1 1-15,0-2 2 16,0 1-1-16,0-1-1 15,0 0 1-15,0 0 17 16,0 0-12-16,0 0 3 16,-3 0 0-16,-4 0-4 0,-1 0-5 15,2 0-29-15,-6-1-69 16,5-4-71-16,-2-1-87 16,-5-7-118-16,5 1-268 15,-1-2-441-15</inkml:trace>
  <inkml:trace contextRef="#ctx0" brushRef="#br0" timeOffset="127417.78">10746 6029 449 0,'0'0'350'0,"0"0"-145"0,0 0-45 0,0 0 2 0,0 0 7 16,0 0-15-16,0 0-36 15,15-43-5-15,-15 43-8 16,0 0-10-16,0 0 0 15,0 0-14-15,0 0-3 16,0 0-12-16,0 0-18 0,-3 0-19 16,0 0-13-1,-6 0-1-15,-2 0 6 0,-5 3-15 16,-6 6-6-16,-4 3-1 16,-10 12 1-16,-13 6 1 15,-12 9 1-15,-20 18-1 16,2 0 8-16,-4 5-3 15,2-1 7-15,13-10-1 16,-6 5 2-16,8-6-13 16,4-3 8-16,5-7 2 15,7-2-10-15,1-7 14 16,5 2-14-16,3-6 6 16,4-3-6-16,-1-1-1 15,8-4 1-15,-2-2 0 16,5-4 0-16,4 0 0 0,3-5 0 15,5-2 0-15,3-3 5 16,4-1 0-16,5-2-5 16,0 0 8-16,3 0-9 15,0 0 1-15,0 0 12 16,0 0-2-16,0 0-3 16,0 0 1-16,0 0 3 15,0 0-4-15,0 0-7 16,0 0-1-16,0 0 0 15,0 0-2-15,0 0-25 16,0 0-13-16,0 0-31 16,0 0-50-16,4 0-51 15,5 0-86-15,-1 2-241 16,0-1-265-16</inkml:trace>
  <inkml:trace contextRef="#ctx0" brushRef="#br0" timeOffset="130759.46">8208 9687 49 0,'0'0'41'0,"0"0"-17"0,0 0-2 0,0 0 4 16,0 0-9-16,0 0-17 16,0 0-5-1,0 0 4-15,0 0 1 0,0 0 0 16,-2 0 6-16,2 0-5 15,0 0 9-15,0 0 3 16,0 0-6-16,0 0-7 16,0 0-13-16,0 0-13 15,0 0-12-15,0 0 31 16,0 0 7-16,0 0 0 16,0 0 0-16,0 0 7 15,2 0-5-15,-2 0-1 16,0 0 5-16,0 0 10 15,0 0-7-15,0 0-2 0,0 0-1 16,3 0-6-16,-3-1-10 16,2-1 3-16,-2 0 7 15,0 1 1-15,0 1 0 16,0-2 0-16,0 2-1 16,0-3 1-16,0 3 2 15,0-3 4-15,0 0-7 16,0 1-11-16,0-1 11 15,0 3 9-15,0-3 1 16,-2 3-9-16,-1-3 12 16,3 3-7-16,-2 0 1 15,0-2-1-15,2 2 1 16,0-2-7-16,0 1 0 16,0-1-1-16,0 1-19 15,0 1 13-15,0 0-10 0,0 0-8 16,0 0-1-16,0 0-4 15,0 0-3-15,0 1 8 16,0 1-16-16</inkml:trace>
  <inkml:trace contextRef="#ctx0" brushRef="#br0" timeOffset="131242.16">8170 9665 3 0,'0'0'35'0,"0"0"11"0,0 0 6 16,0 0-22-16,0 0-17 15,0 0-10-15,0 0 4 16,0 0-6-16,0 0-1 16,0 0 7-16,0 0-7 15,0 0 0-15,0 0-10 16,0 0 9-16,3 0 0 15,0 0-12-15,-1 0-69 0</inkml:trace>
  <inkml:trace contextRef="#ctx0" brushRef="#br0" timeOffset="131524.49">8383 9586 48 0,'0'0'98'16,"0"0"-45"-16,0 0-34 0,0 0 122 15,0 0-94 1,0 0 43-16,24 93-35 16,-39-66-42-16,-7 7-13 15,-5-2 0-15,-6 2-83 16,-4-3 10-16,-3-2 42 0,-2-3 6 15,2-1 15 1,3-7 10-16,2-4 0 0,10-6-38 16,9-5-121-16</inkml:trace>
  <inkml:trace contextRef="#ctx0" brushRef="#br0" timeOffset="131791.82">8439 9724 139 0,'0'0'85'0,"0"0"75"0,0 0-16 15,0 0-69 1,0 0-7-16,-7 96-25 0,-11-64-11 16,-2 1-23-16,-6 1-9 15,1-4 0-15,-1 0 0 16,0-6 1-16,5-5 0 15,4-2 1-15,7-8 4 16,5-6-6-16,5-3-52 16,0 0-58-16,18-24-12 15,1 1-62-15,3 1-49 0</inkml:trace>
  <inkml:trace contextRef="#ctx0" brushRef="#br0" timeOffset="132207.79">8518 9813 130 0,'0'0'317'0,"0"0"-195"15,0 0-85-15,101-27-25 0,-86 27 8 16,-2 0 6-16,-9 6 7 16,-4 8 15-16,0 3 24 15,-17 3-22-15,-2 2-24 16,-4-2-8-16,-2 0-10 16,0-1 1-16,-2-3-6 15,6-3-2-15,0-4 1 16,7-3-2-16,4-4-7 15,4-2-5-15,5 0-33 16,1-8-47-16,0-5-5 16,5-3 6-16,10-3 41 15,3-3-66-15,6-2 28 16,2 2 41-16,6-1 47 0,0 2 36 16,2 5 32-1,-5 4 1-15,-3 7-40 0,-8 5-19 16,-7 0-3-16,-4 0 9 15,-5 8 3-15,-2 3 12 16,0-1 1-16,-7 2 4 16,-8 3-21-16,-4-1-4 15,0-1-11-15,0 0-1 16,1-4-9-16,1 1-18 16,4-2-14-16,-1-5-49 0,6 2-56 15,0-2-32-15</inkml:trace>
  <inkml:trace contextRef="#ctx0" brushRef="#br0" timeOffset="133605.76">8443 9922 100 0,'0'0'46'0,"0"0"-24"0,0 0-7 0,0 0-14 0,0 0-1 15,0 0 0-15,0 0-11 16,0 0-61-16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5-10-22T12:42:40.676"/>
    </inkml:context>
    <inkml:brush xml:id="br0">
      <inkml:brushProperty name="width" value="0.05292" units="cm"/>
      <inkml:brushProperty name="height" value="0.05292" units="cm"/>
      <inkml:brushProperty name="color" value="#FF0000"/>
    </inkml:brush>
  </inkml:definitions>
  <inkml:trace contextRef="#ctx0" brushRef="#br0">8455 8300 103 0,'0'0'213'0,"0"0"-8"0,0 0-91 16,0 0-29-16,0 0 15 15,0 0 37-15,0 0 19 16,-60-41 60-16,53 40-4 16,2-2-36-16,-2 1-37 15,3 1-31-15,-3-2-11 16,5 2 15-16,1 1-15 15,1-3-2-15,0-3-15 0,14-8-41 16,35-15-11-16,41-24-4 16,44-17-11-1,23-12-11-15,2 1-2 0,-16 3 0 16,-26 9-7-16,-23 9-7 16,-20 7-115-16,-1-11-77 15,-23 14-294-15,-4-1-383 0</inkml:trace>
  <inkml:trace contextRef="#ctx0" brushRef="#br0" timeOffset="578.2">9128 3205 378 0,'0'0'864'0,"0"0"-625"0,0 0-102 16,0 0 38-16,0 0 11 0,0 0-41 15,0 0-70-15,-23-50-64 16,52 41 5-16,26-9 0 15,39-12-7-15,36-13-8 16,12-2 5-16,-5 4-5 16,-34 9-1-16,-36 16-8 15,-25 8-54-15,-2 3-221 16,-10 2-279-16,-5 2-425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5-10-22T12:42:45.652"/>
    </inkml:context>
    <inkml:brush xml:id="br0">
      <inkml:brushProperty name="width" value="0.05292" units="cm"/>
      <inkml:brushProperty name="height" value="0.05292" units="cm"/>
      <inkml:brushProperty name="color" value="#FF0000"/>
    </inkml:brush>
  </inkml:definitions>
  <inkml:trace contextRef="#ctx0" brushRef="#br0">6863 3766 1015 0,'0'0'220'0,"0"0"-138"0,0 0 11 0,0 0 68 16,0 0 14-16,0 0-70 16,0 0-33-16,-19 0-10 15,19 0-5-15,0 0-4 16,0 0 7-16,0-2 1 15,0-2-26-15,7-1-23 16,10-5 11-16,16-2-15 16,12-6-1-16,30-12-1 15,39-8-5-15,34-13 0 16,11-4 5-16,-7 3-4 16,-19 7 18-16,-25 7 1 15,1 2-9-15,-19 6-11 0,-18 6 6 16,-19 4-5-16,-9 5-1 15,-2-1 14-15,0 2-5 16,-3 1 1-16,-12 4 2 16,-12 4 17-16,-8 2 19 15,-6 0 15-15,-1 3 4 16,0-1-8-16,0 1-21 16,0 0-18-16,0 0-9 15,0 0-5-15,0 0-6 16,0 0-1-16,0 0 0 15,0 0 0-15,0 0-1 16,0 0-9-16,0 0 0 16,0 0 4-16,0 0 5 0,0 0 0 15,0 0 1-15,0 0 0 16,0 0 0-16,0 0 0 16,0 0-1-1,0 0 1-15,0 0-1 0,0 0-5 16,0 0 5-16,0 0 1 15,0 0 0-15,0 0 1 16,0 0 6-16,0 0-6 16,0 0-1-16,0 0 2 15,0 0 4-15,0 0-6 16,0 0 1-16,0 0-1 16,0 0 0-16,0 0 0 15,0 0 0-15,0 0-6 0,0 0 5 16,0 0 0-1,0 0 0-15,0 0 1 0,-3 0 0 16,2 0 0-16,1 0 0 16,0 0 1-16,0 0-1 15,0 1 2-15,0-1-2 16,0 0 1-16,0 0 0 16,0 0 0-16,-2 0-1 15,2 2 1-15,0-2-1 16,-2 0 1-16,2 1-1 15,0-1 1-15,0 2-1 16,0-2 0-16,0 0 0 16,0 0-2-16,0 0 2 15,-3 0 0-15,3 0 0 0,0 0 0 16,0 0 1 0,0 0-1-16,0 0 1 0,0 0-1 15,0 0 1-15,0 0-1 16,0 0 1-16,0 0 0 15,0 0-1-15,0 0 0 16,0 0 0-16,0 0 0 16,0 0 0-16,0 0 0 15,0 0 0-15,0 0 0 16,0 0-1-16,0 0 1 16,0 0 0-16,0 0 1 15,0 0-1-15,0 0 0 16,0 0 0-16,0 0-1 0,0 0 0 15,0 0 1 1,0 0 0-16,0 0 0 0,0 0 1 16,0 0 0-16,0 0-1 15,0 0 0-15,0 0 0 16,0 0 0-16,0 0 0 16,0 0 0-16,0 0 1 15,0 0-1-15,0 0 0 16,0 0 0-16,0 0-1 15,0 0 1-15,0 0 0 16,0 0 0-16,0 0 0 16,0 0 0-16,0 0 0 15,0 0 0-15,0 0 0 0,0 0 0 16,0 0 0 0,0 0 0-16,0 0-1 0,0 0 1 15,0 0 0-15,0 0 0 16,0 0-1-16,0 0 0 15,0 0 1-15,0 0-1 16,0 0 1-16,0 0-1 16,0 0 1-16,0 0 0 15,0 0 0-15,0 0 0 16,0 0 0-16,0 0 0 16,0 0 0-16,0 0-1 15,0 0 0-15,0 0 1 0,0 0 0 16,0 0-1-1,0 0-7-15,0 0 2 0,0 1-1 16,0 2-17-16,0 3 0 16,0 2-28-16,5 4-73 15,-5 4-28-15,0 5-21 16,0 3-83-16,-8 15-76 16,-2-4-197-16,0-5-17 0</inkml:trace>
  <inkml:trace contextRef="#ctx0" brushRef="#br0" timeOffset="3366.68">6874 7307 114 0,'0'0'77'0,"0"0"220"0,0 0-123 0,0 0-47 15,0 0 74-15,0 0-42 16,0 0 1-16,-6-66-14 16,4 62-6-16,2 1-28 15,0 0-13-15,0 1-18 16,0 1-17-16,0-4-8 16,0-4-4-16,2 2-5 15,13-8-8-15,8-3-5 16,12-6-3-16,12-6-8 15,28-8-14-15,32-15-8 16,32-9 6-16,9-2-5 16,-4 10 4-16,-13 6 10 15,-23 11 3-15,-3 6-2 0,-22 7-3 16,-20 7-6-16,-22 7-7 16,-12 2 0-16,-4 2 0 15,-5 0 0-15,-6 2-1 16,-8 2 8-16,-6 2 11 15,0 0 17-15,0-3 17 16,0 3-7-16,0 0-24 16,-1-1-11-16,-1 1 2 15,2-2-7-15,0 2-5 16,0 0 0-16,0 0 6 0,0 0-7 16,0 0 2-16,0 0-1 15,0 0 8-15,0 0-3 16,0 0-5-16,0 0 0 15,-2 0 0-15,2 0 0 16,0 0 5-16,0-1-5 16,0 1 0-16,0 0 1 15,0 0 5-15,0 0 2 16,0 0-7-16,0 0 4 16,0 0 1-16,0 0-7 15,0 0 6-15,0 0-5 16,0 0 0-16,0 0 0 15,0 0-1-15,0 0 2 16,0 0-2-16,0 0 1 16,0 0-1-16,0 0 0 0,0 0 1 15,0 0-1-15,0 0 1 16,0 0 1-16,0 0-1 16,0 0 0-16,0 0-1 15,0 0 1-15,0 0-1 16,0 0 1-16,0 0 0 15,0 0 0-15,-1 0 7 16,-1 0-2-16,2 0-5 16,0 0 8-16,0-2-8 15,0 2 14-15,0 0-8 16,0 0 5-16,0 0-5 16,0 0 2-16,0 0-8 15,0 0 1-15,0 0-1 0,0 0 5 16,0 0 0-1,0 0-4-15,0 0 5 0,0 0 4 16,0 0-4-16,0 0 2 16,0 0-7-16,0-1 6 15,0 1-7-15,0 0 5 16,0 0-5-16,0 0 1 16,0-2-1-16,0 2 0 15,0 0-1-15,0 0 1 16,0 0 0-16,0 0 0 15,0 0 1-15,0 0-1 16,0 0 0-16,0 0 0 0,0 0-1 16,0 0 1-16,0 0 0 15,0 0 0-15,0 0 7 16,0 0-7-16,0 0 0 16,0 0 1-16,0 0-2 15,0 0 2-15,0 0 4 16,0 0-6-16,0 0 1 15,0 0 7-15,0 0-8 16,0 0 2-16,0 0-2 16,0 0 1-16,0 0 0 15,0 0 0-15,0 0-1 16,0 0 0-16,0 0 1 16,0 0 0-16,0 0-1 0,0 0 0 15,0 0 0 1,0 0 0-16,0 0 0 0,0 0 0 15,0 0 1-15,0 0-1 16,0 0 0-16,0 0 1 16,0 0-1-16,0 0 2 15,0 0-2-15,0 0 0 16,0 0 1-16,0 0-2 16,0 0 2-16,0 0-1 15,0 0 0-15,0 0 0 16,0 0 0-16,0 0 0 15,0 0 0-15,0 0 0 16,0 0-1-16,0 0-1 16,0 0 2-16,0 0-1 15,0 0 1-15,0 0 1 0,0 0-1 16,0 0 1-16,0 0-1 16,0 0 2-16,0 0-2 15,0 0 1-15,0 0 0 16,0 0 0-16,0 0 0 15,0 0 0-15,0 0-1 16,0 0 1-16,0 0 0 16,0 0-1-16,0 0 1 15,0 0-2-15,0 0 1 16,0 0 0-16,0 0 0 16,0 0 1-16,0 0-1 15,0 0 0-15,0 0 0 16,0-1 0-16,0-2 0 15,0 1 0-15,0 2 0 16,0-1 0-16,-2-1 0 0,0 1-1 16,-1-1-1-16,0-1 2 15,3 2-2-15,-2 1-4 16,0-2 6-16,2 2-1 16,-1 0-1-16,1 0 1 15,0 0-8-15,0 0 3 16,0 0 5-16,0 0-11 15,0 0 4-15,0 0 7 16,0 0 0-16,-2 0-7 16,2 0 7-16,0 0-6 0,0 0-3 15,0 0 9 1,0 0-5-16,0 0 5 0,0 0 0 16,0 0 1-16,0 0 0 15,0 0 0-15,0 0 0 16,0 0 0-16,0 0-1 15,0 0 0-15,0 0 1 16,0 0-1-16,0 0 1 16,0 0-2-16,0 0-5 15,0 0 7-15,0 0-1 16,0 0 0-16,0 0 1 16,0 0-1-16,0 0 1 15,0 0 0-15,0 0-1 16,0 0 1-16,0 0-2 15,0 0 1-15,0 0 0 16,0 0 0-16,0 0 1 16,0 0-1-16,0 0 1 0,0 0 0 15,0 0 0-15,0 0-1 16,0 0 1-16,0 0-1 16,0 0 1-16,0 0-1 15,0 0 0-15,0 0-1 16,0 0-5-16,0 0 6 15,0 0-5-15,0 0 0 16,0 0 6-16,0 0 0 16,0 0 0-16,0 0-1 15,0 0 2-15,0 0-1 16,0 0 0-16,0 0 1 16,0 0-1-16,0 0 0 15,0 0 0-15,0 0 0 0,0 0 0 16,0 0-1-16,0 0 0 15,0 0 0-15,0 0 0 16,0 0 1-16,0 0 0 16,0 0 0-16,0 0 0 15,0 0 0-15,0 0 1 16,0 0-1-16,0 0-2 16,0 0 1-16,0 0 1 15,0 0 0-15,0 0-1 16,0 0 1-16,0 0-1 0,0 0 1 15,0 0 1 1,0 0-1-16,0 0 1 0,0 0 0 16,2 0-1-16,-2 0 0 15,0 0 0-15,0 0 0 16,0 0-2-16,0 0-7 16,0 0 9-16,0 0 0 15,3 0 0-15,-1 0-6 16,3 0-1-16,-2 0-5 15,1 0-6-15,-1 0-15 16,0 0-21-16,0 2-16 16,3 2-23-16,-3 4-18 15,2 1-47-15,0 3-48 16,-4 9-79-16,1-2-31 16,-2-4-185-16</inkml:trace>
  <inkml:trace contextRef="#ctx0" brushRef="#br0" timeOffset="4328.62">14559 8995 568 0,'0'0'498'0,"0"0"-313"0,0 0-66 16,-1-77-6-16,1 64 2 15,0 4 47-15,0 1-35 0,0 5-20 16,0 2-46-16,0 1-34 15,0 0-4-15,0 0 17 16,0 0 12-16,0 6-18 16,0 13 6-16,-2 13 19 15,-8 11 3-15,0 10-8 16,-3 6-26-16,1 3-15 16,4-4-11-16,1-3-1 15,2-7 0-15,2-5-1 16,1-8-3-16,-1-8-45 15,1-5-35-15,2-10-65 16,0-4-74-16,0-5-56 16,0-3-24-16,8-8-7 15,4-7-412-15</inkml:trace>
  <inkml:trace contextRef="#ctx0" brushRef="#br0" timeOffset="4663.43">14934 9102 827 0,'0'0'404'0,"0"0"-249"16,0 0 3-16,0 0 91 15,0 0-54-15,0 0-32 16,0 0-51-16,23-53-55 16,-36 53-1-16,-7 0-37 15,-7 10 9-15,-6-1 27 16,-3 6-4-16,-3-1-4 15,-2 2-15-15,4 3-13 16,8-1-6-16,2 0-11 0,8 2 4 16,10-2-6-16,6-1 0 15,3-4-17-15,16-3 17 16,14-4 0-16,10-6 13 16,10 0-13-16,5 0-11 15,4-6 1-15,-6-4-75 16,-3 5-71-16,-3-1-60 15,-10 3-174-15,-10 0-313 0</inkml:trace>
  <inkml:trace contextRef="#ctx0" brushRef="#br0" timeOffset="5294.59">15221 9059 1172 0,'0'0'380'15,"0"0"-156"-15,0 0-68 16,0 0-7-16,0 0-15 16,0 0-73-16,0 0 2 15,3 13 41-15,-3 11-30 16,0 4-20-16,0 3-33 16,0-1-12-16,-3-3-8 15,-1-3 5-15,-2-3-6 16,-1-5-7-16,4-7-19 15,2-1-3-15,-3-7-29 16,1-1 35-16,1 0 22 0,0-9-20 16,1-6-13-16,1-8 12 15,0-5 14-15,0-2 8 16,0 0 0-16,6-3 0 16,8 1 0-16,4 0-2 15,6 5-7-15,2 3 8 16,5 6-7-16,0 6 8 15,3 5 0-15,-3 4 7 16,-2 3-1-16,-10 0 12 16,-5 7-2-16,-9 8 1 15,-5 0 4-15,0 3 16 16,-6-3-12-16,-4-2-6 0,0-5-8 16,6-2-11-16,4-3 0 15,0 1-20-15,0 0 5 16,14 3 8-16,1 1 0 15,2 7 7-15,-3 8-6 16,-2 4 0-16,-5 8 0 16,-7 2-1-16,0 2 7 15,-19-1-1-15,-9-3 1 16,-6-5 21-16,-2-3-14 16,3-8-7-16,2-4 6 15,8-6-6-15,4-3 0 16,8-6-76-16,4 0-143 15,7-1-133-15,0-16-295 0,8-1-431 16</inkml:trace>
  <inkml:trace contextRef="#ctx0" brushRef="#br0" timeOffset="5630.35">15846 8754 872 0,'0'0'610'0,"0"0"-430"0,0 0-98 0,0 0 101 15,0 0 32-15,0 0-86 16,0 0-12-16,49 59 18 0,-49 3-56 16,0 5-26-1,0 7-17-15,-2-1 12 0,-6 0-18 16,-2-2-14-16,-2-6-3 15,0-4-5-15,-1-10-8 16,3-7 0-16,0-14-1 16,5-8-17-16,0-8-37 15,3-5-33-15,2-6-64 16,0 0-17-16,0-3-66 16,0 0-68-16,0-9-90 15,5-5-632-15</inkml:trace>
  <inkml:trace contextRef="#ctx0" brushRef="#br0" timeOffset="6077.87">15883 9233 722 0,'0'0'810'15,"0"0"-567"-15,0 0-143 16,0 0 36-16,0 0 2 16,0 0-55-16,0 0 1 15,86-20-8-15,-42 16-10 16,13-4-9-16,24 0-11 16,30-5-7-16,28 4 13 0,6 0 7 15,-24 5-15-15,-38 4-26 16,-33 0-17-16,-9 0-1 15,4 0 0-15,-1 0-6 16,-2 0-2-16,-8 3 1 16,-14-3 7-16,-9 0 0 15,-9 0 15-15,-2 0 4 16,0 0-4-16,0-3 0 16,-6 0-1-16,0-2-13 15,2 5 10-15,1-2-1 16,0 1-8-16,3-1-1 15,-1 2-1-15,-1 0-35 16,-2 0-59-16,-7 0-108 16,1 0-130-16,-4 5-452 0</inkml:trace>
  <inkml:trace contextRef="#ctx0" brushRef="#br0" timeOffset="6893.21">16378 9681 424 0,'0'0'311'0,"0"0"-98"0,0 0-114 0,0 0 16 16,0 0 82-16,0 0 15 16,0 0-62-16,-6-19-17 15,6 16 20-15,0 3-8 16,0 0-37-16,0 0-31 16,0 0-18-16,0 6 21 15,0 11 0-15,0 7-26 16,0 5-21-16,0 3-9 15,-6 0-6-15,-2 2-5 16,5-6-6-16,-1-4-6 16,2-4-1-16,2-6 0 0,-1-6 0 15,1-3-17 1,0-2-43-16,0-2-113 0,0-1-87 16,-2 0-234-16,0 0-96 15</inkml:trace>
  <inkml:trace contextRef="#ctx0" brushRef="#br0" timeOffset="7429.74">16416 9484 380 0,'0'0'385'0,"0"0"-83"16,0 0-114-16,0 0-12 16,0 0-28-16,0 0-12 15,0 0-28-15,-2-48-85 16,2 45 93-16,-1 1-8 16,-2-1-27-16,-3 3-19 15,-2 0-12-15,3 0-7 16,-4 6-12-16,3 5-3 15,-1-1-13-15,6-1 3 16,1 3-7-16,0-4-10 16,0-2-1-16,1-2 1 15,6-4 1-15,3 0 13 0,-2 0-8 16,4 0 3 0,-4-10-9-16,2-1-1 0,-3 1 8 15,-1-2-8-15,-3 0-9 16,-3 1 2-16,0 4-5 15,0 1 4-15,-14 1 7 16,-2 5-9-16,-5 0 10 16,-2 0 1-16,1 3 0 15,1 5 10-15,2-1-5 16,8 4 1-16,4-5-7 16,5 0-8-16,2 0 0 15,0-2 2-15,3-1 6 16,7 2-14-16,2-2-58 0,8 1-78 15,-1-4-172 1,-5 5-434-16</inkml:trace>
  <inkml:trace contextRef="#ctx0" brushRef="#br0" timeOffset="8442.74">16503 9356 110 0,'0'0'638'0,"0"0"-429"0,0 0-93 0,0 0 24 0,0 0 2 0,0 0-38 15,0 0-3-15,-12-58 2 16,6 52-34-16,-6 5-37 16,-5 0 16-16,1 1-14 15,-8 0 1-15,-1 0 19 16,-1 8-6-16,-3 3-17 15,4 1 8-15,-4 3-15 0,2-2-6 16,1 5-2 0,-1 6 6-16,0 0 0 0,0 1-4 15,4 1-12-15,0 5 0 16,1 2-5-16,5 2 1 16,2-2 4-16,2 4-6 15,8-2 0-15,0 1 1 16,5 2-1-16,0 6 2 15,0 1 4-15,0 1-6 16,5 2 0-16,6 2-6 16,3 0-6-16,1-4 11 0,4-4-74 15,2-6 39 1,3-7 25-16,3-8 1 16,1-8 8-16,3-5 2 0,1-2 8 15,2-6-8-15,-1 0 2 16,6 0 4-16,-1-14 7 15,3 1-7-15,5-5 11 16,-1-5 3-16,0-2 0 16,-1-5 4-16,-1-5 10 15,-3 1 0-15,-3-4 7 16,-6 2-8-16,0-2 7 16,-8 6-8-16,-3-2-2 15,-5-1 6-15,-3 1-19 16,-4-4-2-16,-1 1 3 15,-7 2 18-15,0-1-21 16,0 4-7-16,-7 1 13 16,-6 1-14-16,-2 7-6 0,0-1 10 15,-3 5-11-15,2 1 0 16,2 4 0-16,-4 2 0 16,4-1 1-16,-2 1 4 15,0-2-5-15,-3 0 0 16,3 3-1-16,1-3 1 15,0 1 5-15,3 7-4 16,2-2 8-16,3 2-2 16,0 3-1-16,4-1 0 15,0 4-6-15,0-1 1 16,1 1-1-16,2 0 0 16,-2 0 0-16,2 0 9 15,0 0-9-15,0 0 0 0,0 0-1 16,0 0-15-16,0 0-32 15,0 8-80-15,0 6-95 16,0-3-90-16,4-3-393 0</inkml:trace>
  <inkml:trace contextRef="#ctx0" brushRef="#br0" timeOffset="9625.46">17631 8992 130 0,'0'0'565'0,"0"0"-335"0,0 0-51 0,0 0-10 15,0 0 4-15,0 0-29 16,0 0-57-16,2-62-24 16,-4 55 17-16,-6 1 1 0,-5 1-18 15,-3 2-12-15,-3 3 10 16,-2 0-12-16,-3 5 7 16,1 5-7-16,2 4 0 15,-1 5 2-15,3-1-9 16,3 5-18-16,9-5 4 15,4 3-22-15,3-5-5 16,0-2-1-16,5-2-7 16,10-2 7-16,3 0 14 15,6-4-14-15,4-1 0 16,4 1 15-16,1 1-15 16,-1-1 0-16,-5 3 1 15,-4 0-1-15,-8 5-1 0,-5-1-9 16,-5 1 9-1,-5 2-11-15,0-4 11 0,-4 3 1 16,-10-5 0-16,-5 1 15 16,-7-2-14-16,-3-2 8 15,-3 1 3-15,2-2-10 16,1-4-1-16,7 1 1 16,3-3-1-16,4 0 6 15,3 0-7-15,4 0 0 16,1 0-1-16,6 0-11 15,-1-3 3-15,2 1-7 16,0 1-2-16,5-4-7 16,10 0 25-16,9-2 4 0,2-4 5 15,9 4-8 1,4-5 0-16,4 1-1 0,2 0 1 16,2-3-1-1,-3 1 0-15,-2-4-1 0,-6 5 1 16,-4-4 1-16,-9 3 5 15,-6 2-4-15,-9-3 7 16,-6 3 1-16,-2 3 8 16,0-3-2-16,-5 6-4 15,-7 0-11-15,-1 2-1 16,0 3-1-16,-4 0 1 16,0 0 0-16,0 3 2 15,0 7-1-15,1 1 5 16,3 2 6-16,1-1-5 15,4 0-5-15,4 3-1 0,4-2-1 16,0 0-6 0,0-3 6-16,12-1 0 15,3-3 0-15,1 1 0 0,6-2-1 16,0-1-54-16,2-2-67 16,4-2-102-16,-5 0-116 15,-3 0-289-15</inkml:trace>
  <inkml:trace contextRef="#ctx0" brushRef="#br0" timeOffset="10124.44">17989 9102 978 0,'0'0'490'0,"0"0"-422"0,0 0 14 0,0 0 163 0,0 0-34 15,0 0-83-15,0 0-30 16,75 30-9-16,-67-15-23 16,-3-1-2-16,-3 0-27 15,-2 2-17-15,0-3-16 16,0-2-2-16,-2-1-4 16,-7-4-17-16,-1-3-15 15,0-1-23-15,3-2 16 16,-2 0 21-16,2-8 4 0,4-4-5 15,1 0-17 1,2-6 17-16,0 0 20 16,7 0-10-16,7 0 4 15,2-1-8-15,2 5 3 0,4-2 6 16,0 5 1-16,1 4 5 16,3 4 1-16,-3 0 0 15,2 3 16-15,-2 0 27 16,-3 3 17-16,0 7-2 15,-3 7-1-15,-3 0 3 16,-6 3-25-16,-3-1-29 16,-4 1-1-16,-1-5-6 15,0 1-21-15,0-3-79 16,0-6-16-16,0 0-123 16,-4-7-267-16,-2 0-8 0,3 0-198 15</inkml:trace>
  <inkml:trace contextRef="#ctx0" brushRef="#br0" timeOffset="10407.65">18443 8762 932 0,'0'0'385'0,"0"0"-211"0,0 0 8 0,0 0 11 0,0 0-57 15,0 0 39-15,0 0-26 16,27 78-36-16,-24-34-27 0,0 2-31 16,4-2-12-16,0-7-25 15,1-3-17-15,-1-9 0 16,-2-6-1-16,-3-6-73 16,-2-2-83-16,0-1-135 15,-19-3-84-15,1 0-196 16,-4-4-150-16</inkml:trace>
  <inkml:trace contextRef="#ctx0" brushRef="#br0" timeOffset="10775.14">18276 9129 568 0,'0'0'345'16,"0"0"-111"-16,0 0 20 0,0 0-3 16,0 0-99-1,0 0-89-15,0 0 50 0,54-11-14 16,-19 6-41-16,1 2-24 15,6-7-11-15,-2 1 1 16,-1-3-2-16,-3 0-7 16,3-3-5-16,-7 0-8 15,-7 0 8-15,-5-2 0 16,-7 5-1-16,-8 0 3 16,-5 3-1-16,0 2-3 15,-2 2 16-15,-11 2 0 16,-4 3-8-16,-2 0-5 15,-3 6 0-15,0 6 3 16,4 5 14-16,-3 1-6 0,8 0 11 16,3 0-6-16,5 3-12 15,5-5 2 1,0-2-8-16,7-3-9 0,13-3 1 16,3-6 8-16,3 0-9 15,0-2-131-15,4 0-88 16,-8-4-261-16,-6-4-197 0</inkml:trace>
  <inkml:trace contextRef="#ctx0" brushRef="#br0" timeOffset="11911.79">18761 8974 717 0,'0'0'528'0,"0"0"-348"0,0 0-68 15,0 0 136-15,0 0-33 16,0 0-92-16,0 0 5 15,33 54-5-15,-33-36-7 16,0 1-55-16,0-5-24 16,0-4-19-16,0 0-18 15,0-7-10-15,0 1-12 16,-2-2-18-16,2-2 19 16,0 0 9-16,0 0 3 15,0-2-46-15,0-8 9 16,0-3-3-16,5-3 21 15,7-5-18-15,3 3 11 16,2-5 21-16,0 4-28 0,3-1 22 16,-2 4 12-1,2 1 8-15,-3 4 0 0,1 4 9 16,-3 4 12 0,-3 3 18-16,-2 0-6 0,-2 4 10 15,-1 11 3-15,-2 2 4 16,0 5-10-16,-2-2-13 15,5-1-15-15,-2-4-3 16,2-4-3-16,-2-3-6 16,3-4 0-16,1-4-1 15,2 0 1-15,2 0-24 16,5-9-21-16,3-5 8 16,-2-4-9-16,0 0 8 15,-3-1 1-15,-4-2 1 16,-4 1 23-16,-5 2 6 0,-4 3-4 15,0 5 11 1,0 2 0-16,0 7 1 0,-7 1-1 16,-9 3 28-16,-6 12-7 15,-1 6 0-15,-1 0 3 16,5 1 14-16,5-4-14 16,6-3-14-16,3-4-10 15,5-4 0-15,0-2-1 16,7 0 1-16,9-4 19 15,2-1-13-15,6 0 6 16,1 0-12-16,2-6 1 16,-1-5-1-16,3-2 0 15,-2-4-2-15,-2 2-8 0,-4-3-14 16,-4 0-4-16,-2 2-5 16,-5 2 23-16,-4 4 8 15,-2 4 2-15,-2 4 9 16,-2 2 6-16,0 0-5 15,0 3-10-15,0 8 46 16,0 5-18-16,0-2-16 16,0-1-11-16,0-2 1 15,0-5-2-15,0-2 0 16,4-2 0-16,9-2 8 16,5 0 2-16,2-6-9 15,2-6-1-15,1-2-15 16,-3-2 1-16,0 1-3 15,-7-2 2-15,-4 0 4 0,-6 3 11 16,-3 1 0 0,0 5 0-16,0-1 0 0,0 5 1 15,0 3 7-15,-2 1-8 16,-2 0-11-16,-3 3 11 16,-2 12 18-16,-2 2-2 15,-1 4 2-15,6 0-3 16,-1-2 7-16,0 1 9 15,5-5-25-15,2-2 5 16,0-1-11-16,0-3 16 16,0-1 1-16,0-1-7 0,0 1-1 15,0-2 0 1,0 1 6-16,-1 1-15 0,-14-1 18 16,-7 2-18-16,-6-1-4 15,-6 1 3-15,-8 1-96 16,-36-4-92-16,9-2-434 15,-2-4-626-15</inkml:trace>
  <inkml:trace contextRef="#ctx0" brushRef="#br0" timeOffset="12658.73">17532 8452 939 0,'0'0'379'0,"0"0"-150"0,0 0 88 0,0 0-34 0,0 0-105 15,0 0-106-15,0 0-6 16,14-6 21-16,-8 19-20 16,1 7-32-16,-4 4-14 15,-3 3 0-15,0-1-11 16,0 1-9-16,0-6-1 16,0-5 0-16,0-6 0 15,0-4-39-15,-1-6 12 16,-4 0 20-16,-2 0-5 15,2-6-34-15,0-5-2 16,0-2 20-16,3-4-3 0,0 0-3 16,2-1 3-16,0-2-5 15,0 2-1-15,7-1 21 16,5 1-24-16,1 4 34 16,6 2 4-16,-3 5-15 15,4 1 17-15,2 4 10 16,0 2 3-16,-4 0 12 15,-3 0 8-15,-5 3-1 16,-4 15-8-16,-5 0 15 16,-1 5 19-16,0 3-30 15,0 1-9-15,0-5-9 16,0 2-10-16,0-6-10 16,0-4-38-16,0-4-87 0,7-2-73 15,3-7-173-15,2-1-180 16,-4 0 6-16</inkml:trace>
  <inkml:trace contextRef="#ctx0" brushRef="#br0" timeOffset="13007.22">17821 8544 948 0,'0'0'342'0,"0"0"-174"0,0 0 17 0,0 0-12 16,0 0-41-16,0 0-61 15,101-55-29-15,-85 43-16 0,0 0-11 16,-6 2-8-16,-4-4 5 16,-3 2 4-16,-3 3-7 15,0 0-8-15,0 2-1 16,-8 2 0-16,-3 4-13 16,-5 1 13-16,-2 0 11 15,-2 6-10-15,-1 9 8 16,2 3 3-16,0 4 7 15,5 5 2-15,8-6 4 16,3 6 22-16,3-7-28 16,0-2-2-16,17-4-16 15,2-7-1-15,9-4 13 16,3-3-13-16,1 0-66 0,5 0-91 16,11-13-108-1,-8-3-128-15,-8 2-193 0</inkml:trace>
  <inkml:trace contextRef="#ctx0" brushRef="#br0" timeOffset="13488.63">18182 8392 575 0,'0'0'313'15,"0"0"-77"-15,0 0-5 16,0 0-13-16,0 0-52 16,0 0-59-16,0 0-7 15,2-9 21-15,-2 15 1 16,0 6-39-16,0 6 10 15,-2 1-32-15,1 2-18 16,1-4-16-16,0 1-15 16,0-5-2-16,3-2-10 0,10-5 0 15,4-4 10-15,5-2 0 16,8 0-10-16,3-6-29 16,2-10-37-16,3 1 12 15,-7-2 16-15,-3 1 12 16,-9 1 11-16,-9 8 15 15,-5 2 18-15,-5 4 52 16,0 1 10-16,0 0-45 16,0 0-33-16,0 7 23 15,0 4 5-15,0-4-11 0,0-1-17 16,7-1-1 0,1-5 5-16,4 0 8 0,2 0 6 15,5-5-8-15,-3-7-11 16,0-1 5-1,-6-1-5-15,-5-1 0 0,-4 0 0 16,-1 2 7-16,0-1-8 16,-8 5-12-16,-2 3 11 15,-4 3-38-15,0 3-62 16,-17 17-92-16,5 7-147 16,-6 0-540-16</inkml:trace>
  <inkml:trace contextRef="#ctx0" brushRef="#br0" timeOffset="16556.48">16073 10091 575 0,'0'0'617'0,"0"0"-456"0,-90 53-115 0,44-28-5 15,-6 3 78-15,-9 0-15 16,-17 5-71-16,-26 6-15 16,-29 5-4-16,-19-2 5 15,-4-5 13-15,3-7-16 16,4-2-8-16,-9-1 11 16,-12 0 13-16,-8-3-7 15,-12 5-9-15,-5-4-15 0,-6-2 7 16,-7 1-2-1,-5-2-6-15,-8-5 0 0,-4-2 0 16,-7-3 0 0,-4-5 3-16,2 1 3 0,0-4-6 15,3-2 0-15,-5-2 0 16,2 0 2-16,-3-6 8 16,1-5-3-16,-1-2-7 15,1-5 1-15,-1-3 0 16,1-3 8-16,5-5 5 15,1-1-6-15,2-6 0 16,2 2-7-16,-2-6 1 16,2 1-1-16,-2-3 1 15,4-1-2-15,4-5 0 0,3-4 0 16,5-3 1-16,10-9 0 16,1-5 0-16,8-6 0 15,2-6-1-15,3 1 0 16,3-3 1-16,8 4 0 15,4-4 0-15,11-1-1 16,3-5 1-16,5-1-1 16,7-2-2-16,3 3-4 15,5-4 6-15,9-3-1 16,3-2 0-16,3-3 1 16,4 4-10-16,2 4 9 15,1 1-16-15,1-2-6 16,2 1 5-16,3-1-5 15,2 5-6-15,1 1 8 16,-3 5 11-16,2 1-3 16,2-1-5-16,3-1-1 0,10 3 9 15,3 1 0-15,3 5-37 16,12 14 14-16,14 10 21 16,11 11 2-16,6-2 9 15,-7-6-56-15,0-8-26 16,-5-5-1-16,6 0 0 15,1 7 53-15,1 6 21 16,1 6 10-16,3 7 10 16,1 2-9-16,6 3-1 15,6 1-15-15,7 2-37 16,3 2-39-16,4 4 54 16,1 3 37-16,3 4 15 0,4 5 11 15,4 5 4-15,1 1-4 16,5 3-26-16,0 0-34 15,0 0 16-15,0 0-6 16,0 0 4-16,-3 3 20 16,-4 3 8-16,-2 0-7 15,1 1 1-15,0 1-1 16,-2-2 6-16,5-2-7 16,-3 1 0-16,-1-2-7 15,2-2-12-15,-1 2-41 16,1-1 8-16,-3 1 5 15,2 0 11-15,-4 0-1 16,2 0 5-16,0 0 19 0,-2-2 12 16,4 1 1-16,0-2 13 15,3 0 12-15,2 0 20 16,3 0 56-16,0 0 13 16,0-2-62-16,10 1 8 15,7 1 18-15,12 0-10 16,8 0 26-16,13 0-17 15,22 0-33-15,28 0 0 16,33 0 30-16,19-3-2 16,4-12-15-16,-6-2-16 15,-15 5-13-15,-15 3-12 16,-16 9-16-16,-25 0-13 16,-17 0-22-16,-13 0 3 15,-8 0 16-15,7 0 4 16,4 3 5-16,3-3 7 0,-7 0 0 15,-6 0 0-15,-8 0 2 16,-3 0 7-16,-10 0-7 16,1 0-1-16,-6-1 7 15,-5 1 0-15,1 0 5 16,3-2-1-16,3 2 5 16,2-1 8-16,7-2 12 15,3 0-5-15,7-2-8 16,1 1-12-16,2-1-10 15,2 2-1-15,2-1 7 16,-4-1-8-16,-4 2 1 16,-2 2 0-16,-1-1 0 15,-3 2 8-15,2-1-8 0,3-2 10 16,-2 0 6-16,3 0 5 16,-1 0 14-16,1 0 5 15,0 0-3-15,0 0-7 16,3 1 1-16,-1-1 2 15,6-1-12-15,0-1 0 16,7-2 8-16,1 1 2 16,1-2-9-16,-1 1 0 15,0 1 0-15,-11 6-9 16,-2 0-13-16,-7 0 7 16,-7 0-1-16,-2 0-1 15,1 6 5-15,-1-2 5 0,4-1-9 16,3 0 5-16,3-1-10 15,0-2-1-15,5 1 7 16,0-1-7-16,0 0 1 16,-3 0 4-16,1 0-6 15,-5 3 0-15,1 0 1 16,-1-1-1-16,1 2 0 16,2-1 1-16,3-3-1 15,5 0 0-15,1 0 0 16,7 0 1-16,-1 0-1 15,6 0 1-15,-4 0 0 16,-2 0-1-16,-4 3 0 0,-3 3 0 16,-5 2 0-1,-1-1 0-15,0 1-1 0,-3-4 0 16,0 1 0-16,1-2 1 16,2 0 0-16,4-2 0 15,4 1 1-15,1 1-1 16,4-2 0-16,-1 2 0 15,4 0 0-15,0 0 0 16,-2-3 0-16,2 2 0 16,-4-2-1-16,-3 0-5 15,-6 0-2-15,-3 0 7 16,-6 1-8-16,4-1 7 16,-7 2-7-16,-1-1 1 15,0 1 2-15,-1-1 5 0,-2 1-1 16,0-2 2-1,4 0 0-15,1 0 1 16,4 0-1-16,0 0 0 0,1 0-4 16,-1 0 4-16,2 0 1 15,-5 0 0-15,-2 0 0 16,-2 0-1-16,-2 0 0 16,-1 0 2-16,-6 0-1 15,-2 0 10-15,-2-2-5 16,-3 2 9-16,1-3 2 15,0 2-1-15,1-2 8 16,-1 0 4-16,-3 1-1 16,-2 1-2-16,-3 1-8 15,-2 0-5-15,0 0-2 0,0 0 0 16,-7 0-9-16,-11-2 14 16,-11-1-9-16,-7 2 3 15,-9-4-8-15,-9 1 0 16,-8-2 0-16,-7 1 5 15,-4 2-5-15,0 0 0 16,-4 3-1-16,2 0 0 16,-3 0-1-16,3 0 0 15,-2 0-1-15,2 0 2 16,2 0 0-16,1 0 0 16,3 0 0-16,3 0 0 15,-1-1-7-15,3-1 7 16,-1 1 6-16,2-1-5 0,-1 2-1 15,-3 0 0 1,5 0-5-16,-1 0 5 0,-2 0 0 16,1 3 0-16,1 3 0 15,3-3-1-15,-1-1 1 16,3-2 0-16,-1 0 1 16,3 0-1-16,1 0 1 15,-4-3 0-15,2 0 0 16,1 0 0-16,0 3-1 15,3 0 0-15,1 0 0 16,3 0 0-16,3 4 0 16,1 1 0-16,-1-2 0 15,1 0 0-15,0-2 0 16,0-1 0-16,0 2 0 16,2-2-1-16,1 0 0 0,6 0 1 15,9 0 0-15,8 0 0 16,7 0 0-16,7 0-1 15,5 0-54-15,0 0-131 16,4-8-115-16,-1-2-500 0</inkml:trace>
  <inkml:trace contextRef="#ctx0" brushRef="#br0" timeOffset="17701.57">2558 7055 887 0,'0'0'550'0,"0"0"-478"0,0 0-12 15,0 0 118-15,-42 89-39 0,32-61-60 16,0-2-22-16,4-4-15 15,-1-2 7-15,-2-5-9 16,6 1-12-16,0-7-8 16,1 2-6-16,2-7-14 15,0-1 0-15,0-1 0 16,0-2 0-16,0 1 0 16,-2-1-5-16,2 0-1 15,0 0 5-15,0 0-5 16,0-4-14-16,0-7 15 15,2-4 5-15,5-3 16 16,0-3-15-16,-1-4 1 0,-1-5 7 16,5 0-9-16,-5 0 1 15,5 0-1-15,-1 3 1 16,-1 1-1-16,-2 3 1 16,1 3-1-16,-2 6 6 15,1 1-6-15,-2 9 0 16,0 1-14-16,-2 2 10 15,2 1 4-15,-2 0 16 16,2 0 0-16,0 3 23 16,3 7 4-16,-1 1 22 15,3 0 9-15,3 0-19 0,1-2-12 16,4-2 6 0,8-3-7-16,5-3-11 0,9-1 23 15,4 0 4-15,0 0-27 16,-5-1-19-16,-2-1-11 15,-11 0-1-15,-8 2-20 16,-7 0-48-16,-5 0-142 16,-5 4-168-16,0 0-407 0</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5-10-22T12:51:43.160"/>
    </inkml:context>
    <inkml:brush xml:id="br0">
      <inkml:brushProperty name="width" value="0.05292" units="cm"/>
      <inkml:brushProperty name="height" value="0.05292" units="cm"/>
      <inkml:brushProperty name="color" value="#FF0000"/>
    </inkml:brush>
  </inkml:definitions>
  <inkml:trace contextRef="#ctx0" brushRef="#br0">16606 5282 781 0,'0'0'266'0,"0"0"-210"0,0 0-41 0,0 0-8 0,-11 86 28 15,2-47 16-15,-1 4-27 16,7-1 20-16,-2-3-17 16,2 0 9-16,1-6 6 15,1-3 6-15,1-3 6 16,0-6-25-16,0-8-13 15,0-2-1-15,0-7-2 16,0-2-2-16,4-2 8 16,5 0 58-16,2-2 12 15,6-13-39-15,1-3-28 0,2-1 9 16,1-5-9 0,-1-1-13-16,0-1 1 15,0-1-10-15,-4 2 0 16,0 2 0-16,-6 7-2 0,-6 2 2 15,2 7 6-15,-5 5-5 16,1 2-1-16,0 0-30 16,-2 5 7-16,1 8 23 15,3 4 6-15,-1 1 2 16,2 1 2-16,0 1-10 16,4-4 6-16,-2-1-5 15,5-3 0-15,0-3 1 16,3-4-2-16,5-2 7 15,2-3 5-15,1 0-6 16,4 0 4-16,0-12-9 16,5-2 0-16,-4-4 5 0,0-3 1 15,-2-3-1-15,-7 0 8 16,-3-4-5-16,-9-2-8 16,-6-3 8-16,-1-4-2 15,0 1 0-15,-4 2 8 16,-7 2-3-16,2 8-12 15,-2 7 14-15,4 2-6 16,0 9-8-16,3 3-6 16,2 3-4-16,-2 0 4 15,3 0 6-15,1 6-1 16,0 5-8-16,0 5-14 16,0 2-56-16,0 13-114 0,0-4-88 15,0-5-293-15</inkml:trace>
  <inkml:trace contextRef="#ctx0" brushRef="#br0" timeOffset="1131.81">20189 9649 537 0,'0'0'277'0,"0"0"-172"0,0 0 4 0,0 0 50 15,0 0-53-15,0 0 23 0,0 0-10 16,-17-51 22-16,17 51-17 16,0 0-16-16,0 0-42 15,0 0-41-15,0 10-11 16,0 9 3-16,0 8 11 15,0 6-2-15,0 4 17 16,-1 4-15-16,-2 1-15 16,0-2-5-16,-1-2-7 15,1-4 6-15,1-10-7 16,-1 1 0-16,1-10-1 16,-2-7-23-16,3-2-111 15,-6-6-137-15,-1 0-22 16,0-2-263-16</inkml:trace>
  <inkml:trace contextRef="#ctx0" brushRef="#br0" timeOffset="1415">20059 9635 522 0,'0'0'160'16,"0"0"-40"-16,0 0-2 15,55-96 60-15,-30 74-33 16,5 2-36-16,5 4 21 15,4 1-18-15,1 7 18 16,-2 7 0-16,-2 1-17 16,-11 1-59-16,-9 20-13 15,-9 5 1-15,-7 5 13 16,-2 1 14-16,-16-2-20 0,-9 0-9 16,-8-1-21-16,-5-7 2 15,-6 1-5-15,-7-4-16 16,-22 2-32-16,13-2-183 15,5-12-570-15</inkml:trace>
  <inkml:trace contextRef="#ctx0" brushRef="#br0" timeOffset="2916.16">18575 9158 573 0,'0'0'195'0,"0"0"-31"0,0 0 1 0,0 0-46 0,0 0-21 16,0 0-2-16,0 0-12 15,5-64 24-15,-5 56 10 16,0 3-32-16,-8 0-22 16,-9 1-6-16,-3 4-39 15,-3 0-8-15,1 0-3 16,0 4 12-16,5 3-9 15,3 4-10-15,4 0 0 16,3 0 0-16,3-3-1 16,4 3-6-16,0-3 6 0,0 2 1 15,12 1 0 1,4-4 0-16,6 2 5 0,2-3-5 16,1 4 5-16,-3 0-6 15,-1 0 2-15,-2 5-2 16,-7-3 0-16,-6 2-1 15,-6-3 0-15,0 2 0 16,-2-3 1-16,-12-3 7 16,-7 1-6-16,-3-2-1 15,-5-2 0-15,-1 2 1 16,-1-2 4-16,3-3-3 16,8-1 6-16,3 0-8 15,10 0-6-15,3 0-27 0,4 0-59 16,0 0-104-1,33-11-176-15,-1 3-9 0,0-2-122 0</inkml:trace>
  <inkml:trace contextRef="#ctx0" brushRef="#br0" timeOffset="3283.15">18761 9222 515 0,'0'0'175'0,"0"0"-55"0,0 0-6 0,0 0 98 15,0 0-10 1,0 0-111-16,0 0-27 0,11-44-25 16,-11 40-1-16,-1 1-5 15,-9 3-24-15,-4 0 26 16,-3 0-19-16,-3 0-4 16,-1 9-5-16,0 3 8 15,5 0 11-15,2 0-6 16,8-2-19-16,6-2-1 15,0-1 0-15,0-4 0 16,16-3 0-16,6 0 16 16,5 0 0-16,2-4-5 15,-1-3-10-15,-1 0-1 16,-9 1-11-16,-3 2-2 16,-9 3-6-16,-2 1-27 15,-4 0-8-15,0 1 14 16,0 8-24-16,0 7-155 0,0-4-144 15,0-1-46-15</inkml:trace>
  <inkml:trace contextRef="#ctx0" brushRef="#br0" timeOffset="3879.63">18936 9321 620 0,'0'0'317'15,"0"0"-127"-15,0 0-67 16,0 0 51-16,0 0-33 15,0 0-37-15,0 0-57 16,10-81-22-16,-10 63-8 16,0-2-9-16,0 1-7 15,0 0 6-15,-5-2 0 0,-3 2-7 16,6-3-1-16,1 3-1 16,1-2-17-16,0 4-3 15,0 0-15-15,9 5 7 16,3 6 14-16,0 4-1 15,-2 2 4-15,-5 5 12 16,-2 10-5-16,-3 8-2 16,-3 2 8-16,-12 1 12 15,-1-2-2-15,2-3-8 16,2-4 1-16,2-6 3 16,5-3 1-16,2-5 0 15,3-1-6-15,0-2-1 16,0 0 0-16,14 0 20 0,6 0-6 15,6 0-5 1,3-5 1-16,7-4-9 0,1-1 0 16,3-4 9-1,0 2-9-15,-3-3 0 0,-6-2 0 16,-7 0 6-16,-7 3 0 16,-7 1 18-16,-10 7 53 15,0 3 4-15,-10 3-32 16,-14 0-18-16,-10 9-13 15,1 7 7-15,0 2 17 16,2 2 13-16,8-4-24 16,12 0-16-16,4-2-14 0,7-5-2 15,0-3 0 1,15-3 9-16,14-3 10 0,4 0-19 16,12 0 0-1,13-5-57-15,-7-2-141 0,-11 3-375 0</inkml:trace>
  <inkml:trace contextRef="#ctx0" brushRef="#br0" timeOffset="4945.22">18759 7025 582 0,'0'0'129'0,"0"0"-9"0,0 0-42 0,0 0 5 0,0 0-1 0,0 0-27 16,-105-21-16-16,81 21-20 15,3 7 1-15,1 2 12 16,1 3-6-16,4-2 12 16,5 3-8-16,2-2-15 15,8 3 2-15,0-1-7 16,0 0-9-16,13-2 18 15,7 1-17-15,3-3 5 16,4-3 6-16,4 1-4 0,-5-1-9 16,-6 2 0-16,-8 2-1 15,-8 2-11-15,-4 3 12 16,-1 0 0-16,-15 2 0 16,-8-1 1-16,-3-1 6 15,-3-3 3-15,-3-3 21 16,-1-1 1-16,1-4-12 15,4-2-8-15,8-2-12 16,6 0 0-16,8 0-58 16,7-3-76-16,8-6-189 15,9-2-227-15</inkml:trace>
  <inkml:trace contextRef="#ctx0" brushRef="#br0" timeOffset="5329.51">18810 7147 717 0,'0'0'238'0,"0"0"-148"0,0 0-37 0,0 0 60 0,0 0-38 16,0 0-50-16,0 0-2 15,-63-14 22-15,48 23 4 16,3-1 5-16,4-1 7 15,2 2-16-15,4 0-23 16,2-1-20-16,0 1-1 16,0-3 5-16,9-2-5 0,5-2-1 15,1-2 0-15,2 0 0 16,-1 0-78-16,0-5-15 16,-4-5 35-16,-2 1 42 15,-6 3 15-15,-1 1 1 16,0 5 0-16,-3 0-17 15,0 2 5-15,0 11 11 16,0 4 1-16,0 1-20 16,7 6-131-16,0-5-125 15,3-4-372-15</inkml:trace>
  <inkml:trace contextRef="#ctx0" brushRef="#br0" timeOffset="5894.69">18966 7289 542 0,'0'0'209'0,"0"0"-125"0,0 0 18 16,0 0 54-16,0 0-11 16,0 0-38-16,40-85-24 15,-40 62-47-15,0-1-28 16,-8-3 0-16,-4-2 1 16,1 1-2-16,1-3 2 15,1 1-8-15,4 1 0 16,1 2-1-16,4 1-10 15,0 7-24-15,0 3-15 16,0 9 11-16,4 7-34 16,3 0 38-16,1 4 20 15,-5 13-3-15,-3 4 11 0,0 5 6 16,0 2 6-16,-13-1 8 16,1-1-2-16,-2-5-11 15,1-3 6-15,4-4 9 16,4-5-15-16,0-4 9 15,5 0-9-15,0-2 0 16,5-1 0-16,9-2 12 16,6 0-1-16,8 0 13 15,3 0-12-15,6 0-12 16,5-8 6-16,-1-5-7 16,0 0 2-16,-5-4-1 0,-9 3 6 15,-9-1-1 1,-11 3-4-16,-7 0 8 15,0 3-10-15,-7 2 27 0,-9 4 39 16,-6 3-5-16,-5 2 9 16,1 12-5-16,-1 5 7 15,5 4-23-15,7-1-27 16,7 0-13-16,8-1-8 16,0-6 0-16,20-2-1 15,5-4-69-15,13-4-140 16,-4-4-159-16,-10-1-535 0</inkml:trace>
  <inkml:trace contextRef="#ctx0" brushRef="#br0" timeOffset="6814.41">16651 7467 201 0,'0'0'295'0,"0"0"-215"0,0 0-12 0,0 0-11 0,0 0 23 16,0 0-50-16,0 0-7 16,-100-17 49-16,73 27-5 15,1-2 21-15,4 2 28 16,8-3-21-16,5-1-40 16,5 3-31-16,4-3-17 15,0-1-1-15,17 0-6 16,5 0 1-16,7-5 50 15,4 3-29-15,0-2-8 16,-1 3-4-16,-7 0-10 16,-5 6-1-16,-8 3-8 15,-7 0 9-15,-5 2 0 16,0 0 10-16,-9 1 29 16,-11-3 5-16,-7 1-11 0,-6-1-11 15,-4 1-16-15,1 0-5 16,4-4 0-16,4 0 0 15,6-4-1-15,6-3-34 16,13-3-69-16,6 0-51 16,21-10-332-16,4-4-204 0</inkml:trace>
  <inkml:trace contextRef="#ctx0" brushRef="#br0" timeOffset="7193.38">16882 7546 75 0,'0'0'664'16,"0"0"-483"-16,0 0-80 0,0 0 26 15,0 0 8 1,0 0-57-16,0 0-55 0,-31-30-1 16,15 30-6-16,0 8 51 15,-1 1 1-15,2 1-7 16,5 1 5-16,1-2-30 15,8 0-21-15,1-3-15 16,0-3 2-16,12-3 4 16,8 0 3-16,5 0 9 15,2-3-2-15,-1-8-15 16,-3 3 0-16,-4-3-1 16,-6 2 0-16,-4 3 1 0,-6 3 0 15,-1 2 6-15,0 1-7 16,-2 0-7-16,0 0-5 15,1 1 2-15,2 8 10 16,3 3 0-16,4 9-66 16,0-5-175-16,-2 3-295 0</inkml:trace>
  <inkml:trace contextRef="#ctx0" brushRef="#br0" timeOffset="7879.65">17148 7666 651 0,'0'0'273'0,"0"0"-139"0,0 0-22 16,0 0 61-16,35-85 23 15,-29 66-116-15,3-4-58 16,-5 2-6-16,-4-2 8 16,0-1 8-16,0 0-13 15,-14-1-18-15,-2-1 11 16,-1 2-2-16,0 2-3 15,2 0 1-15,3 4-7 16,5 5-1-16,4 1 0 16,3 4-6-16,0 4-32 15,9 1-43-15,8 3 49 16,0 0 14-16,5 0-4 16,-3 10-16-16,-5 4-28 0,-3 2-20 15,-10 8 24 1,-1-3 37-16,-1 1-16 0,-13-3 31 15,1-1 9-15,-2-1-9 16,3-4 10-16,0-2 10 16,4-3-4-16,2-1 7 15,4-1 0-15,2-1-13 16,0-1 2-16,2 2 22 16,18-2 11-16,3-1 11 15,9-3-19-15,3 0-3 16,5 0-8-16,-2-1-7 15,-1-8-8-15,-5-1 7 16,-7 0-8-16,-8 0 1 16,-11 2 0-16,-4-1 18 0,-2 2-14 15,0 1-4 1,-12 1-2-16,0 2 2 0,-2 3 15 16,-2 0-6-16,0 0-1 15,-1 8 0-15,2 3 7 16,0 4 14-16,1-1 5 15,7 3-7-15,1 1-9 16,6-5-9-16,0 0-3 16,2-6-1-16,13-4 25 15,9-2 10-15,0-1-16 16,7 0-8-16,-1 0-16 16,-2 0-1-16,-1 0-24 15,2 0-156-15,-6 0-104 0,-5 0-268 16</inkml:trace>
  <inkml:trace contextRef="#ctx0" brushRef="#br0" timeOffset="8059.36">17703 7503 593 0,'0'0'344'0,"0"0"-169"0,0 0-97 0,0 0 32 0,0 0-45 15,0 0-65-15,0 0-47 16,-5 5-168-16,-7-2-436 0</inkml:trace>
  <inkml:trace contextRef="#ctx0" brushRef="#br0" timeOffset="11907.5">17261 8818 924 0,'0'0'318'0,"0"0"-153"0,0 0-60 0,0 0-22 16,0 0 27-16,0 0-28 15,0 0-19-15,16-56-4 16,-11 48-11-16,-2-1-5 16,1-1 41-16,-1-3-25 15,0-1-22-15,1-4 30 16,-1-1-26-16,0-3-17 15,0-4 16-15,-1 1-11 16,3-6 32-16,0 1-40 0,-1-4-8 16,-1-2-4-1,-2-3-8-15,1-3 5 0,-2-2-6 16,4-4 0-16,-4-1 0 16,0-5-1-16,0-1 1 15,0-3-6-15,0-4 4 16,0-3 2-16,-6 3-1 15,0-1 0-15,1 0 0 16,-2 3 1-16,5 7 0 16,2 2 0-16,0 11-1 15,0 8 1-15,0 8-1 16,0 6 1-16,0 6-2 16,0 4 2-16,0 3-6 15,0-3 6-15,-3 2 1 16,1 1-1-16,1 0 2 0,1 0-1 15,-2-1 1-15,1 4-1 16,1-1 0-16,0 2 0 16,0-1-1-16,0 2 0 15,0 0-1-15,0 0-7 16,0-2 7-16,0 2-7 16,0-1 1-16,0-1 7 15,0-3 1-15,1 2 0 16,2-3 10-16,-1 0-5 15,-1-1-5-15,1-1 6 16,-2 0-6-16,0-3-1 0,0 4-2 16,0-2 1-16,0-2-1 15,-3 1 1-15,-7 4-7 16,0 0 5-16,-3 0 2 16,1 6-7-16,0 0 7 15,1 0 0-15,1 0 0 16,-2 0-7-16,-1 6 8 15,-1 5 0-15,4-3-1 16,0 1 0-16,2 2 1 16,3-1-7-16,5 0 6 15,0-1-8-15,0 4 9 16,3-2 0-16,11-2 0 16,0-2 1-16,3-2 10 15,4-4-10-15,0-1 4 0,2 0 8 16,2 0-5-1,-3-11-7-15,-2 1-1 0,-5-4 9 16,-4 0-8-16,-5-2 5 16,-5 3-5-16,-1 2-1 15,0-2 0-15,-10 2 5 16,-4 4-5-16,-6 5 0 16,-5 2 0-16,-2 0 0 15,0 0 0-15,-1 8-5 16,-1 4 5-16,6 4-1 15,1 2 0-15,3-1 1 16,8-1-2-16,6-2-5 16,5-4 5-16,0 0-3 0,5-4 5 15,10-3 1 1,8-3 14-16,5 0 13 0,1 0-12 16,-4 0-7-16,-3-3-3 15,-9-2-5-15,-6 2 8 16,-5 0 0-16,-2-2 1 15,0 0-1-15,0 0-8 16,-9-1 8-16,-1 2-9 16,-1 0 0-16,1 1 0 15,0 3 0-15,1 0 0 16,2 0 0-16,6 0-1 16,-1 0-10-16,2 3-2 0,0 4-24 15,0 2-84 1,0-1-74-16,3 2-40 15,4-2-47-15,-1-1-74 16,-3-1 47-16,0-2 49 16,-2 1-5-16,1-2-24 0,-2-3 272 15,0 0 17-15,0 0 226 16,0 0-12-16,0 0-41 16,0 0 44-16,0 0-15 15,0-5-22-15,0 1-16 16,-2-1-22-16,2 0 46 15,0-1-30-15,0-2-38 16,0 3-29-16,0 0 17 16,0 0-5-16,0 2-42 15,4 0-12-15,2-2-14 0,3 2-9 16,6 0-8-16,3 1-8 16,7 2 8-16,9-3-2 15,11 0-5 1,13-2 1-16,21-3-3 0,23 2 1 15,-8-2 1-15,-11 4-5 16,-10 4-5-16,-17 0 6 16,4 7-7-16,3 7 0 15,-6-1 0-15,-7-2-1 16,-1 0-6-16,-2-3 7 16,1 0 1-16,0-3-1 15,4-2-1-15,3-1 1 16,0-2 1-16,2 0-1 15,-3 0-2-15,-4 0 2 16,-5 0-1-16,-6 0-15 0,-6 0 1 16,-7 1 4-16,0 1 5 15,-4-1 6-15,-1-1-1 16,3 0 0-16,-1 0 1 16,2 0 1-16,0-1 0 15,-2-4 1-15,-2-1-1 16,-5 4 0-16,-4-1 0 15,-5 2-1-15,-2 1 1 16,-3-2 0-16,-1 2-1 16,-1 0 0-16,0-2 6 15,2 2-6-15,-1 0-1 16,6-3 1-16,-1 3 0 16,1-5 0-16,-1 0 0 0,-2 2 1 15,-4-3 8-15,0 1-8 16,0 2 1-16,-8-5-1 15,-8 5-1-15,-8 1-2 16,-4 2-4-16,1 0 6 16,-1 0 0-16,0 5 0 15,7 3-1-15,5 2-1 16,2 1-4-16,10 0-1 16,4 2-4-16,0-2 5 15,4 2 6-15,13-4-1 16,3-1-1-16,3-3 1 15,9-2 1-15,-2-3 5 16,3 0-5-16,-2 0 0 16,-7 0 2-16,-2-6-2 0,-5-4 0 15,-7 2 3-15,-5-3 5 16,-5 1-1-16,0-1-6 16,0 2-1-16,-12 1 0 15,-2 1-5-15,-7 4 4 16,3 3 1-16,-5 0-1 15,-1 0-1-15,0 10 1 16,6-1 0-16,3 1 1 16,5 2-6-16,5-2 0 15,5-2 5-15,0 0-13 16,0-3 13-16,10-2-6 0,7-1 7 16,3-2 7-1,3 0-6-15,1 0 5 0,-5 0-5 16,1-6 1-1,-8-1-1-15,-5-1 8 0,-5-3-3 16,-2 1 2-16,-2-2-8 16,-13 0 0-16,-3 4-1 15,-2 1 1-15,-4 3 0 16,3 1 1-16,2 0 4 16,6 3 0-16,4 0-5 15,5 0-1-15,4 0-8 16,0 8 0-16,0 14-3 15,0 2-213-15,1-6-410 0</inkml:trace>
  <inkml:trace contextRef="#ctx0" brushRef="#br0" timeOffset="19420.74">20288 7351 464 0,'0'0'173'0,"0"0"-105"0,0 0-6 0,0 0 25 16,0 0-18-16,0 0-25 16,-12 0-10-16,11 0 18 15,-3 0 15-15,-1 0-31 16,-3 0-11-16,-6-1 12 16,1-1 18-16,-7 1-4 15,0-1-10-15,-3 2 1 16,-5-1 16-16,2 1 0 15,-4-2-12-15,-2 2 0 16,-3 0 3-16,-2 0-7 0,-1 0-18 16,-1 0-10-1,0 3-6-15,-2 2-1 0,3 0-6 16,1-2 0-16,0 5 9 16,5-5-8-16,3 2-2 15,3-4 6-15,5 1-5 16,3-2 8-16,1 3 1 15,0-1 14-15,-1-2-10 16,-4 3-13-16,0 0 0 16,1 1-1-16,-1-1 1 15,0 0-1-15,4-2 1 16,-1 1 0-16,4-2 7 16,2 0-7-16,3 1-1 15,1-1 1-15,4 0 0 0,0 0-1 16,5 0 1-16,0 0 0 15,0 0 0-15,0 0 1 16,0 0-1-16,0 0 0 16,0 0 1-16,0 0 6 15,0 0 0-15,0 0-2 16,0 0-5-16,0 0 9 16,0 0-4-16,0 0-6 15,0 0-6-15,0 0-2 16,0 0-3-16,0 0-8 15,4 2-51-15,7 1-71 16,-2 2-186-16,-1-3-263 0</inkml:trace>
  <inkml:trace contextRef="#ctx0" brushRef="#br0" timeOffset="19800.38">19280 7337 553 0,'0'0'162'0,"0"0"-47"0,0 0-29 16,0 0 26-16,0 0 53 15,0 0-42-15,0 0-53 0,-3-9-37 16,0 9-11-16,-3 0 7 16,-2 11 42-16,-2 1-1 15,0 6-19-15,2-2 2 16,-1 1-1-16,6-2-21 16,1-1-19-16,2-2-12 15,0-1 0-15,14-2 11 16,8-2-5-16,9 1-6 15,6-1-75-15,22-1-149 16,-10 0-265-16,-7-5-262 0</inkml:trace>
  <inkml:trace contextRef="#ctx0" brushRef="#br0" timeOffset="23063.17">18933 7301 314 0,'0'0'158'0,"0"0"-62"0,0 0-14 0,0 0 16 0,0 0 28 16,0 0-6-16,0 0-15 16,48-30 17-16,-41 24 12 0,-3-1-6 15,0-1-22 1,-1 1-5-16,1 1 7 0,-1 0-28 15,-3-2-20-15,0-1 1 16,0 2 7-16,0-2-24 16,0-2-26-16,0 1 6 15,0-2 8-15,-5 0-2 16,2-2-16-16,-3 1-6 16,3-4-7-16,2 1 1 15,-2-3 9-15,1 0-10 16,0-4 0-16,-1 1 4 15,1-2-4-15,1-2 7 16,1 2-2-16,0 0-5 16,0 0 7-16,0-1-8 15,0 1 0-15,0 2 5 0,0 0-5 16,3 2-1-16,2 0 1 16,-2 1 1-16,0 2 0 15,0 1-1-15,1 2 0 16,-2 1 0-16,-1 1 0 15,1 0 0-15,-2 0 1 16,0 1-1-16,0-2 0 16,0-1 0-16,0 1 0 15,0-2 0-15,2 1 0 16,1-2 1-16,0 2-1 16,1-2 1-16,-1 2-2 0,2-2-7 15,2-2 8 1,-2 0 0-16,0 1 0 0,3-3 0 15,-1 2 1 1,0-2 0-16,-1 1 1 0,0 1-2 16,-3-2 0-16,-2 2 0 15,-1-2 0-15,0-1 1 16,0 2-1-16,0 0 2 16,0 0-1-16,0 1-1 15,0 2 1-15,-1-1-1 16,1 1 0-16,-2-2 0 15,1 0 0-15,-1-2 0 16,0 1 1-16,0-1 0 16,-1 1-1-16,1 1 1 0,2 3-1 15,0 0-2-15,0 1 1 16,0 2 1-16,0-3 0 16,0 4-1-16,0-4 1 15,4 0-1-15,1 0 0 16,0-1 1-16,0-1 0 15,0 1 0-15,-2 1 1 16,-3-1 0-16,0 6-1 16,0 0-1-16,0-1 1 15,0-1 0-15,0 0 5 16,0-2-4-16,0 0 1 16,0 1-2-16,0-1 0 15,-2 4 1-15,1-4 0 0,-2-2 0 16,1-1-1-1,-3 2 8-15,5 0-8 0,-2 2-1 16,1 2 1-16,1 2 0 16,0 3 0-16,0 0-1 15,0 0 0-15,0 0 1 16,0 2 0-16,0-1 1 16,0 2 4-16,0 2-4 15,0-1-1-15,-6 1-18 16,-2 1 12-16,-4 0-1 15,-4 0 6-15,-6 7-9 16,-1 2 10-16,-4 6 1 16,2 0 5-16,3-1-4 15,0 1-2-15,2-2 0 16,3-4 1-16,1 3-1 0,7-4 0 16,2-3 1-16,4-5-1 15,3 3 0-15,0-3-8 16,0 0 8-16,0 0-1 15,0 0 0-15,0 0 1 16,6 0 0-16,4 0 9 16,3 0 8-16,-1 0-6 15,2-3 1-15,2-3-2 16,-1-1-9-16,-2 1 0 16,-2-1 8-16,-1-1-7 15,0-1 7-15,-3 0-2 16,2-3-5-16,-4 0-1 0,2-3 7 15,-4 5-7-15,0-1-1 16,-3 1 2-16,0 2-1 16,0 2-1-16,0 2-6 15,0 1 6-15,0 1-6 16,-3 2 5-16,-2 0-2 16,-3 0-6-16,-1 0 9 15,-1 0-9-15,0 9 3 16,1 3 6-16,-1 0-7 15,7-1 6-15,0-1-6 16,3 2 5-16,0-3-7 16,0-1 2-16,0-3 1 15,6 0 6-15,8-2-1 0,2-1 1 16,3-2 19 0,1 0-6-16,2 0-7 0,-2 0-6 15,-2-6 1-15,-4 0 5 16,-4-2-4-16,-5 2 8 15,-4-3-2-15,-1 3-8 16,0-3 0-16,0 0 2 16,0 5-4-16,-8-2-7 15,-4 3 8-15,-6 0-5 16,1 3-7-16,-6 0 13 16,-2 0 0-16,-2 3-1 15,4 7 0-15,1-1-7 16,6 0 8-16,9 0-6 15,1 0-5-15,6 0-5 16,0-2 0-16,7 1 8 0,10-2 7 16,3-1 1-16,3-4 12 15,4 1-5-15,-2-2 0 16,-2 0-1-16,-4 0-4 16,-4-2-1-16,-5-4 5 15,-5 0 4-15,-2 0-8 16,-1 2 6-16,-2-1-8 15,0 2 0-15,0 3-39 16,-5 0-106-16,-8 3-396 16,0 4-97-16</inkml:trace>
  <inkml:trace contextRef="#ctx0" brushRef="#br0" timeOffset="23225.92">19102 5619 849 0,'0'0'0'0,"0"0"-550"0</inkml:trace>
  <inkml:trace contextRef="#ctx0" brushRef="#br0" timeOffset="31955.97">12921 10819 869 0,'0'0'227'0,"0"0"-151"15,0 0-28-15,0 0 20 16,0 0 45-16,0 0 14 15,14-53-44-15,-11 50-40 16,-1 0 0-16,2 0 18 16,-3 2 16-16,-1 1 19 0,0 0-19 15,0 0-7-15,0 0-36 16,-1 0-22-16,-18 10 35 16,-3 14-16-16,-9 5 0 15,-6 9-12-15,0 5 7 16,7 2 2-16,5 2-12 15,6 0-6-15,12-5-4 16,7-1-6-16,0-11 1 16,14-3 5-16,17-11-6 15,12-10 16-15,4-6-2 16,11 0-4-16,6-15-8 16,-1-6-2-16,4-5 1 15,-9-2 5-15,-4-2 4 16,-14-2-3-16,-10 2-6 0,-9 0-1 15,-17 2 0-15,-4-3 9 16,-8 1-8-16,-17 0-1 16,-8 4 0-16,-9 4 0 15,-2 7-1-15,1 4 1 16,-6 8 0-16,4 3-1 16,3 0-1-16,7 3 1 15,4 5 1-15,6-1 0 16,11 2-2-16,4-2-8 15,10 4-18-15,0-1-15 16,0 0-19-16,10 3-73 16,0 5-73-16,0 10-93 15,-2-4-194-15,-4-3-15 0</inkml:trace>
  <inkml:trace contextRef="#ctx0" brushRef="#br0" timeOffset="32259.62">12908 11156 766 0,'0'0'285'0,"0"0"-162"0,0 0 29 0,0 0 37 0,0 0-79 16,0 0-24-16,0 0 11 16,-58 96-10-16,38-58-13 15,-2 4-10-15,-4 2-5 16,-3 0-6-16,0-7-16 0,2 3-14 15,1-3-4-15,3-4-18 16,4-6 1-16,6-8 4 16,3-1-6-16,5-5 1 15,4-7-1-15,1-1 0 16,0-3-21-16,0 1-29 16,7-3-61-16,7 0-54 15,11-7-102-15,-3-4-229 16,-2-3-94-16</inkml:trace>
  <inkml:trace contextRef="#ctx0" brushRef="#br0" timeOffset="32556.71">12925 11349 757 0,'0'0'289'0,"0"0"-171"16,0 0-44-16,0 0 49 15,0 0-2-15,0 0-73 16,0 0 24-16,23 0 46 16,-12 11-18-16,0 3-23 15,5 2-25-15,1 0-2 16,8-2-4-16,2-1 3 16,5-2-14-16,2-4-13 15,-1-1-10-15,-4 0-3 16,-9-3-9-16,-6 1-28 15,-8 2-104-15,-6 2-206 0,-17 1-200 16,-3-3-90-16</inkml:trace>
  <inkml:trace contextRef="#ctx0" brushRef="#br0" timeOffset="32806.06">12905 11657 709 0,'0'0'210'0,"0"0"-126"15,0 0 13-15,-108 65 87 16,73-43 2-16,3 2-35 16,0 3-40-16,5-3-25 0,4 5-28 15,3-8-18 1,5 3-5-16,5-6-19 0,5-4-8 16,3-4-8-16,2-3 0 15,0-1-1-15,0-6-8 16,7 0-9-16,3 0-65 15,3 0-40-15,4-9-103 16,9-12-47-16,-2 5-46 16,-4-1-339-16</inkml:trace>
  <inkml:trace contextRef="#ctx0" brushRef="#br0" timeOffset="33038.42">12914 11732 671 0,'0'0'287'0,"0"0"-141"0,0 0 15 15,0 0 52 1,0 0-31-16,0 0-33 0,101-4-28 16,-74 14 0-16,0 4-48 15,1-1-19-15,1 7-10 16,-3-4-24-16,0 1-6 16,-4-4-13-16,-1-2 4 15,-3-1-5-15,-2-1-43 16,-2-6-104-16,7-3-148 15,-7 0-251-15,2-12-345 0</inkml:trace>
  <inkml:trace contextRef="#ctx0" brushRef="#br0" timeOffset="33472.24">13612 11135 755 0,'0'0'260'0,"0"0"-72"0,0 0-127 0,0 0 11 0,0 0 70 0,0 0-31 16,0 0-6-16,68-13-18 15,-27 13-14-15,7-3-33 16,7-4-8-16,5 4 17 15,1-1 3-15,-6 4-14 16,-12 0-23-16,-11 0-15 16,-11 0 0-16,-7 0-8 15,-10 0-74-15,-4 4-104 16,-9 6 0-16,-8-7-106 0,1 0-325 16</inkml:trace>
  <inkml:trace contextRef="#ctx0" brushRef="#br0" timeOffset="33787.89">14128 10961 965 0,'0'0'201'0,"0"0"-126"16,0 0-41-16,91-16 153 15,-50 15-2-15,6 1-37 16,0 0-19-16,0 14-10 16,-7 5-37-16,-12 5-26 0,-8 6-19 15,-16 0-22-15,-4 1-6 16,-10-1 2-16,-18 0 0 16,-10-3-11-16,-7-3 0 15,4-2-26-15,0-2-109 16,5-5-27-16,13-5-152 15,6-5-174-15,12-5-96 0</inkml:trace>
  <inkml:trace contextRef="#ctx0" brushRef="#br0" timeOffset="34187.91">14959 10660 666 0,'0'0'237'0,"0"0"-45"0,0 0-36 0,0 0-25 0,0 0-4 16,0 0-76-1,0 0 10-15,18 46 24 0,-18-3 16 16,0 11-36-16,0 5-40 16,-5 2-9-16,-3 1-4 15,-1-5-12-15,3-6 6 16,-2-5-5-16,2-6-1 15,0-13-6-15,4-8-93 16,0-5-157-16,2-10-34 16,0-4-93-16,2 0-480 0</inkml:trace>
  <inkml:trace contextRef="#ctx0" brushRef="#br0" timeOffset="35306.12">15100 10962 882 0,'0'0'285'0,"0"0"-147"16,0 0-28-16,0 0 32 15,0 0-18-15,0 0-77 16,0 0-27-16,26 2 31 16,-23 19 6-16,-1 3-14 15,1 1-15-15,1 2-9 16,2-6-6-16,6-5-13 15,4-3 9-15,6-5-8 16,5-5 22-16,2-3-13 0,-1-3-8 16,-1-11-2-1,-7 1-7-15,-2-8 6 16,-6-1-31-16,-5-2 8 0,-7 3 10 16,0-5-55-16,0 2 18 15,-17 0 14-15,-5 5-5 16,-6 1 29-16,-4 6 6 15,2 2 6-15,-2 7-6 16,-1 3 7-16,4 0 8 16,3 2-8-16,4 9 1 15,7 1-1-15,7 5 0 16,6-4-2-16,2 4 2 16,6-9-12-16,16 5-10 15,5-7-43-15,5-4-66 16,3 0 10-16,1-2-21 15,3 0-11-15,-1 0 13 16,4-3 26-16,-2-4 30 0,5-1 48 16,-1-4 32-16,-1 5 4 15,-1-6 33-15,-3 3 40 16,-6-1 21-16,-8-2 31 16,-8 1 86-16,-7 0-39 15,-10 3-2-15,0-4-27 16,0 6-48-16,-12 0-54 15,-3 4-5-15,-3 3 17 16,-6 0-31-16,-2 0-7 16,-3 6-1-16,-3 8-12 15,4 2 10-15,1 3 1 16,5 2-6-16,9-1-7 0,6-2-1 16,7 2 1-16,0-9 0 15,16-2 1-15,9-2 2 16,3-7 11-16,6 0-5 15,-1 0 1-15,3-7-10 16,5-2 1-16,-5 2 5 16,0 3-6-16,-6-1 2 15,-7 5-2-15,-8 0-1 16,-3 15-5-16,-9 8 6 16,-3 8 35-16,0 4 18 15,-15 6 26-15,0 2-33 16,-5-2-22-16,0-7 0 15,0-5-18-15,-2-5-5 0,7-11 7 16,-2-8 6 0,6-4-8-16,1-1 0 0,3 0 2 15,7-9-3-15,0-7-5 16,5-5-23-16,15-5-13 16,6-2 20-16,6-2-27 15,4-3-9-15,-1 1 26 16,1 0 17-16,0 2-1 15,-3 3 10-15,-1 1 0 16,-4 9 1-16,-2 3-1 16,-7 7 1-16,-2 2 9 0,-2 5 4 15,-5 0-7 1,-2 0 9-16,-5 6-4 0,0 7 6 16,-3 0-2-16,0 1-9 15,-3 0 13-15,-6 0-7 16,-1-4-12-1,3-3-2-15,-3 1-21 0,-2-5-104 16,-12-3-105-16,3 0-361 16,0-3-146-16</inkml:trace>
  <inkml:trace contextRef="#ctx0" brushRef="#br0" timeOffset="35523.01">15998 10759 867 0,'0'0'392'0,"0"0"-165"0,0 0-41 0,0 0 2 0,0 0-97 16,0 0-82-16,0 0 0 16,43 4-9-16,-40 9-6 15,-2 1-84-15,1 10-171 16,1-5-148-16,1-8-113 0</inkml:trace>
  <inkml:trace contextRef="#ctx0" brushRef="#br0" timeOffset="35803.29">16323 10854 72 0,'0'0'820'0,"0"0"-498"15,0 0-66-15,0 0-13 16,0 0-34-16,0 0-94 15,0 0-59-15,-9-58 0 16,-9 58-15-16,-6 0-8 16,-3 18 4-16,-2 2 4 15,2 4-7-15,3 5-14 16,10-5-4-16,4 2-10 16,10-2-6-16,3-8 1 15,20-4 0-15,10-5 10 16,6 1-11-16,8-8-33 15,-2 0-82-15,2 0-87 16,11-3-100-16,-11-10-262 16,-9 0-548-16</inkml:trace>
  <inkml:trace contextRef="#ctx0" brushRef="#br0" timeOffset="36154.31">16653 10771 643 0,'0'0'244'0,"0"0"-61"15,0 0-28-15,0 0 29 16,0 0 9-16,0 0-31 16,0 0-61-16,22-44-42 15,-32 44-4-15,-7 3 30 16,-3 8 1-16,0 1-17 0,4 1-32 16,0 1-19-16,12 2-2 15,4-1-9 1,0 1 7-16,4 1-14 0,16-1 14 15,5-1 0-15,2 3-8 16,0-3-5-16,-7-2 9 16,0 1-8-16,-10-2 5 15,-8-1-1-15,-2-1-5 16,-18 0 33-16,-12 4 30 16,-14-2-23-16,-6 2-18 15,-11 2-16-15,-1-3-7 16,-6 8 0-16,-12 4-114 15,14-3-175-15,15-8-872 0</inkml:trace>
  <inkml:trace contextRef="#ctx0" brushRef="#br0" timeOffset="37752.23">18438 11050 477 0,'0'0'352'0,"0"0"-107"0,0 0-82 0,0 0-19 16,0 0 31-16,0 0-12 15,0 0-79-15,-1-16-68 16,1 43 22-16,0 7 60 15,0 9-44-15,0 5-7 16,0-1-3-16,1-1 11 16,5-2 2-16,1-7-32 0,-2-2-16 15,-1-5-2 1,-4-6-1-16,0-4-6 16,0-2-16-16,-9-8-108 15,-11-1-142-15,2-5-214 0,1-4-44 0</inkml:trace>
  <inkml:trace contextRef="#ctx0" brushRef="#br0" timeOffset="38051.87">18403 11061 599 0,'0'0'191'0,"0"0"-54"16,0 0-57-16,115-97 45 0,-70 74 7 15,2 9 6 1,-2 6-26-16,-3 6-2 0,-9 2 8 16,-9 6-39-16,-11 16-25 15,-13 7-10-15,0 4 3 16,-22 4-16-16,-13 1 1 16,-5 2-14-16,-5-10-2 15,3 0-6-15,6-9-9 16,9-8-1-16,7-2-8 15,15-8-51-15,5-3-96 16,32-3-55-16,8-12-194 16,6-5-215-16</inkml:trace>
  <inkml:trace contextRef="#ctx0" brushRef="#br0" timeOffset="38318.28">19065 10923 876 0,'0'0'309'15,"0"0"-158"-15,0 0-21 16,0 0 37-16,0 0 0 16,0 0-44-16,0 0-87 15,-14-33-25-15,-4 54 11 16,-6 9 23-16,-2 14-1 16,-1 5-6-16,1 10 39 15,4 6-12-15,6-1-50 16,12-7-4-16,4-7-3 15,15-10-8-15,21-13 0 16,13-9 0-16,6-10-54 16,15-6-122-16,-10-2-106 0,-11 0-347 15</inkml:trace>
  <inkml:trace contextRef="#ctx0" brushRef="#br0" timeOffset="38686.31">19297 11044 735 0,'0'0'254'0,"0"0"-109"16,0 0 42-16,0 0-18 15,0 0-64-15,112-59 15 16,-75 49-30-16,1 4 21 0,1 4-14 15,-8 2 4-15,-7 2-18 16,-16 18-55-16,-8 9-3 16,-10 2 19-16,-17 5-8 15,-6 1-12-15,-1-7 5 16,6-3-1-16,6-8-11 16,10-4-12-16,11-6-5 15,1-4-6-15,15-2 6 16,22-3 13-16,8 0-13 15,4 0-51-15,-1 0-64 0,-3 0-99 16,-2-5-177 0,-11-4-259-16,-11 2-20 0</inkml:trace>
  <inkml:trace contextRef="#ctx0" brushRef="#br0" timeOffset="38868.53">19727 11185 681 0,'0'0'297'15,"0"0"-155"-15,0 0 7 16,0 0 54-16,0 0-12 15,0 0-51-15,0 0-35 16,-7 88-30-16,7-62-15 16,0-2-24-16,0-5-16 15,0-1-19-15,0-2 7 16,0-5-8-16,3-5-39 16,15-6-174-16,-1 0-296 15,0 0-197-15</inkml:trace>
  <inkml:trace contextRef="#ctx0" brushRef="#br0" timeOffset="39184.04">19910 11057 576 0,'0'0'137'0,"0"0"-62"16,0 0 22-16,122-23 64 15,-75 20 67-15,-3 3-16 16,-8 0-8-16,-13 9-55 16,-16 8-82-16,-7 8-4 0,-18 4 34 15,-13 4 1-15,-3-3-28 16,2-1-17-16,7-5-20 16,8-6-16-1,11-2-17-15,6-7 0 0,11-4 0 16,21-1 18-16,12-4-18 15,8 0-40-15,1-1-98 16,12-17-73-16,-17 1-176 16,-11-1-321-16</inkml:trace>
  <inkml:trace contextRef="#ctx0" brushRef="#br0" timeOffset="39417.94">20392 10881 842 0,'0'0'275'0,"0"0"-182"16,0 0 9-16,0 0 167 15,0 0-53-15,86 87-55 16,-61-50-35-16,1 5-17 16,-10 3-32-16,-6-2-30 15,-10 1-23-15,-10-1-11 16,-19-2-13-16,-22 4-24 15,4-11-207-15,11-13-427 0</inkml:trace>
  <inkml:trace contextRef="#ctx0" brushRef="#br0" timeOffset="40749.51">20938 10927 363 0,'0'0'147'0,"0"0"-83"0,0 0-8 0,0 0 41 16,0 0-12-16,0 0-14 16,0 0-2-16,12-11-7 15,-11 9 25-15,1-1 6 16,-1 3 11-16,-1-1-29 16,2 1 7-16,-2-2-1 15,0 2-10-15,0 0-4 0,0-2-13 16,2 1-9-1,0-1-15-15,1-1 6 0,0 3 2 16,1-3-4-16,-1 2-5 16,0 1 9-16,3 0 5 15,-2 0-13-15,0 14-15 16,-1 11 25-16,-3 8 11 16,0 8-18-16,-5 2-15 15,-8 3 2-15,-2-5-5 16,-1-1-15-16,0-10 2 15,3-6 5-15,0-8-6 16,10-8 1-16,0-5 7 0,3-3 1 16,0 0 9-16,0-8-18 15,3-8 5-15,9-4-6 16,1-1 1-16,3-3-1 16,-2-1 0-16,0-2 0 15,0-4 0-15,-4 0-13 16,-3 0 11-16,6 6 2 15,-5-5-2-15,-2 4 2 16,3 4-1-16,-3 2 1 16,1 4 0-16,0 0-1 15,-2 7 0-15,2 1-7 16,-1 3 8-16,-1 0-1 16,2 5 1-16,0 0 1 15,3 0 0-15,3 14 0 16,2 3 13-16,2 8 0 0,0 5-2 15,-1 1 4-15,6 0 15 16,2 0-12-16,-3-2-2 16,3-7-4-16,-4-1-7 15,-4-5-5-15,-4-5 3 16,-5-5-4-16,-4-3-75 16,-2-3-84-16,-1 0-133 15,0 0-237-15,0 0-47 0</inkml:trace>
  <inkml:trace contextRef="#ctx0" brushRef="#br0" timeOffset="41148.96">21441 10875 758 0,'0'0'319'0,"0"0"-109"0,0 0-31 0,0 0 5 16,0 0-29-16,0 0-52 15,0 0-46-15,85-51-15 16,-57 44-10-16,3 1-5 16,2-1 14-16,0-1-7 15,8 5-3-15,-1-3 3 16,-2 6-5-16,-2 0-4 0,-7 0 5 15,-9 3-8 1,-3 13-9-16,-14 8-5 0,-3 8 4 16,0 6 17-16,-10 3-5 15,-3 1-6-15,-4-2-11 16,2-2 2-16,4-6-8 16,2-3-1-16,2-7-1 15,7-5-66-15,6-2-125 16,8-6-141-16,3-8-365 0</inkml:trace>
  <inkml:trace contextRef="#ctx0" brushRef="#br0" timeOffset="41466.03">22260 10796 656 0,'0'0'365'0,"0"0"-97"16,0 0-104-16,0 0-29 16,0 0 41-16,0 0-41 15,0 0-88-15,1-36-34 16,-12 52 21-16,-6 4 80 16,-7 11-30-16,-2 5-35 15,-1 4-9-15,2 5 13 16,10 3-25-16,7 0-12 15,8-5-4-15,0-2-11 0,22-10 7 16,8-1-4-16,8-10-4 16,5-2-9-16,1-3-80 15,8-9-85-15,-12-2-170 16,-10-4-379-16</inkml:trace>
  <inkml:trace contextRef="#ctx0" brushRef="#br0" timeOffset="41998.48">22527 10916 1043 0,'0'0'301'0,"0"0"-149"0,0 0-66 16,0 0 23-16,0 0 99 15,0 0-85-15,17 85-6 16,-14-44-15-16,0 2-12 15,1 3-27-15,-1-6-17 16,2-2-15-16,-2-5-15 16,3-9-8-16,-3-5 0 15,-3-11 0-15,0-2-8 16,0-6 0-16,0 0 0 16,-3-6-7-16,-9-14-29 15,-3-4 13-15,-2-6 9 16,2-4 8-16,0-2-7 15,3-4-8-15,5 0-3 0,6-3 5 16,1 5-25-16,1-6 5 16,16 6 14-16,5 3-3 15,3 8-6-15,-2 10 21 16,-1 4 3-16,0 10 2 16,-5 3 1-16,-3 3 7 15,-5 10 9-15,-2 4 18 16,-6 1 10-16,-1 1 5 15,0-3 0-15,-13-2-16 16,-5-2 1-16,-1-5-14 16,-1 3-12-16,2-3 13 15,3-1-14-15,0 2-10 0,2 0-90 16,3 1-89 0,0 9-116-16,8-2-177 0,2-5-116 0</inkml:trace>
  <inkml:trace contextRef="#ctx0" brushRef="#br0" timeOffset="43664.17">23045 10804 500 0,'0'0'173'0,"0"0"-8"0,0 0 13 0,0 0 45 0,0 0-44 15,0 0-110-15,0 0-40 16,-16 15 125-16,-16 14-8 16,-7 7-30-16,0 3-33 15,3 9-19-15,6 1-28 16,11 2-14-16,13-3-16 16,6-11-5-16,23-4 8 15,11-6-9-15,6-4-6 16,6-10-127-16,9-10-121 15,-9-3-112-15,-14 0-328 0</inkml:trace>
  <inkml:trace contextRef="#ctx0" brushRef="#br0" timeOffset="43980.19">23088 10961 502 0,'0'0'370'15,"0"0"-161"-15,0 0-109 16,0 0-3-16,0 0 39 16,111-45-48-16,-80 40-36 15,0 5 5-15,-1 0 46 16,-5 0 5-16,-7 0 12 16,-9 12-31-16,-9 3-30 15,-7 8-1-15,-24 4 30 0,-5 0-23 16,0 2-10-16,2 1-24 15,9-3-22 1,12-6 2-16,11-4-10 16,2-4-1-16,16 0 0 0,16-7 0 15,5-1-63-15,3-2-79 16,9-3-93-16,-11 0-261 16,-8-9-135-16</inkml:trace>
  <inkml:trace contextRef="#ctx0" brushRef="#br0" timeOffset="44179.64">23443 11064 780 0,'0'0'323'16,"0"0"-169"-16,0 0 8 0,0 0 116 15,0 0-72-15,0 0-73 16,0 0-34-16,37 88-21 16,-29-69-29-16,-3-1-30 15,-2-4-12-15,3-2-2 16,-3-2-5-16,1-4-84 15,5-3-109-15,11-3-111 16,-3 0-89-16,1-9-248 0</inkml:trace>
  <inkml:trace contextRef="#ctx0" brushRef="#br0" timeOffset="44464.34">23600 11013 552 0,'0'0'134'0,"0"0"-34"15,0 0-20-15,0 0 78 0,95-19 5 16,-65 19-34-16,-3 0 16 16,-4 7-1-16,-7 4-7 15,-9 3-26-15,-5 4 4 16,-2 7 15-16,-2-1-15 16,-12 2-19-16,1-4-25 15,3 2-23-15,4-6-22 16,6-1-15-16,0-4-2 15,22-1 3-15,5-6-11 16,6 2-1-16,5-8-7 0,4 0-69 16,-3 0-45-1,-3-12-104-15,-10-3-146 0,-8-2-345 0</inkml:trace>
  <inkml:trace contextRef="#ctx0" brushRef="#br0" timeOffset="44696.85">23982 10903 753 0,'0'0'266'0,"0"0"-130"16,0 0 97-16,0 0 3 16,51 75-23-16,-43-44-43 15,-3-1-19-15,-1-1-33 16,-4-4-41-16,0 1-31 15,-9-6-22-15,-16 0-8 16,-12-3-16-16,-9-4-12 16,-41-2-145-16,13-2-211 15,1-9-495-15</inkml:trace>
  <inkml:trace contextRef="#ctx0" brushRef="#br0" timeOffset="46313.11">22050 10804 1298 0,'0'0'300'0,"0"0"-241"0,0 0-21 0,0 0 91 16,129 23 20-16,-60-2-32 15,30 15-39-15,34 10-19 16,21 12-8-16,5-4-6 16,-15-3-10-16,-39-13-9 15,-28-10-9-15,-27-5-16 16,-17-7-1-16,4-1 0 15,-4-1-27-15,-6-2-69 16,-18-9-76-16,-26-3-62 16,-18-15-273-16,-10-3-120 0</inkml:trace>
  <inkml:trace contextRef="#ctx0" brushRef="#br0" timeOffset="46727.57">21398 10766 978 0,'-104'7'217'15,"-32"7"-59"-15,-32 10-96 16,-24 9-24-16,-11-2 86 16,-19 5 61-16,-7 1-40 15,4 3-72-15,14-2-33 16,12 0-13-16,20-4 7 0,21-7 7 16,37-3 9-1,39-8 0-15,30-10 7 0,23 2-3 16,3 1-26-16,8 0-28 15,10-2-6-15,8 1-19 16,20-4 25-16,15 2 10 16,7-1-10-16,0-2 0 15,-6 1-103-15,-9 1-55 16,-2-2-69-16,-13-3-165 16,-2 0-247-16</inkml:trace>
  <inkml:trace contextRef="#ctx0" brushRef="#br0" timeOffset="48428.9">18752 11762 570 0,'0'0'195'0,"0"0"-90"0,0 0-9 0,0 0 67 0,0 0-4 15,0 0-83-15,0 0-27 16,116-64 35-16,30 50-13 16,32 1-33-16,21-5-22 15,11 5 5-15,9-4-20 16,23 1 17-16,19 0 30 15,3 5-3-15,-14 2-23 16,-27 6-15-16,-39 3 21 0,-54 0-27 16,-41 3-1-16,-41 6 0 15,-25-3-33-15,-14 4-69 16,-9 1-63-16,-44 0 90 16,-56 1 59-16,-42 0 16 15,-26-1 10-15,-5-4 7 16,6 4 50-16,8-1 4 15,2 0-21-15,15 3-27 16,35-3-8-16,40-4-2 16,35-1 36-16,28-2 14 15,4 4-63-15,43 4 15 16,64-2-15-16,70 1 10 16,51-1-9-16,32-9-1 15,16 0-98-15,-4-12 75 0,7 2 23 16,-8 2 0-16,-22 5 1 15,-30-3 5-15,-35 2-6 16,-51 1 22-16,-48 0-6 16,-43 3-4-16,-32 0-11 15,-10-3-1-15,-45-4-6 16,-60 0-9-16,-69-3 0 16,-38 7 15-16,-21-5 13 15,5 8-7-15,29 0 1 16,27-2 5-16,51 1 1 15,51-2 31-15,40-1 38 16,29 4 3-16,1 0-79 0,43 0 16 16,52-3-22-16,56 0 12 15,33 3-6-15,9-3-6 16,-9 3-5 0,-28 0-21-16,-31 0 7 0,-35 0 3 15,-38 3 10-15,-27 3-76 16,-13 1-106-16,-12-1-84 15,-34 2 99-15,-46-5 81 16,-30-3-63-16,10 0-16 16,19 0-334-16</inkml:trace>
  <inkml:trace contextRef="#ctx0" brushRef="#br0" timeOffset="52307.38">14882 11591 598 0,'0'0'140'0,"0"0"-77"0,0 0-32 0,0 0 9 0,0 0 67 15,0 0-13-15,0 0-64 16,-6 0-18-16,6 0 13 16,3 0 18-16,7 0 19 0,4 0 5 15,3 0-13 1,4 0-21-16,2 5 2 0,6 0 3 16,2 4-12-16,4-3-9 15,6 1-4-15,3 1-4 16,10 1 0-16,4-4-8 15,7-3 11-15,6 1 1 16,1-3 0-16,1 0 3 16,0 0 3-16,-2 0-6 15,-4-3 7-15,-2 3-7 16,-5-3-5-16,-3 3-2 16,-4 0 4-16,-2 0-9 15,-5-2 0-15,-2 0 11 16,-3-1 0-16,0 0-1 15,-8-1 13-15,2 0 6 0,-3 1 5 16,-2-2 3 0,3-1 18-16,1 1-5 0,0-3-24 15,0 3-10-15,0-1 0 16,-5 1-8-16,-3 2 5 16,-4 3-7-16,-5-3 2 15,-4 3-8-15,-4 0 1 16,-3 0-1-16,-3 0 0 15,-2 0 1-15,2 0 6 16,-2 0-7-16,4 0 7 16,-1 0 9-16,0 0 0 15,-1 0-4-15,1 0 6 16,-2 0 3-16,1 0-3 0,-3 0 2 16,0 0 3-16,0 0-5 15,0 0 0-15,0 0 3 16,0 0 3-1,0 0 2-15,0 0-5 0,0 0-1 16,0 0-5-16,0 0 1 16,0-3-4-16,0 3 2 15,0-3-5-15,0 3-4 16,0-1-6-16,0-1 0 16,0 1 1-16,0 1-1 15,0-3-1-15,0 3 1 16,0 0-1-16,-3-3 1 15,1 3 0-15,2-4 7 16,-2 3-5-16,0-2 4 0,-1 3-6 16,0-2 2-16,2 1-2 15,-6 1 0-15,5-3 0 16,-3-1-1-16,2 4-7 16,-3 0 7-16,2-2 1 15,-1 2-1-15,1 0 0 16,-1 0-6-16,1 0-29 15,-2 0-51-15,1 0-77 16,-8 2-102-16,4 5-105 16,1-7-318-16</inkml:trace>
  <inkml:trace contextRef="#ctx0" brushRef="#br0" timeOffset="53707.01">19565 8634 29 0,'0'0'35'0,"0"0"-35"0,0 0 0 0,0 0-29 15,0 0 15-15,34-80-7 16,-25 63 21-16,-1 0 0 16,2 0 37-16,2 0 6 15,1-5-14-15,2-1-3 16,4 1-12-16,-1-4 28 15,2 1 4-15,2-2-23 16,-2-2-1-16,1 0-6 16,1 1-10-16,-2-2 12 15,-1-1 11-15,2 3 9 16,0-5-21-16,0 3 13 0,-1-2 2 16,4 1 56-16,-3 0-45 15,0 2-5-15,-3 0-1 16,-2 1-24-16,0 1-7 15,-3-2-5-15,0 2 1 16,0-3-1-16,1-2 1 16,0-5-2-16,-3 2 1 15,4-2-1-15,-3 0 1 16,2 3 9-16,-4 0-10 16,-1 3 0-16,-1 6 0 15,-2-2 0-15,-2 1 0 16,-2 4 11-16,-2-1-1 0,0 3 6 15,0-1-5 1,0 7 1-16,0-2-1 0,0 2 9 16,-2 2 2-16,-2 0-6 15,-2 2-3-15,2-2-7 16,-2 1-6-16,0-2 0 16,-1 4-4-16,-3-2-5 15,-3 1 3-15,1 2 7 16,-3-2-2-16,-2 2-7 15,-1-2 7-15,-2-4 0 16,0 2-6-16,-4-4 0 16,0 2-18-16,-25-2-47 15,7 3-62-15,-2 2-147 0</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5-10-22T12:53:07.561"/>
    </inkml:context>
    <inkml:brush xml:id="br0">
      <inkml:brushProperty name="width" value="0.05292" units="cm"/>
      <inkml:brushProperty name="height" value="0.05292" units="cm"/>
      <inkml:brushProperty name="color" value="#FF0000"/>
    </inkml:brush>
  </inkml:definitions>
  <inkml:trace contextRef="#ctx0" brushRef="#br0">20378 7832 529 0,'0'0'192'0,"0"0"-58"0,0 0 2 0,0 0 4 16,0 0 21-16,0 0-35 15,5-69-16-15,-2 65-21 16,1-1 9-16,-1 2-30 16,2 0-28-16,3 3-11 15,2 0 12-15,2 0-13 16,1 11-6-16,1 11 4 15,-4 11-8-15,-4 8 7 16,-2 7-2-16,-4 5 14 16,0 1-21-16,0-1-15 15,0-2 6-15,0-5-6 16,0-5-1-16,2-3 1 0,1-5-1 16,0-9 0-16,3-5-31 15,-2-2-91-15,0-7-96 16,4-7-74-16,-1 0-92 15,0-3-18-15</inkml:trace>
  <inkml:trace contextRef="#ctx0" brushRef="#br0" timeOffset="1046.44">20685 8028 588 0,'0'0'159'0,"0"0"4"16,0 0-40-16,0 0 4 16,0 0 22-16,0 0-21 15,0 0-54-15,4-22-52 16,-1 26 8-16,-1 9 31 16,1 4 14-16,1 3-7 15,2 1-23-15,3-2-17 16,4 0-9-16,4-5-13 15,5 1-4-15,4-7-1 16,4-5 22-16,4-3-10 16,1 0-4-16,-2-3-8 15,-1-11-1-15,-7 1 0 16,-9-5-11-16,0-1-11 16,-9 0-1-16,-7-4 7 0,0 1-2 15,0 1-1-15,-9 0 9 16,-9 3-5-16,-6 4 14 15,-3 4-4-15,-1 5 5 16,0 5 2-16,-2 0 15 16,8 1-11-16,0 10 5 15,6 2 1-15,6-2-12 16,4 2-1-16,6-2-1 16,0 2 2-16,16-3 0 15,6-4 2-15,9-1-2 16,6-5 0-16,6 0 0 0,4 0-6 15,3 0-13 1,0-7-29-16,-2 0 34 0,-2 0 2 16,-2-3-1-16,-9-1 13 15,-8 2 0-15,1-2 0 16,-11 1 10-16,-8 0 2 16,-5 1 38-16,-4-2 23 15,0 3-32-15,-4 0-22 16,-8 3 6-16,-2-2 1 15,-4 7-10-15,2 0-14 16,-4 0 11-16,3 0-3 16,1 4-8-16,6 2 11 15,1-1 3-15,8 0-16 16,1 3 0-16,0-2 1 0,10-3 5 16,10 4 1-1,5-3 2-15,-1 6-8 0,5 0 0 16,-2 4 7-16,-4 0-7 15,-6 3 1-15,-3 3 4 16,-8 1-5-16,-6 0-1 16,0-2 1-16,0-1-1 15,-9 0 0-15,-2-6 6 16,-1 0 0-16,1-7-6 16,2-3-24-16,3-2 15 15,2 0 9-15,4-7-22 16,0-7 0-16,0 0-3 15,12-3 3-15,3-3 15 0,5 1-36 16,3-2 27-16,6 2-6 16,-3 2 15-16,8 0 7 15,-4 6-1-15,0 5 1 16,-5 6 1-16,-5 0-1 16,-3 3 7-16,-5 10 17 15,-4 5-1-15,-6 2 28 16,-2 1-27-16,0 0-9 15,0-2-5-15,-9-2-10 16,-4-4-25-16,3-4-83 16,-7-5-110-16,4-2-74 15,1-2-321-15</inkml:trace>
  <inkml:trace contextRef="#ctx0" brushRef="#br0" timeOffset="1248.04">21541 7852 925 0,'0'0'346'0,"0"0"-140"0,0 0-14 0,0 0 9 16,0 0-111-16,89-20-70 16,-72 23-11-16,-1 9-9 15,-4 2-61-15,1-1-147 16,1 2-125-16,-4-3-65 15,1-3 22-15</inkml:trace>
  <inkml:trace contextRef="#ctx0" brushRef="#br0" timeOffset="1497.03">21865 7900 403 0,'0'0'250'0,"0"0"-39"0,0 0 0 16,0 0 17-16,0 0-29 15,0 0 12-15,0 0-33 16,39-71-34-16,-39 71-6 15,0 0-45-15,0 0-32 16,0 0-39-16,-14 14 2 16,-1 4-9-16,4 4 2 15,-1-2-9-15,5 3-2 16,7-4-6-16,0-3-1 16,16-2-6-16,13-4 6 15,13-7-47-15,7 0-74 0,17-3-99 16,-11 0-277-16,-7 0-196 0</inkml:trace>
  <inkml:trace contextRef="#ctx0" brushRef="#br0" timeOffset="2576.94">22371 7961 405 0,'0'0'415'0,"0"0"-171"0,0 0-126 16,0 0-13-16,0 0 42 0,0 0-57 15,0 0-55 1,48-27-16-16,-22 24 5 0,14 3 4 16,8-4 6-16,11 0 14 15,10 2-10-15,3-4-9 16,0 4-15-16,-4-1 3 15,-10 0 0-15,-11 3-5 16,-15 0-11-16,-13 0 0 16,-11 0-1-16,-8 0-14 15,0 0-17-15,-15 3-41 16,-14 7-108-16,1-3-216 16,4 0-208-16</inkml:trace>
  <inkml:trace contextRef="#ctx0" brushRef="#br0" timeOffset="3497.77">20651 8753 697 0,'0'0'280'0,"0"0"-102"0,0 0-128 0,0 0-49 0,0 0 42 15,0 0 31-15,0 0 24 16,-59 113-43-16,39-70 11 16,3 1-15-16,2-7-31 0,4-5-10 15,2-9-4-15,5-9-6 16,3-3 1-16,1-9-1 15,0-2 0-15,8 0 23 16,9-16-6-16,7-5-17 16,1-9-1-16,0-4-58 15,-2-7 27-15,-2-2 10 16,-5-4 10-16,-3-2-15 16,-1 6 2-16,-4 3 18 15,-1 3 7-15,-1 13 9 16,-3 7 13-16,1 6 23 15,-2 7-3-15,-1 4-42 16,3 0 6-16,-1 15 0 0,4 9 106 16,0 7-35-16,1 3-23 15,2 7-11-15,2-4-14 16,1 1-7-16,-3-6-13 16,-1-6-9-16,-2-5 0 15,-7-5-20-15,0-2-128 16,-11-2-125-16,-9-3-132 15,-3-6-390-15</inkml:trace>
  <inkml:trace contextRef="#ctx0" brushRef="#br0" timeOffset="3710.17">20396 8957 801 0,'0'0'178'0,"0"0"-90"0,86-30-38 0,-36 15 76 0,7-1 16 16,1 2-62-16,-1 1-49 15,-7 3-31-15,-9 3-44 16,-6 3-165-16,-4-2-81 16,-7 1 20-16,-7 2-77 0</inkml:trace>
  <inkml:trace contextRef="#ctx0" brushRef="#br0" timeOffset="4009.85">21005 8775 355 0,'0'0'240'0,"0"0"-54"0,0 0 25 16,0 0-31-16,0 0 3 15,0 0-23 1,0 0-79-16,33-75 4 0,-33 73-18 16,0 2-47-16,0 0-8 15,-1 0-3-15,-3 3-8 16,-1 10-1-16,-1 0 0 15,6 5-1-15,0 2 0 16,0 1-8-16,0 3 9 16,9 0-1-16,1 0 2 15,0-1-1-15,-3 1 0 16,-5 0 0-16,-2-3-8 16,-5 1-6-16,-15-2 14 0,-6-7-30 15,0 3-27 1,-3-9-48-16,5 0 31 0,2-7-103 15,7 0-131-15,8-4-53 0</inkml:trace>
  <inkml:trace contextRef="#ctx0" brushRef="#br0" timeOffset="4362.57">21110 8881 643 0,'0'0'245'0,"0"0"-147"16,0 0 34-16,102-20 34 15,-74 13-22-15,1 1-31 16,-4-3-46-16,-2 0-13 0,-3-3-10 16,-5-2-19-16,-5 1-5 15,-4 0 20-15,-6 2 5 16,0-2-25-16,0 2-13 16,-9 6-6-16,1-1 7 15,-6 4-8-15,6 2 1 16,-4 0 7-16,2 0 6 15,-2 6 1-15,4 6 4 16,-2 2-9-16,5-1-9 16,2-2 7-16,1 0-8 15,2-3 0-15,0 0-6 16,0-3 6-16,8-2-1 16,4 0-30-16,0-3-84 15,2 3-74-15,0-3-84 16,-4 0-60-16,0 0-38 0</inkml:trace>
  <inkml:trace contextRef="#ctx0" brushRef="#br0" timeOffset="4931.03">21384 8773 508 0,'0'0'302'15,"0"0"-136"-15,0 0 6 16,0 0 15-16,0 0-8 16,0 0-44-16,0 0-31 15,65-27-18-15,-58 27-31 16,0 4-15-16,-4 3-11 15,-1 3-7-15,-2-2 3 16,0 1-6-16,0 1-10 16,0-3-9-16,0-3-2 15,0 2 2-15,-5-4 0 16,-2 0-16-16,4-2-40 16,1 0 28-16,2-4-33 0,0-10-14 15,0 1 17-15,10-4 21 16,0-4-1-16,7 2 17 15,0 3 12-15,-4 3-1 16,5 5 1-16,-3 8 9 16,-2 0 0-16,-1 0 9 15,4 5 18-15,-5 8 4 16,-1-2-11-16,2 5-1 16,-2-5-1-16,0-1-12 15,2-4 7-15,1-4-7 0,0-2 5 16,0 0-2-16,3-8-9 15,-5-8 0-15,-1-2-6 16,-3-3-12-16,-3 2 12 16,-4-3-13-16,0-1 7 15,0 1 12-15,0-1 0 16,0 3 1-16,0 4 0 16,0 5 5-16,0 6-5 15,0 5-1-15,0 0-16 16,0 11 16-16,0 5 12 15,0 6 14-15,0 1-10 16,3-1-15-16,4-1 0 16,0 0-1-16,0-3-11 0,-7 0-141 15,0-4-341 1,0-5-322-16</inkml:trace>
  <inkml:trace contextRef="#ctx0" brushRef="#br0" timeOffset="5141.92">21588 8701 952 0,'0'0'506'0,"0"0"-374"0,0 0 10 0,0 0 8 0,90-34-27 0,-35 24-50 0,14-3-43 16,4 3-30-16,4-1-28 15,30-3-174-15,-23-2-371 0,-14 5-403 16</inkml:trace>
  <inkml:trace contextRef="#ctx0" brushRef="#br0" timeOffset="5592.57">23262 7883 476 0,'0'0'186'16,"0"0"-76"-16,0 0 34 16,0 0 24-16,0 0-29 15,0 0-18-15,0 0-9 16,19-58 20-16,-12 52-17 16,-1 1-28-16,-1 1 34 15,1 1-20-15,-2 0-4 16,-1 3-7-16,1 0-30 15,-1 6-43-15,-1 16 5 0,3 11 24 16,-4 5 4-16,-1 9-20 16,0-2-21-16,0-3 0 15,0-1-9-15,3-7-1 16,1-7-61-16,1-6-132 16,7-9-110-16,0-6-190 15,-2-6-50-15</inkml:trace>
  <inkml:trace contextRef="#ctx0" brushRef="#br0" timeOffset="5923.83">23561 7889 679 0,'0'0'280'0,"0"0"-85"0,0 0 33 15,0 0 1-15,0 0-44 16,0 0-38-16,0 0-39 15,54-45-42-15,-54 45-41 16,0 0-25-16,0 3 1 16,-5 11 45-16,-6-1-12 15,-1 7-12-15,-2-1-10 16,-1-1-11-16,4 2 5 16,0 0-6-16,5 0 0 15,2-2-1-15,4-4 1 16,0 0 1-16,4-4 0 15,14-2 0-15,7 0-1 0,7-4 0 16,3 2-62 0,9-1-88-16,-11-5-220 0,-7 0-286 0</inkml:trace>
  <inkml:trace contextRef="#ctx0" brushRef="#br0" timeOffset="6673.76">23800 7898 727 0,'0'0'312'0,"0"0"-65"0,0 0 15 0,0 0-47 0,0 0-107 0,0 0-23 15,0 0-20-15,44 39-8 16,-42-15-16-16,1-3-13 15,0-1-15-15,4-3 1 16,-2-2-8-16,0-5-6 16,-3-4 0-16,-1-1-12 0,-1-5-22 15,0 0-38-15,0 0 2 16,0-9 45-16,-5-7-65 16,-1-2 58-16,-3-6 26 15,-1-6 5-15,2 3 1 16,-2-3 0-16,2 3 2 15,4 3 4-15,4 3 4 16,0 8 6-16,12 1-10 16,10 3-6-16,7 3 0 15,8 6 7-15,4 0 0 0,1 0-1 16,-1 0 13 0,-7 9 15-16,-8 3-6 15,-7 1-2-15,-9 1-3 0,-9 1-9 16,-1 0 5-16,-1-3-9 15,-13 0 5-15,1-2-8 16,1-1 12-16,4-4-19 16,4 3 0-16,4-3-13 15,0 1-27-15,9 2-14 16,6 1 31-16,0 1 11 16,-3 3 11-16,-6 1-10 15,-6 0 3-15,0 3 7 16,-15 0 1-16,-8-3 27 15,-6 0 10-15,-2-4-16 16,-1 0-9-16,5-5-11 0,-1 1-1 16,3-4-66-16,3-2-257 15,12 0-450-15</inkml:trace>
  <inkml:trace contextRef="#ctx0" brushRef="#br0" timeOffset="7274.69">24170 7729 593 0,'0'0'195'0,"0"0"-94"0,0 0 7 0,0 0 63 0,-59-87-26 15,29 66-6-15,-8 2-39 16,-10-2-17-16,-6 6-13 16,-6 0-13-16,-5 3-14 15,-4 6 14-15,-1 5-18 16,-2 1-15-16,2 0-11 16,1 16-3-16,2 8 6 15,2 9-4-15,3 12 1 16,2 8-4-16,7 7-8 15,3 9 8-15,8 2-8 16,10 1 0-16,9 0-1 0,10 0 1 16,13-5-1-1,0-8-1-15,27-8 1 0,14-9-6 16,25-8 6-16,35-13 17 16,31-10-4-16,14-11-12 15,-3-3 13-15,-11-17 1 16,-20-7 2-16,-16-1 13 15,-24-1-17-15,-26 4 8 16,-16-2-7-16,-5-10-5 16,-8-7 6-16,-10-11 1 15,-7 0-2-15,-22 0-6 16,-15 4 3-16,-4 6 15 16,-5 13-14-16,2 8-10 15,-1 14-2-15,9 10 1 0,-3 0-1 16,3 10-1-16,2 10-20 15,0 7-93-15,-5 13-98 16,5-6-156-16,7-4-358 0</inkml:trace>
  <inkml:trace contextRef="#ctx0" brushRef="#br0" timeOffset="8489.29">23388 8423 734 0,'0'0'257'0,"0"0"-85"0,0 0-26 0,0 0 54 0,0 0 48 15,0 0-83-15,0 0-116 16,-7 6-33-16,-1 27 16 16,-6 12 15-16,1 12 37 0,-3 18-27 15,-3 21 5-15,2-7-20 16,4-7-17-16,1-10-7 15,5-15-2-15,6 2-9 16,-1 8-6-16,2-5 9 16,0-3-4-16,2-5-4 15,6-4 6-15,-1-5-6 16,-1-6 4-16,1-6-5 16,-2-6 0-16,-1-7 0 15,-3-4 0-15,-1-2 0 16,0-2 1-16,0-3 4 15,0 1-5-15,0-4 5 16,-4 2-6-16,3-5 0 16,-2 1 1-16,3-1-1 0,0-3 6 15,0 0 0-15,0 0 5 16,0 0-1-16,0 0-10 16,0-8-15-16,1-2-42 15,-1-3-93-15,0 2-170 16,0 2-421-16</inkml:trace>
  <inkml:trace contextRef="#ctx0" brushRef="#br0" timeOffset="9304.57">22774 10171 819 0,'0'0'260'0,"0"0"-160"0,0 0-6 15,0 0 35-15,0 0-14 16,0 0-73-16,0 0-10 16,-40-11-16-16,25 11 6 15,0 0 19-15,-3 0 20 16,1 9 25-16,0 5 21 15,-1 4-42-15,3 1-22 0,2 5-9 16,4 0-9-16,4-3-1 16,5 0-5-16,0-5-4 15,0 3-1-15,7-2-5 16,3 1 15-16,4 0 2 16,-3 2-6-16,-2 4-7 15,-5-3-7-15,3 1 1 16,-4-1-1-16,2-2-6 15,1-5 1-15,1-1 0 16,2-3-1-16,6-5-12 16,0 1 12-16,-2-3 24 15,1-3-14-15,-2 0-10 0,-2 0 6 16,-2 0-6-16,-1 0-1 16,3 0-45-16,0-5-7 15,7-1-33-15,2 0 7 16,7 0-16-16,4-1 23 15,-1 0 3-15,3 1 31 16,-3 1 18-16,-4 2-27 16,-1-3-126-16,-10 3-114 15,0-5-124-15</inkml:trace>
  <inkml:trace contextRef="#ctx0" brushRef="#br0" timeOffset="9822.1">23216 10443 827 0,'0'0'252'0,"0"0"-165"0,0 0 13 0,0 0 94 0,0 0-78 16,0 0-49-16,0 0-22 15,18-44 9-15,-18 38 49 16,0 2-27-16,0 0-10 15,0 1 14-15,-11 3-22 16,-7 0-41-16,-2 0-1 16,-3 1-10-16,-4 9-6 15,1-1 12-15,-1 4-6 0,3 0-5 16,4 1-1 0,4-4 1-16,6 4-1 0,5-1 0 15,5 0 0-15,0-4-1 16,22-2 1-16,6-4 32 15,3-3-15-15,3 0-6 16,-4 0-11-16,-5 0 1 16,-5-6-1-16,-6-1 0 15,-5-3 0-15,-2 0-15 16,-4-2-1-16,0 1 8 16,-3 0 7-16,0 9 0 15,0-3-7-15,0 5 7 0,0 0-8 16,0 0-8-1,0 0 17-15,0 7 0 16,0 7 11-16,4-4 0 0,3 3-10 16,3-2-1-1,-3-2 0-15,3-2-34 0,-7 1-179 16,-3-7-425-16,0-1-439 0</inkml:trace>
  <inkml:trace contextRef="#ctx0" brushRef="#br0" timeOffset="10287.77">23371 10402 844 0,'0'0'284'0,"0"0"-154"0,0 0 42 0,0 0 32 0,0 0-35 16,0 0-33-16,89 5-33 15,-81 3-24-15,-3 5-15 16,-5-4-7-16,0 1-8 15,0 1-11-15,0-1-14 16,-10 0-12-16,-2-3-6 16,1 0 6-16,1-4-11 15,-1 0-1-15,8-3-16 16,-2 0 16-16,5-3 0 16,0-8-30-16,0-5-19 15,0-2-10-15,8 1 0 16,6-1-3-16,1 2 23 15,0 5 15-15,5 0 11 16,-1 5 8-16,-2 3 4 16,0 3 2-16,-2 0 5 0,-1 4 1 15,-5 7 11-15,0 1 5 16,0 3 17-16,-2 0 16 16,3-1-32-16,-3-1-12 15,3 1-2-15,-1-2-1 16,3-3-9-16,-2-3-64 15,0-4-46-15,1-2-120 16,6 0-143-16,-2-3-185 16,-2-7-75-16</inkml:trace>
  <inkml:trace contextRef="#ctx0" brushRef="#br0" timeOffset="11387.05">23809 10391 494 0,'0'0'336'0,"0"0"-110"15,0 0-2-15,0 0 26 16,0 0-46-16,0 0-67 15,0 0-40-15,-5-37-50 16,-7 37-23-16,-2 8 4 16,7 4-10-16,0-1-9 15,5 5 5-15,2-2-13 16,0 4 7-16,0-1-7 16,3 1 5-16,4 2 4 15,-5-2-10-15,-2 1 1 16,0 2 0-16,-13-7 0 15,-8 2 8-15,0-1-9 16,-4-5 6-16,-1-4-5 0,3-1-1 16,4-4-12-16,8-1-4 15,6 0-1-15,5-7-14 16,5-8-81-16,15-3 22 16,10-2 19-16,0-1-14 15,8-3 3-15,0 3 18 16,-2-3 13-16,-1 4 25 15,-3-1 19-15,-4 1 7 16,-3 7 16-16,-5-2 10 16,-3 6 32-16,-3 3 37 15,-4 1-6-15,-3 5-22 0,2 0-27 16,-2 0-15 0,0 0 13-16,-1 0-2 0,1 7-2 15,-5 3-8 1,3 1-5-16,-5-1-1 0,2 0-12 15,-2 0 6-15,1-2-2 16,2 0-1-16,1-5-3 16,-1-1 1-16,2-2-9 15,6 0 17-15,0 0-2 16,4-4-7-16,3-6-8 16,-1-2-1-16,0 0-8 15,-1-1 2-15,-3 0-6 16,3 3 11-16,-3 2 1 15,-4 2 0-15,2 2 0 16,-2 4 0-16,-5 0 1 16,3 0 0-16,-3 0 13 15,-1 7 4-15,1 4 9 0,-1 1-4 16,-3-1-11-16,3-1-10 16,-2-3 5-16,2-4-6 15,0-1 0-15,1-2-13 16,5 0-5-16,1 0 11 15,0-2-30-15,2-5 10 16,-1-3-4-16,-1 2-20 16,2 0 23-16,-2 4 14 15,-1 1 6-15,-1 3 8 16,-3 0 0-16,0 0 1 0,-5 9 8 16,0 5 29-16,0-1 15 15,0 1 4-15,-8-1-18 16,5-2-19-16,-1-4-12 15,4-6-7-15,0 2-1 16,0-3 1-16,4 0 8 16,12 0 15-16,6-8-20 15,5-3-4-15,2 1-6 16,1-6-23-16,-1 6 4 16,-4-5 16-16,-2 0-3 15,-3-2-4-15,-4-2 16 16,-6 6 0-16,-5-1 0 15,-4 4 0-15,-1 3 0 16,-1 6 1-16,-14 1 21 16,-7 0-4-16,-7 13 8 0,1 6 10 15,3 0 21-15,2 3-12 16,7 1-14-16,5-2-15 16,9-1-14-16,2-5-2 15,10-4 0-15,12 0-6 16,3-3-60-16,6 0-137 15,-5-1-273-15,-10-4-716 0</inkml:trace>
  <inkml:trace contextRef="#ctx0" brushRef="#br0" timeOffset="11856.63">23555 10811 798 0,'0'0'269'0,"0"0"-59"0,0 0 25 0,0 0 43 16,0 0-105-16,0 0-106 0,0 0 58 16,-37 30 21-1,-7 4-58-15,-12 10-19 16,-15 8-5-16,-17 19-3 0,6-4-29 16,-5 6-25-1,0-3-1-15,15-14-6 0,-6 2 1 16,8-4-1-16,8-14 1 15,10-5-1-15,12-9 1 16,10-6-1-16,12-8-1 16,8-4-13-16,4-5 2 15,6-3-3-15,0 0-3 16,0 0-21-16,12-3-40 16,5-8-45-16,5-2 3 0,14-14-135 15,-4 4-413 1,0-1-450-16</inkml:trace>
  <inkml:trace contextRef="#ctx0" brushRef="#br0" timeOffset="12270.82">23294 11013 1154 0,'0'0'217'16,"0"0"-132"-16,0 0-46 15,0 0 68-15,0 0 13 16,0 0-35-16,85 7 24 0,-69 12-3 16,-2 3-15-1,3 5 2-15,-2 7-12 0,7-4-4 16,3 7-19-16,6 1-14 16,8-2-8-16,6-3-14 15,4-3-4-15,1-4-9 16,-3-2-8-16,-4-7 6 15,-5-1-7-15,-2-3 0 16,-8-5 0-16,-5-2 0 16,-4-4 6-16,-8-2 3 15,-1 0 0-15,-4 0-3 16,-2 0-5-16,3 0 0 16,-3 0 0-16,0 0-1 15,2 0 0-15,-2 0 0 16,-1 0-11-16,-2 0-57 15,2 0-52-15,-3 8-120 16,0-2-247-16,-10-1-193 0</inkml:trace>
  <inkml:trace contextRef="#ctx0" brushRef="#br0" timeOffset="13236.85">21683 11776 332 0,'0'0'397'0,"0"0"-194"0,0 0-71 0,0 0 18 16,0 0 46-16,0 0 9 15,0 0-43-15,-19-18-30 16,6 18-77-16,-5 0-12 15,-2 1-14-15,-4 11-1 16,5 5 4-16,2 4 5 0,7 1-6 16,8 2-19-16,2-3-5 15,7-1 2-15,15-1-3 16,7-5-5-16,5-1 16 16,1-2-5-16,-7 2-11 15,-2-3-2-15,-15 4 1 16,-4-4-10-16,-7 4 8 15,-8-1 2-15,-15 1 10 16,-11-3 3-16,0 0-12 16,-4-5 11-16,-1 1-3 15,6-4-8-15,4 4 0 16,8-6 4-16,8-1-5 16,8 0-45-16,5 0-70 15,8-11-249-15,16 1-262 0,-1-4 274 0</inkml:trace>
  <inkml:trace contextRef="#ctx0" brushRef="#br0" timeOffset="13701.47">21688 11969 506 0,'0'0'376'0,"0"0"-152"16,0 0-35-16,0 0 24 16,0 0-2-16,0 0-84 15,0 0-52-15,7-3 14 16,-2 9-5-16,1 4-39 15,4-2-17-15,4-2-13 16,1 1 3-16,4-7-5 16,2 0-4-16,1 0-9 15,-2 0 0-15,-3-7 0 0,-6 1-19 16,-1-8-21 0,-4 4 9-16,-5-3 6 0,-1 5-8 15,0 2 21-15,0 2-4 16,0 4 4-16,0 0 11 15,0 0-22-15,0 10 23 16,0 8 17-16,0 2-3 16,0 6-4-16,0 1 2 15,0 0 1-15,0 0-4 16,0-3-3-16,-5-1-6 16,-1-7 8-16,-3-5-8 15,-1-5 0-15,-3-2 10 16,-4-4-1-16,-3 0 3 0,-4 0-6 15,-2 0-5-15,-4-4 5 16,1-2-5-16,4-5 0 16,4 4-1-16,5-2 0 15,8-2-40-15,8 1-79 16,8-13-181-16,14 6-218 16,3-4 128-16</inkml:trace>
  <inkml:trace contextRef="#ctx0" brushRef="#br0" timeOffset="14102.5">21952 11935 561 0,'0'0'331'0,"0"0"-150"0,0 0-8 0,0 0 35 0,0 0 46 16,0 0-102-16,0 0-98 16,12-6-2-16,-8 12 32 15,0 4-23-15,-2 0-21 16,2 1-15-16,-4-5-15 15,0 1-8-15,0-3 0 16,0-1 8-16,0-3-8 16,0 0 8-16,0 0-4 15,0 0-6-15,0-10-59 16,0 0-10-16,3-8 13 16,10 5-10-16,4-4-4 15,1 4 35-15,3 1 1 16,0 4 28-16,-1 5 5 15,-3 3-1-15,-1 0 2 0,-7 6 19 16,-1 11 13-16,-6 4 40 16,-2 1-9-16,0 2-16 15,0-3-16-15,0-4-15 16,-2-2-7-16,1-7-9 16,1-2 0-16,-4-6-117 15,1 0-230-15,1 0-239 0</inkml:trace>
  <inkml:trace contextRef="#ctx0" brushRef="#br0" timeOffset="14917.44">22192 11725 1119 0,'0'0'310'0,"0"0"-213"0,0 0-63 0,0 0 114 0,0 0 50 0,0 0-81 16,21 103-56-16,-11-70-18 16,-2-1-18-16,-1-4-17 15,-5-4-8-15,-2-3 0 16,0-8-10-16,-3 1-45 16,-11-9-102-16,-1 0-55 15,-1-5 75-15,2 0-102 16,2 0 13-16,3 0 129 15,3-7 97-15,5-6 20 0,1 9 77 16,0-6-19-16,13 4-16 16,9-4-28-16,4 2-5 15,6-2 1-15,3 4-7 16,3-5-10-16,0-2-1 16,-4 2 16-16,-7 2 53 15,-7-1-11-15,-10 4 6 16,-7 1 18-16,-3 2-26 15,-3 3-2-15,-12 0-24 16,-8 0-23-16,-1 8 9 16,1 5-4-16,1 4-6 15,6-4 0-15,4 4-17 0,4-7 11 16,4-1-12-16,4-4 0 16,0-3 0-16,7-2 10 15,11 0-1-15,6-7-6 16,-1-6-3-16,7-1-37 15,-4-2-15-15,2 2-1 16,-2 1 28-16,-4 4 5 16,-2 1 8-16,-3 8 11 15,-6 0 1-15,-2 0 14 16,-4 11 49-16,-4 5-5 16,-1 1-5-16,0 1-9 15,0-2-9-15,-1-3-14 16,-2-6-5-16,-1-3-10 15,2-1 0-15,2-3 2 16,0 0 11-16,2-10-19 0,6-4-15 16,9-3 2-16,-2 0-11 15,0 0-4-15,-1 1 21 16,-1 2 6-16,-5 2 0 16,-3 11 1-16,-5-2 1 15,0 3-1-15,0 0-3 16,-5 13 3-16,-3 5 42 15,-1 0-14-15,3 3-20 16,6-4-8-16,0-1 0 16,30 2-78-16,-2-12-85 0,2 2-595 15</inkml:trace>
  <inkml:trace contextRef="#ctx0" brushRef="#br0" timeOffset="15585.55">23545 11765 886 0,'0'0'205'0,"0"0"-111"0,0 0-4 0,0 0 122 0,0 0 38 15,0 0-107-15,0 0-53 16,40-40-28-16,-60 40-7 16,-7 3 26-16,4 7-18 0,1 4-23 15,3-1-18-15,8 10-16 16,4-5-5-16,7 1-1 16,0 1 0-16,4-4-1 15,9 2 1-15,-1-3-7 16,-2-3-2-16,-6 0-21 15,-4-5-32-15,0 0 5 16,-7 0 5-16,-12-1 38 16,-4-3 14-16,-3 2-4 15,3 1 4-15,3-6 6 16,8 4-5-16,6-4 0 16,6 0-1-16,0 0-32 0,11 0-30 15,11-4 29-15,6 0 24 16,4-3-3-16,4 1-2 15,-2-4-1-15,5 3 14 16,1-3-11-16,-3 0 7 16,-4-1 5-16,-8 2 2 15,-6-1 7-15,-6-1-2 16,-10 5-6-16,-3 0 0 16,0 3 23-16,-12 2-5 15,-6 1 9-15,-2 0-8 16,0 7 14-16,3 7-4 15,2 2-9-15,2 1 1 16,8 2-9-16,5-1-5 16,0-4-7-16,0-1-1 0,13-3 6 15,2-3-6-15,0 0-23 16,14-7-115-16,-9 0-214 16,-2 0-333-16</inkml:trace>
  <inkml:trace contextRef="#ctx0" brushRef="#br0" timeOffset="16183.81">23805 11842 1088 0,'0'0'238'0,"0"0"-151"0,0 0 5 0,0 0 84 15,0 0-68 1,89 3-32-16,-79 10-4 0,-7-2-38 15,-3 8 8-15,0-5 2 16,-2 2-12-16,-9-2-2 16,-1-1-19-16,2-6-9 15,2-3-2-15,3-1-23 16,2-3 12-16,3 0-45 16,0-11-45-16,0-2 17 15,0-1 20-15,6-2 35 16,4 2-3-16,0-1 7 15,3 3 10-15,3 3 14 16,0 3 1-16,1 5 13 0,-4 1 18 16,4 0 1-1,-6 0 27-15,-4 7 9 0,-3 4-13 16,-1-1-17-16,-3 2 4 16,0-4-20-16,0 1-13 15,0-6-8-15,-4 1-1 16,0-1-11-16,-1-3-32 15,0 0-1-15,2 0-37 16,-1-7 37-16,4-2-17 16,0-2-6-16,2-2-15 15,8-1 22-15,5 5-11 16,0 2 32-16,2 1 26 16,1 1 13-16,-2 5 1 15,3 0 44-15,-6 0 6 16,-1 5 3-16,-4 5 18 0,-4 5-29 15,-2-1-11-15,-2-1-15 16,0 1-3-16,0-4-14 16,0-4-160-16,0-2-161 15,0-3-306-15</inkml:trace>
  <inkml:trace contextRef="#ctx0" brushRef="#br0" timeOffset="17167.03">24288 11806 669 0,'0'0'199'0,"0"0"-74"0,0 0 51 0,0 0 52 0,0 0-53 16,0 0-87-16,0 0-26 16,-62-8 19-16,49 22-5 15,5 2-18-15,-2-2-22 16,1-1-6-16,1-4-16 15,3 2-13-15,2-8 6 16,1-2-7-16,2-1 2 16,0 0-2-16,0 0-42 15,10-1-73-15,5-8 9 16,2-2 31-16,-1-2 21 16,1 2 5-16,0 2 21 15,-6 2 17-15,3 1 11 0,-6 3 0 16,-1 3 25-16,0 0 10 15,-5 0 27-15,-1 10 17 16,-1 2 9-16,2 2-30 16,-1-4-22-16,1-4-14 15,3 2-16-15,4-2-5 16,-5-6 0-16,8 0 3 16,-2 0-4-16,0-6-70 15,-1-5-9-15,-1-2 22 16,-2-4 28-16,-2 1-2 15,-4-5-5-15,0 1 18 16,0-4 18-16,-2 2 2 16,-4-5-1-16,-1 3 12 0,1 3 5 15,-1 5 4-15,1 2 5 16,2 4 5-16,0 9 14 16,1 1-39-16,-1 1-1 15,1 17 1 1,-1 6 25-16,1 5 5 0,3 1-5 15,0-3-1-15,0-3-15 16,0 0-7-16,3-7-3 16,0-5-5-16,-3-9 0 15,0 1-1-15,0-4-21 16,0 0 1-16,0 0 11 16,0-4-42-16,4-2 10 0,5-8 11 15,1 4 22 1,3 1-9-16,2 1 17 0,2 5 0 15,0 3 3 1,-1 0 5-16,-4 0 8 16,1 3 7-16,-4 8 2 0,-1-1 0 15,-3-1-13-15,-3-1 1 16,-2-2 7-16,3-5-12 16,-3 1-7-16,0-2 5 15,2 0 3-15,3 0 8 16,3-2-17-16,6-2-19 15,2-5 3-15,3 1 15 16,-3-1-12-16,3 2 12 16,-2 2 1-16,-7 2 1 15,-2 3 16-15,-3 0 15 0,0 0-8 16,-4 0 20 0,2 11 11-16,-2-1-16 0,1 4-20 15,-1-4-9-15,-1-1-8 16,0-3 4-16,0-3-6 15,0-3 0-15,0 0-52 16,-4 0-37-16,-10-6-218 16,2-7-404-16</inkml:trace>
  <inkml:trace contextRef="#ctx0" brushRef="#br0" timeOffset="17336.78">24569 11653 1126 0,'0'0'520'0,"0"0"-326"0,0 0-74 0,0 0 10 0,0 0-22 15,0 0-74-15,0 0-34 16,39 21-123-16,-39-11-619 0</inkml:trace>
  <inkml:trace contextRef="#ctx0" brushRef="#br0" timeOffset="24326.11">17108 11664 882 0,'0'0'236'0,"0"0"-138"0,0 0-44 0,0 0 14 0,0 0 44 16,0 0-5-16,-7-24-47 16,5 24-40-16,2 0-18 0,-1 0-2 15,-4 0 7 1,1 10 75-16,-4 8 33 0,-4 5-20 16,1 11-37-16,-4 3-24 15,1 8 5-15,2 3 5 16,2 3-13-16,4-1-14 15,3-3-9-15,3-4 2 16,0-7-8-16,0-8-2 16,0-6 0-16,0-7 0 15,0-1-13-15,0-5-93 16,-7-4-146-16,-9 0-272 16,-1-5-176-16</inkml:trace>
  <inkml:trace contextRef="#ctx0" brushRef="#br0" timeOffset="24710.17">16978 11852 1056 0,'0'0'161'16,"0"0"-99"-16,0 0-42 15,0 0-14-15,21-78 4 16,4 62 6-16,4 2 9 16,7-2-24-16,3 5-1 15,1 2 2-15,-3 5 4 16,-5 1 21-16,-8 3 65 16,-3 4-27-16,-8 13-5 15,-6 5 2-15,-7 5-3 0,0 0-2 16,-7 0-24-16,-13-3-8 15,-7 2-7-15,-4-5-7 16,-4-2-5-16,-6-2 6 16,3-4-12-16,0 1-30 15,2-7-90-15,10-1-76 16,11-6-83-16,8 0-90 16,7 0-394-16</inkml:trace>
  <inkml:trace contextRef="#ctx0" brushRef="#br0" timeOffset="25279.77">17731 11758 1086 0,'0'0'211'15,"0"0"-141"-15,0 0-47 16,0 0 2-16,0 0 49 16,0 0 2-16,0 0-11 15,-78 70 2-15,48-37-11 16,-2 2-14-16,-1 1 2 16,1-2 10-16,5-4-17 0,5-9-20 15,7-2-7-15,7-11-9 16,3-3 0-16,3-5 0 15,2 0 14-15,0-3-12 16,10-15-3-16,10-7-12 16,3-2 12-16,3-4 0 15,2-5-11-15,-1 2-3 16,-1 1 1-16,0 0 7 16,-1 3 0-16,-2 3 5 15,0 3-8-15,1 7 8 16,1 4 1-16,-3 2-19 15,-4 9 19-15,-1 2 10 16,-4 0-4-16,-1 2 7 16,-4 12 13-16,0 5 7 15,-2 7-14-15,-5 2 17 0,-1 2-8 16,0 0-18-16,0-3-4 16,-4-3 1-16,0-4-7 15,1-4 1-15,-1-5-1 16,2-1 0-16,2-4-40 15,0-1-127-15,0 1-92 16,0-2-221-16,0-4-19 0</inkml:trace>
  <inkml:trace contextRef="#ctx0" brushRef="#br0" timeOffset="25809.01">18199 11631 747 0,'0'0'252'0,"0"0"-139"0,0 0-59 16,0 0-24-16,0 0 11 15,0 0-20-15,0 0 50 16,4 19 32-16,-11 5-26 15,-5 7-29-15,-1 8-10 16,1-4 33-16,2 1-17 16,5-3-14-16,5-3-15 15,0-6-15-15,7-5-9 0,11-8 10 16,5-8-10-16,6-3 10 16,2 0 8-16,5-10-10 15,-1-9 2-15,-2-2-5 16,-4-3-6-16,-8-3-7 15,-7-1 6-15,-9-2-11 16,-5 0 3-16,-5 1 9 16,-16-1-2-16,-5 4 1 15,-6 7 1-15,-1 3 0 16,-6 8-1-16,-1 3 1 16,-5 5 1-16,0 7 10 15,0 10-4-15,2 3-6 0,4 7 5 16,6-3-5-16,9 0-1 15,7 2-1-15,9-7-17 16,8-1-72-16,0-6-106 16,15-1-39-16,8-10-92 15,-1 5-58-15</inkml:trace>
  <inkml:trace contextRef="#ctx0" brushRef="#br0" timeOffset="26091.29">18136 11801 544 0,'0'0'317'0,"0"0"-174"0,0 0-81 0,0 0 41 16,85-16 42-16,-62 16-4 15,-1 0 4-15,-6 10-50 16,-2 7-47-16,-6 2-7 16,-2 8 26-1,-6-3-8-15,0 3 20 0,0-1-47 16,0-6-10-16,0-3-11 15,0-6-2-15,0 2-8 16,4-6 0-16,8-4 8 16,3 3 7-16,7-1-10 15,3-2-6-15,3-3-1 16,4 2-56-16,16-2-110 16,-7 0-132-16,-6-2-387 0</inkml:trace>
  <inkml:trace contextRef="#ctx0" brushRef="#br0" timeOffset="26540.94">18723 11735 696 0,'0'0'174'0,"0"0"-96"16,0 0 12-16,0 0 57 15,0 0 1-15,0 0-20 16,93-18-19-16,-79 26-16 16,2 2 27-16,-4 10-46 0,2-4 13 15,-2 4-11 1,-2-2-31-16,0-2-15 16,2-4-7-16,-1-1 2 0,5-10 3 15,4-1 3 1,5 0 9-16,5-4-16 0,10-13-18 15,1-7 3-15,5-1-8 16,1-2-1-16,-2-3 0 16,0-1 0-16,-4 1 1 15,0 0-2-15,-2 0 1 16,-3 0 0-16,-4 9 0 16,-6 1 0-16,-6 4 0 15,-6 8 0-15,-8 1-1 16,0 5 1-16,-6 2-9 0,0 0-16 15,0 0-61 1,0 3-58-16,-20 14-77 0,0-4-159 16,-1 0-320-16</inkml:trace>
  <inkml:trace contextRef="#ctx0" brushRef="#br0" timeOffset="28356.93">16948 12813 781 0,'0'0'250'0,"0"0"-86"0,0 0-70 0,0 0 20 15,0 0 11-15,0 0-71 16,0 0-32-16,8 27 54 15,-2 13 13-15,0 11-27 0,-2 22 15 16,2-2-20-16,-3 6-10 16,-3-1-21-16,0-15-13 15,0 1-12-15,-3-11 7 16,-9-8-7-16,-2-11-1 16,-4-10-63-16,0-8-110 15,-12-14-128-15,6 0-211 16,3-11-235-16</inkml:trace>
  <inkml:trace contextRef="#ctx0" brushRef="#br0" timeOffset="28638.77">16920 12867 732 0,'0'0'208'16,"0"0"-70"-16,0 0-65 15,128-68 19-15,-80 58 62 16,-4 4-20-16,-6 6-59 16,-10 3-44-16,-9 16-21 15,-11 12 12-15,-8 4 20 16,0 8 30-16,-22 4-12 16,-4 2-9-16,-8 2-13 0,1-7-13 15,1-1-13 1,4-9-8-16,7-9-4 15,8-7-73-15,13-12-206 0,0-3-224 16,3-3-109-16</inkml:trace>
  <inkml:trace contextRef="#ctx0" brushRef="#br0" timeOffset="29089.16">17554 12937 1051 0,'0'0'224'0,"0"0"-141"15,0 0-50-15,0 0-20 16,0 0 0-16,0 0-13 16,0 0-10-16,-24-6 10 15,13 19 12-15,-2 10 23 16,-6 4 51-16,3 6 20 15,2 4-2-15,4 4-27 16,5 2-39-16,5-6-19 16,5-4-9-16,13-12 4 15,9-8-7-15,7-13 8 16,2 0-5-16,6-13 0 16,0-14-1-16,1-6-9 15,-4-4 0-15,-7-5-22 16,-10 3-9-16,-13 2 0 15,-9 1-23-15,-3 6-12 0,-24-2 26 16,-6 7 22-16,-7 7 9 16,-4 2 8-16,3 12-18 15,0 4 18-15,5 3-19 16,7 15-41-16,4 18-122 16,8-3-108-16,9-3-107 0</inkml:trace>
  <inkml:trace contextRef="#ctx0" brushRef="#br0" timeOffset="29372.4">17581 13097 990 0,'0'0'228'0,"0"0"-189"0,0 0-7 0,0 0 31 0,0 0 44 0,0 0-5 15,90 11-9-15,-67-1 5 16,-3 0-12-16,-1 7-31 16,-9-1-24-16,1 2 15 15,-4 1-11-15,-3 1-15 16,4-4-8-16,-2-5-11 16,6-1 5-16,3 0-6 15,4-6 0-15,7 2-49 16,19-6-129-16,-4 0-190 15,-3 0-428-15</inkml:trace>
  <inkml:trace contextRef="#ctx0" brushRef="#br0" timeOffset="30039.56">18453 12866 892 0,'0'0'217'0,"0"0"-164"15,0 0-37-15,0 0 77 16,0 0 58-16,0 0-44 16,0 0-34-16,-92 81 30 15,64-51 1-15,-2 6-12 0,-2 8-18 16,0 3-16-1,2 1-21-15,3-4-21 0,6-9-7 16,6-4-2-16,5-15-7 16,6-5-7-16,4-11 7 15,0 0 1-15,4-7 18 16,9-13-1-16,2-8-12 16,5-2-5-16,0-2-1 15,-1-2 0-15,2-4-1 16,4 2-8-16,0-4-7 15,4 2-9-15,2-1-3 0,3 2 8 16,1 1-3 0,0 2 8-16,-3 7 5 0,-4 3 10 15,-6 10 6-15,-5 6-6 16,-7 3 1-16,-2 5-1 16,-4 0 9-16,-3 8 15 15,-1 8 13-15,0 7-7 16,0 4 3-16,0 3 9 15,0 5-16-15,0 1-4 16,0 4 1-16,0 1-3 16,0-2-14-16,5-2 2 15,5-3-7-15,0-7 6 16,4-5-6-16,1-5 1 16,-1-4-2-16,3-5 12 0,-3-2-10 15,-3-2-1 1,-2-1 0-16,-4-3-1 0,-2 0-1 15,-3 0-26-15,0 0-29 16,2 0-46-16,-2 0-87 16,0-7-456-16</inkml:trace>
  <inkml:trace contextRef="#ctx0" brushRef="#br0" timeOffset="30372.8">19137 12789 887 0,'0'0'169'0,"0"0"-117"0,0 0-2 0,0 0 92 0,0 0-4 0,95 0-16 16,-69 8 17-16,1 8-14 16,4 0-3-16,-2 8-39 15,1-3-17-15,1 6-28 16,-5-5-14-16,-2-2-18 16,-8-2-5-16,1-8-1 15,-5-1-12-15,-6-1-98 16,-4-8-174-16,-2 0-216 0,0-5-108 0</inkml:trace>
  <inkml:trace contextRef="#ctx0" brushRef="#br0" timeOffset="30638.56">19526 12706 649 0,'0'0'500'16,"0"0"-329"-16,0 0 6 15,0 0-35-15,0 0 16 16,0 0-92-16,0 0 74 0,-20 42 17 16,-2-4-55-16,-8 5-16 15,-5 2-13-15,0 1-2 16,2 1-17-16,1-4-31 16,2 1-15-16,5-7-3 15,3-4-5-15,2-5-40 16,7-6-75-16,-1-5-91 15,9-7-178-15,2-4-273 16,3-6-280-16</inkml:trace>
  <inkml:trace contextRef="#ctx0" brushRef="#br0" timeOffset="32036.73">17017 13663 823 0,'0'0'242'0,"0"0"-179"0,0 0-39 16,0 0 40-16,0 0 11 0,0 0-73 15,0 0 9-15,7-6 8 16,13 6 23-16,4 3-11 16,7-3 21-16,10 0 36 15,7 0-6-15,24 0-6 16,36-9-21-16,50-15 9 15,22 4 36-15,4-4 1 16,-20 11-47-16,-37 7-27 16,-32 6-20-16,-25 0-7 15,-23 0-2-15,-7 3-4 16,3 3 6-16,1 1-6 16,-1-1 0-16,-6 0 6 15,-5-4 1-15,-2-2 1 16,2 0 4-16,3 0-5 15,1-11-1-15,5 4 6 16,-3-2-6-16,-3 6 0 0,-3-2 0 16,-10 2 0-16,-8 0-1 15,-8 3 1-15,-6 0-10 16,0-3 10-16,-10 2 21 16,-10-1-14-16,-7 1-6 15,0 1 5-15,-6 0-5 16,-4 0 0-16,-3 0 0 15,-3 0-1-15,-6 3 0 16,-2 4 0-16,-2 1 0 16,-7 1 1-16,-5 1-1 15,-7 4-1-15,-18-1-14 16,-24 1-14-16,-9-5-9 16,6-5-6-16,30-4 43 0,28 0 1 15,17 0 1-15,-4 0 0 16,-3 0 9-16,-4 0-10 15,8 0 0-15,4 0-1 16,6 0 1-16,4 0 0 16,-1 3 1-16,-2 0-1 15,3-3 0-15,-3 3 1 16,1 0-1-16,1 1 0 16,2-3 0-16,4 2 0 15,0 0 1-15,4 2-1 16,5-5 0-16,-1 2 1 15,4 1-1-15,-2-3 0 0,5 0-1 16,1 3 1 0,-2-3 0-16,2 3 0 0,-2-3-1 15,2 5 1-15,2-5 1 16,3 3-1-16,2-3 0 16,3 0-1-16,0 0 1 15,0 3-8-15,0-3-8 16,0 4 15-16,6-1-4 15,4 0 4-15,0 0 1 16,3 4 0-16,8-7-35 16,-6 0-264-16,-2 0-719 0</inkml:trace>
  <inkml:trace contextRef="#ctx0" brushRef="#br0" timeOffset="33569.91">16932 12277 320 0,'0'0'130'0,"0"0"-62"0,0 0 46 0,0 0 33 16,0 0-1-16,0 0 13 15,-22-37-34-15,22 26-23 16,9 3-20-16,1 0-4 16,-2 2-15-16,1 1-26 15,-1 2-22-15,0 3-15 16,5 0 2-16,3 0-1 16,3 0 0-16,4 0 0 15,9 0 0-15,1 3-1 0,5 2 8 16,8-2-7-1,5-3 0-15,11 0 0 0,18 0 0 16,27 0-1-16,27-8 2 16,8 2-1-16,-10 4 10 15,-30-1 0-15,-33 3-4 16,-18 0-7-16,-4 0 0 16,8 0 1-16,9 0-1 15,1 0 0-15,2 0 0 16,-5 0 0-16,-3-3 0 15,-1-5 1-15,-3 0 5 16,1 0-6-16,3-3 0 16,5 2 3-16,2 2 9 15,3-4 21-15,-3 2-4 16,-5 6-21-16,-11-1 3 0,-12 4-9 16,-9 0-1-16,-15 0-1 15,-7 0-1-15,-7 0 1 16,0 0 27-16,-1 0 46 15,-15 0-41-15,-1-4-20 16,-2 0-1-16,2 4-3 16,4 0-8-16,1 0 0 15,-7 1-57-15,3 9-165 16,-2-3-351-16</inkml:trace>
  <inkml:trace contextRef="#ctx0" brushRef="#br0" timeOffset="36815.37">16822 10529 692 0,'0'0'285'0,"0"0"-67"0,0 0-115 0,0 0-31 0,0 0 49 16,0 0-43 0,-12-12-57-16,12 28-20 0,-1 13 10 15,-1 9 28-15,1 11 46 16,-2 1-30-16,3 4 5 15,-1-3-28-15,-2-1-17 16,-4-7-2-16,-3-2-12 16,-4-5-1-16,1-6-40 15,3-8-109-15,-5-4-108 16,5-10-273-16,-1-6-176 0</inkml:trace>
  <inkml:trace contextRef="#ctx0" brushRef="#br0" timeOffset="37132.66">16752 10583 620 0,'0'0'209'0,"0"0"-57"0,0 0 28 16,35-98-74-16,-13 73-13 15,8 1 13-15,8 3-39 16,5 5 5-16,8 2 0 15,2 9 24-15,-2 3 5 16,-6 2-15-16,-14 5-27 16,-6 14-39-16,-15 4-5 15,-10 2 3-15,-4 3-8 16,-23-1 16-16,-10 0-11 0,-6-3-6 16,-5-1 3-1,5-2-12-15,7-2-20 0,4-5-131 16,10-2-134-16,9-2-255 15,9-5-124-15</inkml:trace>
  <inkml:trace contextRef="#ctx0" brushRef="#br0" timeOffset="37781.69">17489 10517 658 0,'0'0'261'0,"0"0"-95"0,0 0-10 0,0 0-18 15,0 0 19-15,0 0-44 16,0 0-10-16,-72 83-32 16,51-46 4-16,-1 1-22 15,2-2-20-15,3 0-11 16,2-7-5-16,1-9-9 15,8-2-8-15,-1-5 5 0,4-6-4 16,3 0-1-16,0-7 1 16,0 0 0-16,0 0 5 15,8-14 20-15,5-2-14 16,2-5-5-16,2-9-7 16,3-1-2-16,1-5-5 15,-1-5-9-15,-1 4 5 16,3-2 10-16,-1 6 0 15,0 6-8-15,2 3-1 16,-3 8 4-16,0 8 6 0,0 6 7 16,-3 2 2-16,-2 2 6 15,-3 17 5-15,-5 5-9 16,-1 6 8-16,-6 5-7 16,0 1 5-16,0 1-5 15,0-5-6-15,-2 2-4 16,-2-5-2-16,2-4 0 15,-2-4 0-15,1 0-73 16,-1-5-119-16,1-5-174 16,3-5-389-16</inkml:trace>
  <inkml:trace contextRef="#ctx0" brushRef="#br0" timeOffset="38298.42">17905 10517 886 0,'0'0'258'0,"0"0"-158"0,0 0-33 0,0 0 42 15,0 0 0-15,0 0-60 16,0 0-46-16,17-33-3 15,-17 37 0-15,-7 13 61 16,-8 7 59-16,0 9-16 0,0 5-24 16,3 2-20-1,5-1-28-15,7-1-20 0,0-6-3 16,3-7-9 0,11-6-1-16,3-5 1 0,4-7 0 15,1-7 10-15,1 0 6 16,3-3-5-16,-3-12-3 15,-1 2-6-15,-2-7-1 16,-5-2 0-16,-4-1-1 16,-4 1-20-16,-7-4-2 15,0 5-20-15,-7-7 2 16,-13 1 21-16,-5 0-13 16,-1 6 24-16,-4 0-2 15,0 12 9-15,-4 4-1 16,3 5-11-16,-1 5 4 15,3 11 3-15,6 5 5 0,7 5-15 16,4 2-92-16,6 10-214 16,5-8-57-16,1-6-149 0</inkml:trace>
  <inkml:trace contextRef="#ctx0" brushRef="#br0" timeOffset="38568.74">17942 10703 211 0,'0'0'528'0,"0"0"-297"0,0 0 10 0,100-34-17 16,-68 28-36-16,-4 0-64 0,-3 4-31 15,-8 2-11 1,-6 0-36-16,-4 0-21 0,-7 8 11 16,0 4 12-16,0 6 26 15,-1 0-6-15,-9 1-19 16,-2 4-18-16,7-3-12 15,0 0-7-15,5-2-11 16,0-5 7-16,7-3-8 16,16 0 0-16,9-5-1 15,10 0-36-15,28-2-105 16,-10 0-56-16,-7-1-461 0</inkml:trace>
  <inkml:trace contextRef="#ctx0" brushRef="#br0" timeOffset="40512.82">16469 11183 651 0,'0'0'215'0,"0"0"-88"0,0 0-30 0,0 0-4 15,0 0 1-15,0 0-41 0,0 0-21 16,74-4 6 0,-45 4-3-16,4 6 13 0,9-2 20 15,10 2-33-15,7-4-9 16,25-2 3-16,35 0 21 15,33-5 14 1,20-11 12-16,-6-1-1 0,-13 2-17 16,-23 6-25-16,-7 2-17 15,-12-2-1-15,-21 1-3 16,-21 2-10-16,-21 2-1 16,-7-2 0-16,-1 4 6 15,-5-3-7-15,-3 2 0 16,-14 0 1-16,-8 3 7 15,-8-1-2-15,-2 1 53 16,0 0-12-16,0 0-6 16,-13 0 6-16,-7 0-41 0,-4 0 6 15,-10 0-10-15,-5 0-1 16,-10 0-1-16,-9 1-5 16,-26 9 5-16,-30-1 1 15,-29 1-1-15,-13 1-27 16,5 2 6-16,18-2 14 15,23-1-7-15,9 1 13 16,21-2 2-16,20-2-3 16,17-1 4-16,9 0-2 15,-1-3 5-15,5 3-4 16,1-1-1-16,13-1 1 0,6-2-1 16,9-2-1-1,1 0-20-15,0 0 2 0,0 0-12 16,14 0 30-16,8-6 0 15,7 0 1-15,13-2-6 16,9-4 6-16,28-1 9 16,32-5-7-16,40 1 17 15,13 1-3-15,-10 2 2 16,-23 7-6-16,-27 7-2 16,-25-3-10-16,-17 1 0 15,-19 2 0-15,-10-1-11 16,4 1-14-16,-6 0 11 15,1-4 4-15,-12 1 10 16,-11 0 1-16,-9 3 0 16,0 0-1-16,-9-1 0 0,-14 1-3 15,-9 0 3-15,-6 0 1 16,-5 1-1-16,-6 9-1 16,-3-4 1-16,-7 1-19 15,-5-1-70-15,-5 5 56 16,1-8 33-16,3 3 1 15,4 1 0-15,8-6-1 16,5 6 1-16,7-1-1 16,6-6 0-16,8 7 1 15,9-1 1-15,6-4 0 16,7-1-1-16,5-1-1 16,0 0-12-16,0 0 3 15,9 0 9-15,3 0 10 0,-1 0 1 16,4 0-9-1,-5-1-2-15,0-1 1 0,-4 2-1 16,-5 0 1-16,-1 0-1 16,0 0 0-16,0 0-1 15,0 0-1-15,0 0 1 16,0 0 1-16,0 0-8 16,0 0 8-16,0 0 8 15,0 0-6-15,0 0 5 16,-1 0-1-16,-5 0-5 15,1 0-1-15,-2 0-1 16,-1 0 1-16,-2 0 0 0,0 0 0 16,0 0 0-16,2 0 1 15,1 0-1-15,0 0 1 16,7 0 0-16,-2 0 0 16,2 0 2-16,0 0-2 15,0 0 5-15,0 0-5 16,0 0 0-16,-1 0-1 15,1 0 0-15,-3 0-7 16,1 0 5-16,-2 0 2 16,3 0 0-16,-1 0 0 15,1 0 0-15,1 0 2 16,0 0-2-16,0 0 0 16,0 0 0-16,0 0 6 15,0 0-5-15,0 0 0 0,0 0 0 16,0 0 4-16,0 0-4 15,0 0-1-15,0 0 0 16,0 0 0-16,0 0 0 16,0 0 0-16,0 0-1 15,0 0-1-15,0 0-10 16,0 0 11-16,0 0 1 16,4 0 6-16,2 0-4 15,0 0-1-15,4 0-1 16,0 0-16-16,2 3-96 15,9-1-108-15,0-1-101 16,-1-1-280-16</inkml:trace>
  <inkml:trace contextRef="#ctx0" brushRef="#br0" timeOffset="41448.12">18713 10278 431 0,'0'0'154'0,"0"0"-11"0,0 0-7 0,0 0 95 0,0 0-9 0,0 0-60 15,0 0-8-15,-14-58-24 16,14 58-46-16,0 0-48 15,0 11-20-15,0 18 47 16,0 25 18-16,0 33 5 16,-9 28 4-16,-1 6-11 15,7-5-10-15,3-28 10 16,0-32-46-16,0-12 14 0,-2-4-24 16,1-1-15-16,-1-2-6 15,0-1-1-15,2-10 0 16,-2-14-1-16,2-2 1 15,0-2 5-15,0-5-6 16,-1-3 0-16,1 0-37 16,0 0-51-16,-2 0-60 15,-3 0-141-15,0-11-304 16,2-1-610-16</inkml:trace>
  <inkml:trace contextRef="#ctx0" brushRef="#br0" timeOffset="42081.39">19228 10492 544 0,'0'0'294'0,"0"0"-113"0,0 0-5 0,0 0-51 0,0 0 69 16,0 0-26-16,0 0-63 15,16-32-66-15,-16 50-4 16,0 12 102-16,0 11-47 16,0 10-7-16,-4 4-29 0,-2 1 8 15,4-1-17-15,-2-7-27 16,1-5-9-16,0-13-7 15,-1-7 6-15,1-6-8 16,-2-10 0-16,4-3 0 16,-2-4 6-16,2 0 6 15,-1 0 9-15,-1-8-12 16,-2-6-9-16,0-9-16 16,-3-4 10-16,-1-5 5 15,1-6 0-15,0-2-8 16,1-7 8-16,7 1-6 15,0-8-11-15,10 1 5 16,13 5 12-16,9 3-11 0,5 10 6 16,3 5-5-16,2 14 2 15,-1 8 0-15,-2 8 1 16,-4 6 8-16,-2 15 0 16,-11 11-1-16,-12 6 0 15,-10 3 1-15,0 2 7 16,-23-4-6-16,-9-6 13 15,-5-5-7-15,-1-4 8 16,-1-7-14-16,6-2 8 16,6-8-9-16,9 1-9 15,9-5-76-15,9-3-129 16,10 0-106-16,14-3-199 0,4-9-323 16</inkml:trace>
  <inkml:trace contextRef="#ctx0" brushRef="#br0" timeOffset="42479.18">19666 10529 965 0,'0'0'271'0,"0"0"-144"0,0 0-64 0,0 0 98 0,0 0 5 16,92-10-91-16,-79 24-24 15,-1 8 19-15,-3 5 1 16,-6 4-22-16,-2 5-9 16,2-6 3-16,-3 0 4 0,0-6-24 15,1-4-12-15,1-7-5 16,1-8-5-16,2-5 5 16,7 0 7-16,1-5 21 15,6-14-25-15,1-5 0 16,-1-6-8-16,1 0 1 15,-3 0-1-15,2-6 0 16,-4-1 0-16,-4 2 0 16,1-2 0-16,-3 7-1 15,-3 5 0-15,-1 7-8 16,-3 7 7-16,-2 9-10 16,0 2-43-16,0 13-112 15,-13 19-68-15,2-1-268 0,1-4-239 16</inkml:trace>
  <inkml:trace contextRef="#ctx0" brushRef="#br0" timeOffset="42961.29">20301 10433 841 0,'0'0'324'15,"0"0"-200"-15,0 0 2 16,0 0 82-16,0 0-81 16,0 0-115-16,0 0 4 0,-15 14 91 15,-5 15 0 1,1 6-31-16,0 3 3 0,9-2-15 16,3-2-27-16,7-4-21 15,0-10-9-15,9-8-6 16,12-6 0-16,9-6 27 15,7 0-21-15,5-17 2 16,3-4-6-16,0-4 0 16,-7-2-3-16,-6 0 0 15,-12-2 0-15,-12 0-13 16,-8-1-18-16,-5-2 7 16,-19 0 17-16,-8-1-1 15,-5 6 8-15,-5 4 0 16,1 6-1-16,-3 12-6 0,-1 5 6 15,5 0 1-15,3 11-1 16,4 5 0-16,8 6-5 16,5 1-1-16,8 2-20 15,5 1-129-15,7-4-132 16,0-2 4-16,12-3-37 16,5-4-22-16,-1-5-234 0</inkml:trace>
  <inkml:trace contextRef="#ctx0" brushRef="#br0" timeOffset="43195.46">20264 10512 553 0,'0'0'253'0,"0"0"-107"0,0 0 21 0,0 0 35 0,0 0-31 16,0 0-39-16,89 4-11 16,-78 9 14-16,5 7-46 15,-4 7-9-15,-2-2-7 16,0 4-26-16,-2 1-13 15,0-3-9-15,2-5-13 16,6-1-1-16,1-6-9 16,5-3 5-16,4-3-2 15,-3-4-5-15,0-3-115 16,-4-2-221-16,-9 0-512 0</inkml:trace>
  <inkml:trace contextRef="#ctx0" brushRef="#br0" timeOffset="44360.99">20911 10436 484 0,'0'0'382'0,"0"0"-114"0,0 0-99 0,0 0-27 16,0 0 40-16,0 0-18 16,0 0-34-16,33 70-55 15,-27-41-7-15,-3-2-34 16,4-4-3-16,-1-2-16 15,3-8 1-15,6-5 2 16,4-8 19-16,9 0-5 16,12-8-11-16,2-14-11 15,4 1-9-15,2-9 9 16,3 1-10-16,-1-3 0 16,-2-3 0-16,1 3 0 15,-6-3 0-15,-2 0 0 0,-6 5 0 16,-8 7 0-16,-8 4 0 15,-6 8 0-15,-6 6 0 16,-5 2-1-16,-2 3-9 16,0 0-11-16,-2 0-26 15,-11 6 14-15,-7 6-11 16,-5 2-151-16,-25 4-129 16,6-1 3-16,2-4-289 0</inkml:trace>
  <inkml:trace contextRef="#ctx0" brushRef="#br0" timeOffset="46008.48">17913 10389 333 0,'0'0'803'0,"0"0"-616"0,0 0-119 0,0 0 33 16,0 0 86-16,0 0-14 15,0 0-42-15,-18-12-26 16,29-1-34-16,13-6-46 16,6-2 9-16,10-9 3 15,7-1-18-15,8-5 5 16,5-4-17-16,22-11-1 15,-6 2 0-15,3-1-4 16,-3-3 8-16,-20 18 3 16,0-3-7-16,-16 9 3 15,-15 10 4-15,-10 8-11 16,-10 6 16-16,-5 5-4 0,0 0-12 16,-2 0 4-16,-13 10 3 15,1 3-8-15,-2 2 0 16,3 0 0-16,-2-1 5 15,8-4-6-15,-1-1 0 16,3-6 0-16,3 2 0 16,0-3 1-16,2-2 1 15,0 0-2-15,0 0 9 16,0 0-7-16,0 0 11 16,0 0 18-16,0 0 6 15,0 0-3-15,0 0-8 16,0 0-16-16,0 0 2 0,0 0-11 15,0 0 0 1,0 0 0-16,0 0 0 0,0 0-1 16,0 0 1-16,0 0-1 15,0 0 0-15,0 0 0 16,0 0 5-16,9 0 3 16,-6 0-7-16,1 0 0 15,-3 0 0-15,1-2 1 16,-2 2 3-16,0 0-4 15,0 0-2-15,0 0 2 16,0-1-1-16,0 1 6 0,0 0-6 16,0 0 1-1,0 0 8-15,0 0-8 0,0-4-1 16,0 4 0 0,0 0 0-16,0 0 1 0,0-1-1 15,0 1 0-15,0 0 4 16,0 0-4-16,0 0 0 15,0 0 0-15,0 0 1 16,0 0-1-16,0 0 0 16,0 0 1-16,0 0-1 15,0 0 0-15,0 0 0 16,0 0-1-16,0 0 1 16,0 0 0-16,0 0 0 15,0 0 1-15,0 0-1 16,0 0 0-16,0 0 0 0,0 0 1 15,0 0 0 1,1-3-1-16,1 1 0 0,0-4 0 16,4 4 0-16,-4-1 0 15,2-2 0-15,-1 2 0 16,0-2 0-16,-2 4 0 16,2-2 0-16,-2-1 0 15,4 1 0-15,-3 3 0 16,0-3-1-16,1-1 1 15,-1 4 0-15,1-1-1 16,-2-1-8-16,2 2 8 16,-3 0 0-16,3-1-1 0,-2 1 1 15,1 0-6 1,-1 0 5-16,3 0 1 0,-1 0-20 16,4 0-15-16,3 0-38 15,3 8-24-15,6 2-46 16,3 2-115-16,14 3-103 15,-4-3-232-15,-2-4-276 0</inkml:trace>
  <inkml:trace contextRef="#ctx0" brushRef="#br0" timeOffset="47458.73">15806 10723 535 0,'0'0'182'0,"0"0"-55"0,0 0 46 0,0 0 33 0,0 0 17 0,0 0-52 16,0 0-54-16,-13-14-54 16,9 14-35-16,1 0-6 15,-4 2-3-15,-1 11 23 16,-2 1 28-16,0 1-27 16,2-2-17-16,6 1 5 15,2-10-5-15,0-1-9 16,17-3 42-16,18 0 44 0,27-27-45 15,36-15-24 1,42-21-27-16,25-10-6 0,1-4-1 16,-8 5 1-16,-31 13 14 15,-30 15-15-15,-29 9 1 16,-26 15-1-16,-14 5 1 16,-6 1-1-16,-4 1 0 15,-6 2 8-15,-9 6 49 16,-3 2-10-16,0 3-18 15,-10 0-12-15,-7 0-5 16,4 5-12-16,-2 4 0 0,1 1 1 16,3 3 1-16,2-7-2 15,3 2 1-15,1-5-1 16,2-1 0-16,0-2 1 16,-1 3 1-16,4-3-1 15,0 0 0-15,-2 2 0 16,2-1 3-16,-1 1-4 15,-1-2 0-15,0 0 0 16,1 3-1-16,1-2-6 16,0 4-1-16,0 2-20 15,0 1-55-15,0 6-52 16,28 7-100-16,2-4-260 16,6-3-205-16</inkml:trace>
  <inkml:trace contextRef="#ctx0" brushRef="#br0" timeOffset="48339.72">20059 9991 643 0,'0'0'199'0,"0"0"0"0,0 0-67 0,0 0 68 16,0 0-22-16,0 0-22 15,0 0-15-15,-13-64-33 16,13 61-29-16,0 3-28 16,0 0-23-16,0 0-7 15,3 6-5-15,7 7 14 16,3 11-5-16,2 6 12 16,5 4-20-16,4 5 7 15,4 3 12-15,9-3 15 16,7-6-12-16,4-3-12 0,8-11-16 15,0-4 9 1,-6-6-19-16,-10-3 6 0,-11-4-4 16,-15-2-3-16,-9 0-30 15,-5 0-36-15,0-8-103 16,-13-3-94-16,-13-10-80 16,0 3-142-16,4 1 105 0</inkml:trace>
  <inkml:trace contextRef="#ctx0" brushRef="#br0" timeOffset="48573.98">20471 9930 712 0,'0'0'370'16,"0"0"-166"-16,0 0 2 0,0 0 22 15,0 0-102-15,0 0-50 16,0 0 79-16,-111 124 0 15,50-60-44-15,-4 2-37 16,2-2-26-16,5-5-26 16,4-8-13-16,7-7-8 15,7-2-1-15,2-4-109 16,11-12-362-16,9-9-478 0</inkml:trace>
  <inkml:trace contextRef="#ctx0" brushRef="#br0" timeOffset="63461.85">3768 9470 697 0,'0'0'269'0,"0"0"-144"0,0 0-58 0,0 0 24 0,0 0 67 16,0 0-23-16,8-42-39 15,-8 35-30-15,0 2 11 16,0-3-21-16,0 1-15 16,0 0-3-16,0 0 4 15,0 0-6-15,-3 0-13 16,-3 1-10-16,-3-1-7 15,-1 0 1-15,-2 0 2 16,-3 1-9-16,-1 1 0 0,-6-1 15 16,-1-1-13-16,-6 3 14 15,-3 2-7 1,-1-2-9-16,-4 1 1 0,0 2 3 16,1-2-4-16,0 0 0 15,1 3 0-15,0-2 0 16,5 0 1-16,-2 2-1 15,0 0 0-15,1 0 0 16,0-1 0-16,0 1 0 16,0 0-1-16,4 0 1 15,-1 0 0-15,2 0 0 16,-1 0 1-16,1 0 1 16,4 0-2-16,-3 0 0 0,6-2 0 15,-2 2 0-15,1 0 1 16,-4 0-1-16,-1 0 0 15,-3 0 0-15,-1 0 0 16,1 3 0-16,0 1-1 16,-1 0 1-16,4-1 0 15,-2 0 1-15,2 1-1 16,0-2 0-16,0 1 0 16,0-2 0-16,2 1 0 15,-3 0 0-15,1-1 0 16,4 1 0-16,-3-1 1 15,6 1 0-15,2-2-1 16,-2 0 0-16,5 0 0 0,2 3-1 16,-1-3 1-1,0 1 1-15,-2 1 0 0,-6 0-1 16,2 4 0-16,-5-3 0 16,-4 7-1-16,-2-2 0 15,1-2-5-15,1 1 6 16,1 0 2-16,3 0-2 15,-1 2 2-15,-1-4-1 16,0 3-1-16,-2 3 0 16,4-2-1-16,-2 1 1 15,-2 5 0-15,0-3 0 16,2 2 0-16,0-1 0 16,-1-1 0-16,0 3 0 15,1 0 1-15,2-1-1 16,3-2 0-16,3-2 0 0,2-1-1 15,5-3-1 1,1 2 2-16,3-2-6 0,1 1 4 16,-1 0 1-16,2 0-5 15,-1 3 6-15,4 3-1 16,-5-2 0-16,5 0 1 16,1 3-1-16,0-1-5 15,0 1 6-15,0 3-3 16,0 0 3-16,4 4 0 15,3 2 1-15,2 2 6 16,-3 2-7-16,2 0 0 16,3 0-1-16,-1-3-8 0,1-3 3 15,-1 3 5-15,4-7-1 16,-1 2 1-16,1-6-14 16,0 1 14-16,2-4-10 15,-1 4 11-15,2-5 0 16,1 1-6-16,2-2 6 15,1-1 0-15,3 4 1 16,0-4-2-16,0 2 1 16,0-1-1-16,-1-1-7 15,4-1 8-15,-1 2 1 16,2 2-1-16,-2-1-7 16,4-1 7-16,-3 1-8 15,4-2-18-15,0-2 11 16,-1 0 4-16,2-4-6 15,4-1 7-15,1 0 20 0,5 0-10 16,-2 0 1-16,-2-6 0 16,1 6 0-16,-7-2-1 15,-6 2 0-15,-3 0-1 16,-1 0-7-16,-2 0-4 16,-3 7 11-16,5-1-6 15,-3-2 5-15,0 0 1 16,3-1-5-16,2-3 6 15,4 0-10-15,2 0 1 16,2 0 9-16,0 0 2 16,2-6 5-16,0 1-6 0,-1 2-1 15,1-2-10 1,1 2 10-16,-2-2 2 0,1 2-2 16,-2 3 7-16,-2-1-7 15,2 1 0-15,-2-2 0 16,2-1 0-16,-1-1 0 15,4 3 1-15,0-6 0 16,-2 6 0-16,-1-4 0 16,0 2-1-16,-2-1 1 15,0-1 0-15,-2-1 0 16,-2 0-1-16,-4 0 1 16,-2-1 0-16,-2-2 7 15,2 0-8-15,0-2 1 16,0-1 6-16,2-1-6 0,-2 1 11 15,-1-2 0-15,-3 2-6 16,-1 2-5-16,-1-1 9 16,-4 4-4-16,-3-4-5 15,3 3 0-15,-4-3 8 16,4 3-2-16,-5-3 1 16,0 3 1-16,3-2-2 15,-1 3 0-15,1-3 2 16,1-3-9-16,-3 2 3 15,3 1-1-15,-3-1 4 16,2 2-1-16,-2-1-5 16,1 1 0-16,-3 2 0 15,1-1 2-15,0 2 5 0,0-2-5 16,-1 1-1 0,-3-1 13-16,1 2-1 0,0-1-3 15,-1 1 8-15,1-2 1 16,2 2-3-16,-4-1 3 15,4-1-2-15,-2 1-3 16,0 0-6-16,1-2-1 16,0-1-6-16,3 2 6 15,-2-2 3-15,-1 1-8 16,3 4 5-16,-1-3 1 16,-2 0 3-16,0 0-2 15,1 2-3-15,-1-2 2 16,-1 1-7-16,1 1 12 15,0 0-2-15,-3 2-10 16,6-2 11-16,-5 1-2 0,1 2-1 16,-1-3 2-16,-1 2-5 15,3-2 0-15,-3 3 4 16,1-2-1-16,1-1-2 16,-1-1 5-16,-1-1-4 15,0 1 2-15,2-1-10 16,-2-1 1-16,0 2 0 15,0 1 1-15,0 0-2 16,1 0 6-16,1-2-4 16,-2 2 4-16,2 2-5 15,0-1 5-15,-2-1 7 16,0 2-5-16,0-1 2 16,0-1-2-16,0 2-7 0,1-4 1 15,-1 5 7-15,0-1-4 16,0-2-4-16,0 1 0 15,0-1-1-15,0 2 6 16,0-4 1-16,0 4-7 16,0 1 6-16,0-3-5 15,0 1-1-15,0 1 8 16,0-1-7-16,0 1-1 16,0-2 1-16,0 2 1 15,0 0-1-15,0 1 0 16,0 0 1-16,0-1 3 15,0 1-5-15,-1 0 0 0,1 1 1 16,-2-1 7 0,-2 0-7-16,1 0-1 0,-1 0 0 15,0-1 6-15,1 3-6 16,-3-1-6-16,2-1 6 16,-2 0 0-16,1-1 1 15,-3 3 0-15,2-2-1 16,-3 1 0-16,-1 1-7 15,-1-1 7-15,0 1 0 16,0-1 0-16,-5 2 0 16,3 0 0-16,-3 0 0 15,0 0 0-15,3 0-6 16,0 0 6-16,1 0 1 16,1 0 1-16,-2 0-1 0,6 0 0 15,-2 0-1-15,2 2 0 16,4-1 0-16,-2-1 1 15,1 2 0-15,3-2-1 16,-2 0 0-16,1 1 0 16,-2 1-1-16,4-2 1 15,-3 0-1-15,0 0 1 16,-2 3-8-16,2-2 1 16,-3 1 7-16,3 0 0 15,0 1 1-15,-1-3 0 16,3 3-1-16,1-3 0 15,-2 0 0-15,0 0 1 0,2 0-2 16,0 2-4-16,-1-1 5 16,1-1 0-1,-2 4 0-15,0-4 0 16,2 1 0-16,0-1 0 0,-1 0 0 16,1 2-6-16,0-2 5 15,0 0 1-15,0 1-9 16,0-1 8-16,0 0-9 15,0 0 4-15,0 3 5 16,0-1 0-16,0 3 0 16,0 1-9-16,0 1-27 15,0 4-30-15,0 1-69 16,-4 0-28-16,3 1-44 16,-8 11-84-16,1-6-44 0,5-4-156 15</inkml:trace>
  <inkml:trace contextRef="#ctx0" brushRef="#br0" timeOffset="65243.86">6514 11449 740 0,'0'0'244'0,"0"0"-99"0,0 0 4 0,0 0 20 0,0 0-35 15,0 0-66-15,0 0-68 16,-10-3 1-16,6 27 26 15,-5 12 30-15,2 8-27 16,-5 2 7-16,-5 5 1 16,1-3-2-16,-7-2-15 15,5-5-12-15,-2-5-1 16,0-6-2-16,3-6-5 16,2-5-1-16,7-8-37 0,5-5-137 15,3-6-140-15,10-6-179 16,4-8-92-16</inkml:trace>
  <inkml:trace contextRef="#ctx0" brushRef="#br0" timeOffset="65575.78">6676 11581 646 0,'0'0'201'0,"0"0"-80"16,0 0-10-16,0 0-9 15,0 0 40-15,0 0-12 0,0 0-56 16,6-24-4-16,-6 24-4 16,-10 0-2-16,-2 10-4 15,-6 3-11-15,-2 6 11 16,-7 5-13-16,-2 6-16 16,6-2-18-16,2 2-1 15,6-6-3-15,6-1-9 16,6-5 0-16,3-5 0 15,0-1 0-15,15-6 0 16,8-1 8-16,10-5-7 16,6 0 4-16,2 0-5 15,-1-3-127-15,6-5-125 16,-8-2-120-16,-9 4-561 0</inkml:trace>
  <inkml:trace contextRef="#ctx0" brushRef="#br0" timeOffset="66213.47">6987 11538 1104 0,'0'0'197'0,"0"0"-136"15,0 0-53-15,0 0 19 16,0 0 35-16,0 0 75 15,0 0-41-15,-19 93-29 0,9-60 2 16,1-2-20 0,-2-6-21-16,4-1-9 0,1-7-9 15,-3-4-4-15,6-2-4 16,-1-8 5-16,3-3 6 16,1 0 6-16,-2 0-1 15,0-14-17-15,2-5 1 16,0-4-2-16,0-4 0 15,0-1 0-15,0-2-21 16,9 1 19-16,6-1-46 16,3 3 20-16,4 3 9 15,3 4-3-15,2 6 21 16,-1 6 0-16,-2 6 1 16,-4 2-1-16,-5 0 1 0,-7 0-6 15,-6 7 6-15,-2 6 5 16,-2 1 53-16,-11 2-17 15,0-2-5-15,1-1-17 16,3-6-6-16,8-3-11 16,1-2-2-16,0 1-2 15,0 2-2-15,8 0 4 16,6 0 9-16,-1 10-9 16,-2 6 1-16,-2 3-1 15,-9 6 0-15,0 4 1 16,-3-1 0-16,-17-3 5 15,-4-3 0-15,-6-6 4 16,-3-2 1-16,-3-5-1 16,0-4-9-16,4-1 11 0,2-6-11 15,7-3-1-15,6 0-5 16,10 0-55-16,7-9-94 16,15-4-365-16,7-8-450 0</inkml:trace>
  <inkml:trace contextRef="#ctx0" brushRef="#br0" timeOffset="67007.78">9354 11291 884 0,'0'0'306'0,"0"0"-174"0,0 0-74 0,0 0 36 16,0 0 58-16,0 0-50 16,0 0-56-16,-15-66-21 15,-2 66-24-15,-8 0 15 16,-8 2 4-16,-6 10 17 16,-3 6 16-16,-4 3 2 15,3 0-4-15,2 0-7 0,8 1-13 16,10-5-13-16,8 0-3 15,9-3-15-15,6 0 0 16,4-1-1-16,21-5 1 16,8 0 15-16,9-3-3 15,3 1-12-15,0-4 5 16,-3 9-5-16,-5-3-1 16,-7 3 1-16,-9 6-2 15,-7 0-8-15,-10 0-2 16,-4 3 12-16,-6 1 1 15,-12-3 0-15,-6-3 1 16,-2 0 9-16,-3-6 0 16,-4 0 5-16,-4-3-9 0,-3-1 14 15,-2-3-5 1,4 1-10-16,3 0 6 0,4-3-6 16,12 0-6-16,2 0 1 15,8 0-1-15,5 0-17 16,4 0-60-16,11 0-169 15,10-8-232-15,6 0-73 0</inkml:trace>
  <inkml:trace contextRef="#ctx0" brushRef="#br0" timeOffset="67275.55">9548 11534 907 0,'0'0'247'0,"0"0"-153"0,0 0-93 0,0 0 25 0,0 0 74 16,0 0 32-16,0 0-33 16,0 62-12-16,-2-38-34 15,-1 3-34-15,0-3-8 16,-1-4-10-16,4 0-1 15,0-6-123-15,0-8-275 16,6-5-326-16</inkml:trace>
  <inkml:trace contextRef="#ctx0" brushRef="#br0" timeOffset="67790">10450 11263 861 0,'0'0'247'0,"0"0"-147"15,0 0-50-15,0 0 76 16,0 0 63-16,0 0-58 15,0 0-39-15,-15-21-38 16,-8 21-15-16,-7 3 16 0,-3 9 36 16,-5 6-32-16,7 0-8 15,1 4-7-15,7-2-23 16,7 1-11-16,12-3-10 16,4-2 0-16,0 1-1 15,14-4-3-15,14 0 4 16,3-2 21-16,0-6-20 15,7 3 3-15,-8 1-4 16,-5 1-1-16,-8 1-5 16,-7 5-9-16,-10 1 2 15,0 3 13-15,-26 1 0 16,-9-2 14-16,-7-3-8 16,-4 1 2-16,0-2-1 0,5-1-5 15,2-3 8-15,11-3-10 16,6-1 1-16,10-4-1 15,9-3-33-15,3 0-105 16,15-3-184-16,8-12-246 16,3-1-346-16</inkml:trace>
  <inkml:trace contextRef="#ctx0" brushRef="#br0" timeOffset="68106.39">10496 11540 1045 0,'0'0'202'0,"0"0"-93"0,0 0 71 0,107-3 15 0,-75 3-50 15,-8 0-69-15,-3 1-29 16,-11 8-29-16,-10 1-17 16,0 4 9-16,-22 6 26 15,-11 2 11-15,-9 5-3 16,-6-6-3-16,5 5-21 15,5-5-3-15,11-4-8 16,11-7 4-16,9-4-13 16,7-3 0-16,11-3-10 15,21 0 10-15,13 0 13 16,8-6-13-16,8-7-72 16,-1 3-58-16,17-7-126 15,-17 3-375-15,-10-2-313 0</inkml:trace>
  <inkml:trace contextRef="#ctx0" brushRef="#br0" timeOffset="68574.56">11485 11209 614 0,'0'0'228'15,"0"0"-80"-15,0 0 48 0,0 0-12 16,0 0 26 0,0 0-59-16,0 0-66 0,-6-51-66 15,-20 51 35-15,-9 3-3 16,-5 15-1-16,1-2 19 16,3 8-9-16,4 2-11 15,10 1-27-15,5 0-13 16,16-5-9-16,1-1 1 15,10-3 0-15,17-4 7 16,8-1 2-16,3-7-1 16,4 4-9-16,-5-4-2 15,-4 5 1-15,-7-4-8 16,-7 5 2-16,-4 1 6 16,-11 1-11-16,-4 1 12 15,-7-1 3-15,-18 2-2 0,-5 0 9 16,-7 0-4-1,0-3 2-15,1-2-8 0,0-1-1 16,8-4 0-16,5 2 1 16,7-5 0-16,10-1-38 15,2-2-124-15,4 0-199 16,17-5-49-16,2-6-465 0</inkml:trace>
  <inkml:trace contextRef="#ctx0" brushRef="#br0" timeOffset="69055.67">11585 11487 821 0,'0'0'285'0,"0"0"-119"0,0 0-32 0,0 0 28 16,0 0-38-16,0 0-81 15,0 0-27-15,53-41-9 16,-36 39-7-16,4-4 1 15,-2 2 8-15,7 3 16 16,0 1 10-16,3 0-4 16,-1 0-9-16,0 0-2 15,-2 0 11-15,-7 3-2 16,-7 7-8-16,-12 1-20 16,0 5 13-16,-5-2 5 15,-17 2 15-15,-1-2-11 0,5-1-12 16,3-5-3-16,5-3-8 15,6 2 0-15,4-7 0 16,0 3-11-16,2 0 11 16,13 2 9-16,4 2-1 15,1 5-7-15,-2-1 7 16,-3 2-8-16,-7 3 0 16,-8-5 0-16,0 5 0 15,-16-2 13-15,-18-1 62 16,-8 0-36-16,-1-2-13 15,-2-4-5-15,8 2-3 16,5-6-18-16,9 5 0 16,10-8-33-16,13 0-139 15,8-11-304-15,10-5-520 0</inkml:trace>
  <inkml:trace contextRef="#ctx0" brushRef="#br0" timeOffset="69573.37">12532 11109 899 0,'0'0'205'0,"0"0"-73"0,0 0-38 0,0 0 25 0,0 0 42 0,0 0-59 16,0 0-61-16,0-65-16 16,-19 65-2-16,-7 0-1 15,1 5 13-15,1 7 11 16,-2 1-1-16,3 6-10 16,3 7-16-16,1 4-10 15,6 3 2-15,3 1-3 16,5 2-2-16,5-3-6 15,0-6 0-15,12-7 0 16,6-5 0-16,9-3 2 16,1-2 12-16,4 0-13 0,1-2 5 15,1 0 0-15,-4 3-6 16,-7 3 1-16,-8-1-1 16,-13 0-7-1,-2 7 7-15,-22-2 1 0,-10-2 10 16,-7 1-3-16,-3 0-8 15,-2-4 2-15,2 1 5 16,2-4-1-16,7 2-6 16,6-4-8-16,9-1-65 15,6-6-241-15,5-1-315 16,7 0-442-16</inkml:trace>
  <inkml:trace contextRef="#ctx0" brushRef="#br0" timeOffset="70089.07">12669 11417 872 0,'0'0'301'0,"0"0"-153"0,0 0-38 0,0 0-10 0,0 0-5 16,0 0 11-16,0 0-28 15,0 46-32-15,0-28-18 0,0-4-10 16,6-1-2-16,9-4 12 15,3-5 0-15,8-4-15 16,2 0-4-16,0 0-1 16,2-8-2-16,0-5-6 15,-5 0-22-15,-5-1 6 16,-5 4-12-16,-4-1 19 16,-7 5 8-16,-1 4-2 15,-3 2-20-15,0 0-13 16,-13 13 36-16,-7 9 53 15,0 5 7-15,0 4-7 16,3-1-8-16,4-3-3 0,6-1-28 16,6-4-5-16,1-4-9 15,0-4-15-15,0-4-99 16,8-7-85-16,-3-3-171 16,3 0-266-16</inkml:trace>
  <inkml:trace contextRef="#ctx0" brushRef="#br0" timeOffset="70573.55">13165 11438 499 0,'0'0'586'0,"0"0"-420"0,0 0-85 0,0 0 165 16,0 0-10-16,0 0-178 16,0 0-58-16,0-8-134 15,7 8-124-15,0 0-56 16,1 0-413-16</inkml:trace>
  <inkml:trace contextRef="#ctx0" brushRef="#br0" timeOffset="70707.59">13353 11436 58 0,'0'0'975'0,"0"0"-797"15,0 0-143-15,0 0 2 16,0 0-37-16,0 0-215 16,100-14-587-16</inkml:trace>
  <inkml:trace contextRef="#ctx0" brushRef="#br0" timeOffset="70838.28">13573 11407 940 0,'0'0'208'15,"0"0"-109"1,0 0 49-16,0 0-16 0,0 0-132 16,0 0-161-16,0 0-474 0</inkml:trace>
  <inkml:trace contextRef="#ctx0" brushRef="#br0" timeOffset="71670.67">14215 10923 750 0,'0'0'274'0,"0"0"-112"0,0 0-17 0,0 0 79 15,0 0 5-15,0 0-73 16,0 0-64-16,-38-9-64 15,11 25-12-15,-6 15 12 16,-9 4 15-16,0 13 22 16,-2 9-13-16,3 7-14 15,4-2 8-15,9-4-18 16,13-4-5-16,12-11-12 0,3-8 1 16,28-8 9-16,15-14 12 15,12-2-17 1,7-10 3-16,3-1-13 0,-6 0-6 15,-8-3-1-15,-12-6-45 16,-10-2-38-16,-16 3-35 16,-13-8-55-16,-3 3-300 15,-14 0-283-15</inkml:trace>
  <inkml:trace contextRef="#ctx0" brushRef="#br0" timeOffset="71922.67">13865 11326 719 0,'0'0'287'0,"0"0"-178"16,0 0 31-16,0 0 53 16,0 0-14-16,0 0-17 15,0 0-23-15,126 0-62 16,-61-3-33-16,7-2-25 15,0 2-18-15,-2 0 0 16,-9 3-1-16,-11 0-33 16,-8-3-233-16,-14 2-340 0,-13-2-178 15</inkml:trace>
  <inkml:trace contextRef="#ctx0" brushRef="#br0" timeOffset="72286.96">14710 10927 491 0,'0'0'193'15,"0"0"-44"-15,0 0 11 0,0 0 57 16,0 0-66 0,0 0-61-16,0 0 62 0,31 14 29 15,-24 19-42-15,2 11-43 16,-3 2 2-16,0 12-19 16,-6 3-36-16,0-2-22 15,0-5-8-15,0-8-11 16,0-6-1-16,-4-8-1 15,1-12-53-15,3-5-90 16,0-7-167-16,0-5-82 16,1-3-268-16</inkml:trace>
  <inkml:trace contextRef="#ctx0" brushRef="#br0" timeOffset="72586.89">15104 11098 842 0,'0'0'397'16,"0"0"-203"-16,0 0-127 15,0 0 72-15,0 0 67 16,0 0-125-16,0 0-21 16,-43-10-25-16,20 20 13 15,-6 3-10-15,7 5-13 16,-1 5 3-16,4 4 5 0,6 3-17 15,8 3-1-15,5-2-14 16,7-2 0-16,18-8 6 16,5-2-7-16,12-8 9 15,5-4-9-15,2-1-31 16,17-6-169-16,-15 0-281 16,-12-7-372-16</inkml:trace>
  <inkml:trace contextRef="#ctx0" brushRef="#br0" timeOffset="73321.06">15435 11087 687 0,'0'0'607'15,"0"0"-502"-15,0 0-73 16,0 0 9-16,0 0 88 15,0 0-5-15,0 0-20 16,9 99 1-16,-9-66-58 16,0 3-16-16,0-6-11 15,0-6-12-15,0-4-2 16,4-7-6-16,5-2 0 16,-2-4-11-16,-2-1-46 15,-2-6-70-15,-1 0-51 16,-2 0 47-16,0 0-96 15,0-14 67-15,0-3 118 16,0-6 32-16,0-4 10 16,0-6 1-16,-5-6 0 15,1-3-1-15,1-1 16 0,3-3 25 16,0 3 24-16,0 0 6 16,17 9-13-16,4 2-17 15,4 7-34-15,8 7 32 16,6 1-26-16,0 9-1 15,-1 4 9-15,-1 4 16 16,-5 0 21-16,-6 10 64 16,-6 6-6-16,-8 5-15 0,-10 4-15 15,-2 3-39 1,-12 2 50-16,-17-5-31 16,-6 2-11-16,-1-3-16 0,3-1-8 15,6-5-12-15,10-4-10 16,9-5-9-16,8-2-6 15,0-1-13-15,18 2 19 16,13-5 10-16,5 1-10 16,-1-1-5-16,0 5 5 15,-5 1 0-15,-8 1 0 16,-5 5 0-16,-11 6-1 16,-6-1 1-16,-2 4 22 15,-18-3-1-15,-6-3 19 16,-6 0 19-16,-3-2 12 15,3-6-2-15,2-3-29 16,0 0-15-16,1-1-19 0,6 2-6 16,-5-2-43-16,-18 1-153 15,8-2-441-15,1-5-881 0</inkml:trace>
  <inkml:trace contextRef="#ctx0" brushRef="#br0" timeOffset="75550.44">9583 11068 697 0,'0'0'204'0,"0"0"-105"0,0 0-15 15,0 0 45-15,0 0 36 16,0 0-23-16,0 0-41 15,-89-64 7-15,61 54-2 16,0 1-41-16,-3-1-17 16,1 3-10-16,-2 0-11 0,1 0 0 15,0 1-9-15,-3 5-9 16,4-1-8-16,-3 2-1 16,-3 0 1-16,1 0 0 15,-1 8 1-15,-5 3 5 16,3 2-7-16,-6 2 1 15,2 2 1-15,-1 5 5 16,0-4 2-16,1 4 0 16,-2 2-3-16,1 3-5 0,-2 0 7 15,5 3-7 1,2-3 0-16,0 1 0 0,4-1 8 16,3 2-8-16,7-2 11 15,0 3 1-15,3 0-1 16,4 2-1-16,5 3-11 15,5-1 9-15,4 2-3 16,3 0-6-16,0 0 6 16,3 1 2-16,5-3-7 15,4 4 11-15,4-2-12 16,0-2 2-16,3-1 5 16,2 0-6-16,1 0-1 15,3-1 1-15,0-3 5 0,3-1-6 16,2-2-7-1,4-5 6-15,5-1 1 0,1-7 0 16,-1-2 1-16,3 0 5 16,0-3 4-16,1-2-3 15,2 1-6-15,-1-7-1 16,-1 3-7-16,1-3 7 16,-2 0 5-16,-1-3-5 15,-2-4 0-15,-2-7 6 16,-4 3-6-16,0-3 1 15,-1-2 0-15,0 2 5 16,1-4-5-16,1-1-1 16,-2-5 2-16,1 0 4 15,-3-3-5-15,0 0 0 16,-3-6 9-16,0 0-3 0,-2 0 7 16,-3 2 21-16,0-2 7 15,-5 6 8-15,0-4-11 16,-3 4-1-16,-3 0-14 15,1 2-9-15,-2 1-3 16,0-3-3-16,0-1-3 16,0 3 1-16,-1 2-6 15,-3 3 0-15,1-1 0 16,0 2 10-16,-4 1-4 16,0-3-7-16,-3-2 0 15,0 2 2-15,0-1-1 16,0-5 7-16,0-3-7 0,0 1 0 15,0-2-2-15,-6-2-4 16,-4 1 5-16,-3 2 10 16,0-1-10-16,2 6 0 15,-3 2 0-15,3 3 1 16,-1 3 5-16,4 3-6 16,-1 3 0-16,4 3 9 15,2 0 0-15,-2 8 5 16,5-4 5-16,-2 1 3 15,2 3-5-15,-1-1-5 16,1-1 3-16,-2 1-3 16,1-1-2-16,-2-1-8 15,2 0-1-15,-2 1 9 16,-3-2-8-16,5 2-2 16,-2 0 5-16,0 2-5 0,-1 0-1 15,4 0 1 1,0-1 1-16,0 1-1 0,-2 0 1 15,2 0 0-15,0 0-1 16,-1 0 0-16,-1 0 0 16,-1 0 0-16,1 0 0 15,0 0 1-15,0 0 0 16,1 0-1-16,-2 0 0 16,3 0 0-16,0 0 0 15,0 0 0-15,0 0 0 16,0 0-1-16,0 0-1 15,0 0 2-15,0 0 0 16,0 0 0-16,0 0 0 0,0 0-1 16,0 0 1-16,0 0-1 15,0 0 1 1,0 0 0-16,0 0 1 0,0 0 1 16,0 0-1-16,0 0-1 15,0 0-5-15,0 0 4 16,0 0 0-16,0 0-17 15,0 0-30-15,0 0-46 16,0 3-41-16,0 11-64 16,-2 2-116-16,-2 0-379 15,1-5-305-15</inkml:trace>
  <inkml:trace contextRef="#ctx0" brushRef="#br0" timeOffset="77751.14">10656 11222 449 0,'0'0'259'0,"0"0"-134"0,0 0-27 0,0 0 30 0,0 0 5 0,0 0-38 16,0 0-32-16,-21-27-17 16,17 21-26-16,-1 0-8 15,-2-3-11-15,-1 0 6 16,-3-4 5-16,-3 5-2 16,-1-1-9-16,-1-4 21 15,2 6 17-15,-2-3-2 16,5 6 8-16,-1-4 0 15,0 7 8-15,1-6-13 16,-1 3-15-16,-5-3 4 16,1 7-2-16,-4-3-13 15,-4 3-6-15,4 0-7 0,-1 0 0 16,-1 0 11-16,-3 0-12 16,5 0 1-16,0 0 11 15,0 0-2-15,2 0 8 16,2 0-5-16,-1 0-3 15,2 0 6-15,-2 0-5 16,1 3-4-16,-1 2-1 16,-2 1-5-16,2 1-1 15,-2 2 0-15,0-1 0 16,2 5 1-16,-2-4 5 16,-3 9-6-16,5 0 6 15,-3 4 9-15,4 1-5 16,-3 4 3-16,4 0 6 0,0 0-7 15,2 3-2 1,0 3 0-16,-3 1 5 0,3-4-8 16,1 1-5-16,1 0-1 15,2 0 7-15,-1-1-7 16,5-2 0-16,2 2-1 16,-1 0 1-16,4-1-1 15,0-2 2-15,0 3-1 16,4 2 0-16,3 1 0 15,-1-3-1-15,3 0 1 16,1-3-2-16,2-2 1 16,-1-1 0-16,3-7 0 15,-1 0-8-15,2-3 7 16,0-1 1-16,2-2 0 0,-1-3 6 16,1 3-5-1,-2-3 7-15,2 2-7 0,-1 2 0 16,0-2 0-16,0 4-1 15,1-5 0-15,-2 1 1 16,5 1-1-16,-3-5-3 16,1-2 3-16,2 3 0 15,2-7 0-15,1 3 7 16,4-2-3-16,0-1-3 16,1 0 12-16,-3 0-1 15,-2-4-6-15,3 0 1 16,-4-3-5-16,-1 4-2 15,1-3 2-15,0-5-1 16,1 5 0-16,-1-1-1 0,2-4 6 16,-2 0-5-16,-2 0 4 15,-1 0-4-15,-4-2-1 16,-1-3 7-16,-4-1-1 16,0 0-4-16,0-3 10 15,-4 2 13-15,4-1-3 16,-1-4 0-16,2 5-7 15,1-6 4-15,3 2-4 16,2-4-9-16,0 1 3 16,-1 2-2-16,1-4-5 15,-2 3-1-15,-4 2 6 16,0-1-6-16,-3 1 1 0,-3 0 7 16,-4 4 3-1,3 2 10-15,-2-4 2 0,-1 0-7 16,-1 1-1-16,0-2 0 15,2 2 5-15,-2-3-9 16,0 3-11-16,0-2 14 16,0 2-7-16,0 1-8 15,0-1 1-15,0-1 5 16,0 2-5-16,0-1 7 16,0 1-8-16,-3 0 7 15,1 0 6-15,-3 1-4 16,0 4-8-16,3-1 19 15,-1 4-10-15,0 1 5 16,-1 3-8-16,1 1 2 16,-1-1-7-16,0 5-1 0,2-5 0 15,-3 6-1 1,-2-3 6-16,-1 3-5 0,-2 0-1 16,-2-3 1-16,1 3 0 15,-2-2 0-15,2 2 0 16,5 0 0-16,-1 0 5 15,2 0-6-15,1 0-1 16,1 0 1-16,1 0-1 16,2 0 1-16,0 0-1 15,0 0-1-15,0 0 1 16,0 0-7-16,0 0-5 16,0 5 1-16,7 5-21 0,7 2-56 15,2 2-58 1,4 2-82-16,17 5-250 0,-5-4-67 15,-3-4-253-15</inkml:trace>
  <inkml:trace contextRef="#ctx0" brushRef="#br0" timeOffset="79264.55">11666 11098 702 0,'0'0'198'0,"0"0"-48"0,0 0 3 0,0 0 4 0,0 0-24 0,0 0-51 15,0 0 4-15,-6-76-21 16,3 63-38-16,-6 0-10 16,1 0 39-16,-2 4 1 15,-3-3-27-15,-4 3 17 16,-1 0-14-16,-1 3-19 16,-4-2 11-16,3 5-12 15,-2-1 2-15,-1 4-5 16,-2 0 5-16,-1 0-15 15,-1 0 6-15,-4 0-5 0,1 4-1 16,0 3 0 0,1 0 0-16,0 0 2 0,-2 3-2 15,-2 0 9-15,3 0 1 16,0 6 6-16,2-1 1 16,-2 2-8-16,6 1 4 15,2 2-6-15,2-2-6 16,5 5 0-16,0-3-1 15,2 7 1-15,1 0-1 16,2 3 1-16,2 3-1 16,-1 0 0-16,1 4 0 15,2-4 2-15,-1 2-1 16,0-1 6-16,2-2-6 16,2 1-1-16,1-1 0 15,2-2-1-15,0-3 1 16,0-1 0-16,5-7-1 15,7 5-1-15,2-6 2 0,0 1 2 16,3 5 4-16,-2-5 0 16,3 2-6-16,0 0 1 15,1 2 0-15,-1-4 0 16,4-2 0-16,-1 1 9 16,2-2-9-16,2 1 7 15,-1-4-1-15,2-1 5 16,-1-1-3-16,-2-7-8 15,2 2 8-15,-1-3-1 16,-1-3-2-16,0 0 3 16,-1 3-7-16,-2-3 0 15,0 0 4-15,1 0-5 16,2 0 0-16,0 0 8 0,3-3-9 16,2-6 10-16,2 2-9 15,-1-7 6-15,1 2 8 16,1-3-6-16,-1 2 13 15,2-4-3-15,3-2-1 16,-2-4 4-16,3 2-4 16,-3 0-3-16,-4-1 6 15,-1 1 1-15,-4-2 6 16,-4-1 3-16,4 4-7 16,-3-4-9-16,0 2 3 15,-1-2 0-15,-3-2 4 16,-1 2 7-16,0-3-6 15,-5-3-5-15,1 0-10 0,-2 0 2 16,-2-4-4 0,-3 3 8-16,0-1-7 0,0 1 0 15,-2 1 17-15,0 0-16 16,0 1-2-16,1 4 4 16,-2 2-2-16,2 0 2 15,-3 4-8-15,-1 0-1 16,0-3 6-16,0 1-6 15,-5-3 0-15,-5 2-1 16,-3 2 1-16,-1 0 5 0,1 5-5 16,-1-4-1-1,-2 8 0-15,-3 0 0 0,-1 1-1 16,-1 1 0-16,-4 2 1 16,0 4 0-16,-1 0 0 15,3 0 0-15,1 0 0 16,8 0 0-16,0-1 0 15,6 4 1-15,4 0-1 16,1 0 6-16,3 0-6 16,0 0-1-16,0 0-5 15,0 0-2-15,0 0 7 16,0 0-5-16,0 0 4 16,0 0-4-16,0 0-4 15,0 7-5-15,3 5-33 16,4 6-80-16,3 1-103 15,10 8-4-15,-2-3-243 16,-1-6-170-16</inkml:trace>
  <inkml:trace contextRef="#ctx0" brushRef="#br0" timeOffset="80380.31">12820 10920 325 0,'0'0'316'0,"0"0"-176"15,0 0-10-15,0 0 55 0,0 0 6 16,0 0-47-16,0 0-53 16,0-45-19-16,-6 40 2 15,-3-2 16-15,2 2-3 16,-1 1-5-16,0-1-16 15,-6 0-21-15,1 5-17 0,-8 0-17 16,-5 0-9-16,-3 0 4 16,-4 0-6-16,-2 5 0 15,0 3-1-15,4-5-13 16,0 3-1-16,1-1 6 16,5 2 0-16,-2 2 2 15,1-3-12-15,-4 6 19 16,-1 0 0-16,4 1-1 15,-1-2 1-15,1 2 0 16,1 2-1-16,1 4 1 16,-1 0 0-16,3 5 0 15,1 2-1-15,2 5 0 16,2 6 0-16,0 8 1 0,1 0 0 16,2 1 0-1,-2-2 0-15,1 0 1 0,0-3-1 16,3-4 2-16,0 1-1 15,8 0-1-15,0-1 1 16,5 0 0-16,0 2 8 16,0 0 11-16,8 4-8 15,7-7-2-15,2 1-8 16,-1-7 4-16,6 3-6 16,1-6 0-16,3-3 0 15,3-1 10-15,3-5-10 16,7-2 0-16,3-3 11 15,6-2 5-15,5-5 15 16,3 1 8-16,-3-4-5 16,-3-2-9-16,-5 2-18 15,-4-3 5-15,-7 0-11 0,-3 0 5 16,-3 0-6-16,0-6 1 16,4-5 0-16,0-3 9 15,5-6-9-15,6 0-1 16,4-7 6-16,6-3-6 15,-1-3 1-15,3-4 0 16,-6-2 15-16,-11-2 11 16,-2 1 22-16,-11 0 7 15,-5 3 7-15,-7 2-13 16,-1 2 14-16,-5 3-15 16,0 0-9-16,-1 1-4 0,-5 2-6 15,-1 2-19 1,0 2-1-16,0-3 2 0,-7 5-3 15,1 0 7-15,-2 3 10 16,-2 2-4-16,-4 2-10 16,4 5-10-16,-3 2-1 15,-2 5 0-15,0 2-1 16,0 0-1-16,-2 0-7 16,-1 11 8-16,-6 5-20 15,3 1-65-15,-10 2-91 16,-25 8-72-16,4-3-105 15,-2-10-609-15</inkml:trace>
  <inkml:trace contextRef="#ctx0" brushRef="#br0" timeOffset="81363.75">2388 11691 681 0,'0'0'307'0,"0"0"-104"0,0 0 11 0,0 0 23 16,0 0-38-1,0 0-44-15,0 0-16 0,-2-41-85 16,2 44-54-16,-3 15 0 15,1 9 32-15,-3 10 6 16,-4 13-14-16,-1 4-6 16,-3 3-8-16,-5 3-1 15,-3-4-7-15,-3-5 9 16,3-4-11-16,1-13 0 16,7-6-30-16,5-6-131 15,8-14-139-15,0-3-214 16,7-5-139-16</inkml:trace>
  <inkml:trace contextRef="#ctx0" brushRef="#br0" timeOffset="82262.42">2536 11945 1318 0,'0'0'260'16,"0"0"-161"-16,0 0-27 15,0 0 42-15,0 0-26 16,0 0-72-16,0 0-16 16,-7-27-15-16,-1 27 15 15,-7 7 11-15,-1 7-5 0,-1 0 7 16,-3 5 2-16,3-1-3 16,5 1 0-16,4-1-3 15,8-1-7-15,0-4 4 16,2-4-6-16,14-2 0 15,6-4 6-15,6-3 1 16,4 0 8-16,3-13 0 16,2-6-15-16,-2 2-9 15,-3-7-7-15,-2 3 1 16,-5-2-6-16,-5-1 21 16,-10 1-13-16,-5 2-6 15,-5-1-3-15,-3 8 6 16,-14-2 1-16,-3 5 0 0,-4 4 15 15,-4 5 3 1,1 2-2-16,-3 2-1 0,1 13 0 16,-2-2 0-16,8 7-1 15,6-1 0-15,9-2-14 16,8-1-1-16,0-5-9 16,21-4-10-16,11-7 20 15,10 0-15-15,5 0-43 16,1-10-28-16,3-4-17 15,-3-2 34-15,-1 2 55 16,-8-2 28-16,-8 8 1 16,-6-1 1-16,-10 5 14 15,-8 4 38-15,-4 0 36 16,-3 0-13-16,0 10 7 16,0 7 57-16,-3 10-33 0,-4 3-49 15,-2 7-26 1,-1 3-5-16,0 0 5 0,-3 1-17 15,0-2-9-15,-4-7 1 16,2-7-6-16,-2-4 11 16,2-10-11-16,2-6 0 15,3-5 1-15,3-3-2 16,6-15-23-16,1-7-3 16,0-2 25-16,3-6 1 15,15 2 0-15,4 0 0 16,3-2-6-16,4 7 6 15,4 2-1-15,0 7 0 0,4 1 1 16,-3 6 0 0,-2 2 0-16,-8 8 1 0,0 0-1 15,-9 0 9-15,-3 0 4 16,-8 11 2-16,-4-1 25 16,0 7-9-16,0-4-9 15,-4 5-10-15,-8-5-11 16,-5-2-1-16,-6 0-110 15,1-8-246-15,3-3-522 0</inkml:trace>
  <inkml:trace contextRef="#ctx0" brushRef="#br0" timeOffset="82697.25">3141 11765 1222 0,'0'0'375'0,"0"0"-219"0,0 0-20 0,0 0-12 0,0 0-61 16,0 0-51-16,0 0-11 15,40 20 7-15,-25-7-8 16,2 1-50-16,0-7-60 16,5 5-64-16,-3-6-65 15,1-1-44-15,2-2-22 16,0-3 113-16,-2 0 91 15,2-6 80-15,-5-2 21 0,1-5 52 16,-3 1 97-16,-2 1 87 16,-4 1 55-16,-1-1-43 15,-5 1-32-15,0 4-8 16,-3 3-45-16,0 3-26 16,0 0-46-16,-10 6-44 15,-9 15-20-15,-7 9 10 16,0 6 2-16,-1-2-15 15,7 2-17-15,7-6-6 16,8-6 0-16,5 0-1 16,0-8-18-16,18-6-74 15,17-7-30-15,32-3-77 16,-9-5-287-16,-3-9-387 0</inkml:trace>
  <inkml:trace contextRef="#ctx0" brushRef="#br0" timeOffset="83161.25">3901 11755 464 0,'0'0'339'0,"0"0"-100"0,0 0-6 0,0 0-27 15,0 0 0-15,0 0-57 16,0 0-40-16,121-70-23 16,-73 53-4-16,9-4-17 15,2 0-9-15,-4 2 5 16,-5 3-24-16,-12 2-21 16,-11 4-16-16,-7 4 1 15,-12 2-2-15,-2 3-7 16,-6 1-32-16,0 0-47 0,0 0-108 15,-3 11 0 1,-24 8-85-16,1 2-261 0,-2-3-209 0</inkml:trace>
  <inkml:trace contextRef="#ctx0" brushRef="#br0" timeOffset="83444.67">3958 11963 1055 0,'0'0'188'16,"0"0"-27"-16,0 0 39 16,0 0-29-16,101 20-28 15,-80 7-26-15,3 7-42 16,-1 4-11-16,0 6-19 15,-1-3-25-15,2-1-7 16,-2-3-7-16,-4-10-6 16,0-7 0-16,-6-3-10 15,-5-8-94-15,-4-9-141 16,-3 0-279-16,0-9-442 0</inkml:trace>
  <inkml:trace contextRef="#ctx0" brushRef="#br0" timeOffset="83877.5">4553 11387 796 0,'0'0'312'0,"0"0"-176"0,0 0-31 0,0 0 76 0,0 0-38 16,0 0-38-16,90-18-26 15,-53 18 0-15,5-3-26 16,3-3-13-16,0 2-7 16,-6 0-1-16,-11-1-19 15,-11 3-13-15,-12 2-30 16,-5 0-155-16,-32 4-41 15,-3 7-274-15,-1-2-188 0</inkml:trace>
  <inkml:trace contextRef="#ctx0" brushRef="#br0" timeOffset="84112.39">4688 11420 795 0,'0'0'138'15,"0"0"110"-15,0 0 33 16,0 0-22-16,0 0-84 15,6 101-72-15,-6-69-34 16,0-2-10-16,0 0-33 16,-3-1-8-16,-3-3-17 15,3-7 0-15,-2-5-1 0,2 0-51 16,-2-4-60-16,-1-3-99 16,-4-4-125-16,4 3-65 15,-2-6-210-15</inkml:trace>
  <inkml:trace contextRef="#ctx0" brushRef="#br0" timeOffset="84894.64">4787 11523 644 0,'0'0'267'0,"0"0"-148"15,0 0 62-15,0 0 53 16,0 0-93-16,0 0-85 16,0 0 2-16,34-6 46 15,-30 19-5-15,-2 0-18 16,5 5-21-16,-4 1-15 16,2 0-14-16,0 2-6 15,1-4-10-15,-3-4-8 16,-3-2-6-16,0-1 0 15,0 0 13-15,-12-4-14 16,-1-2-5-16,-3 0-44 16,3-1-1-16,3-3 11 15,0 0 17-15,10-7 6 16,0-3-38-16,0-3-17 16,16-8 32-16,3 2 4 0,6 1 7 15,0-1 9-15,-1 5 16 16,-1 4 3-16,-3 0 0 15,-3 4 0-15,-4 5 0 16,-3 1 7-16,-4 0 6 16,-5 0 4-16,2 0 32 15,2 3 41-15,-3 8-29 16,0-4-20-16,1 3-13 16,0 0 0-16,2-2-8 15,2 3-6-15,0-5 8 16,1 1-8-16,1-2-5 15,1-2 0-15,1-3-8 16,3 0 14-16,3 0-8 0,0 0-1 16,4 0 2-1,2-8-7-15,0-3-1 0,1-3 2 16,-2-3-1-16,-6 3 7 16,0-3-6-16,-9 1 7 15,-3 2-9-15,-2 4 2 16,-2 0-2-16,0 5 0 15,0 3 0-15,-6 2 1 16,-4 0 5-16,-4 2 4 16,-1 13 6-16,-2 2 9 15,4 3-7-15,1 1 4 16,5-1-11-16,7-4-11 16,0 0-1-16,5-6-9 15,15-3 10-15,5-2 0 0,3-2-65 16,1-3-83-16,-2 2-70 15,-7-2-127-15,-10 0-227 0</inkml:trace>
  <inkml:trace contextRef="#ctx0" brushRef="#br0" timeOffset="85892.78">4540 12247 553 0,'0'0'332'0,"0"0"-144"0,0 0-24 0,0 0 8 15,0 0 56-15,0 0-42 16,0 0-53-16,32-59-28 0,-29 59-16 16,-1 0-57-1,-2 19-13-15,0 11 31 16,0 14 4-16,-10 9-17 0,-4 4-21 16,-1-3-4-1,3-8-12-15,1-5 0 0,6-11 0 16,0-10-19-16,0-6-79 15,3-9-117-15,2-5-155 16,-1 0-203-16</inkml:trace>
  <inkml:trace contextRef="#ctx0" brushRef="#br0" timeOffset="86160.12">4425 12260 1045 0,'0'0'236'16,"0"0"-173"-16,0 0-3 15,0 0 89-15,0 0 73 16,85-47-71-16,-47 36-40 16,5 0-17-16,5 0-47 15,-2 1-23-15,-2 4-8 16,-10 1-10-16,-5 5-6 15,-12 0-14-15,-7 0-87 16,-7 8-114-16,-3 14-89 16,-5-1-85-16,-8-2-164 0</inkml:trace>
  <inkml:trace contextRef="#ctx0" brushRef="#br0" timeOffset="86610.65">4798 12365 629 0,'0'0'159'0,"0"0"-119"0,0 0 25 15,100-45 26-15,-72 32 12 16,-5 1-22-16,-6 1-10 16,-3 4-9-16,-7 1-8 15,-1-1 24-15,-5 3 62 16,-1 1 29-16,0 3-45 15,-3 0-35-15,-8 0-21 0,-5 0-27 16,-2 0-16-16,-2 7 3 16,-4 3 0-16,1 3-9 15,0 1-1-15,1-1 1 16,7 1-4-16,4-7-1 16,7-1-14-16,4 0 0 15,0-6-7-15,8 0 7 16,12 0 15-16,5-3 4 15,2-7-13-15,0-4-5 16,-4 2 0-16,-6 5 0 16,-4-3-1-16,-4 9-1 15,-5 1-9-15,-1 0-5 16,-3 1-6-16,0 12 7 16,1 0 14-16,2-2-1 15,9-2-88-15,5-8-117 0,-1-1-279 16,0 0-326-16</inkml:trace>
  <inkml:trace contextRef="#ctx0" brushRef="#br0" timeOffset="86893.92">5225 12000 1031 0,'0'0'224'0,"0"0"-97"0,0 0 44 0,0 0 72 0,0 0-92 16,0 0-82-16,0 0-24 16,69-14 35-16,-69 42-9 15,-10 7-36 1,-6 2-5-16,3 3 4 0,1 4-15 16,1-4-7-16,2-3-11 15,3-3-1-15,0-8-48 16,5-5-178-16,1-12-157 15,5-5-190-15,9-4-337 0</inkml:trace>
  <inkml:trace contextRef="#ctx0" brushRef="#br0" timeOffset="87458.8">5414 12129 1001 0,'0'0'238'15,"0"0"-102"-15,0 0 25 16,0 0 81-16,0 0-68 15,0 0-89-15,0 0-53 16,1-53-13-16,-11 61 12 16,0 7-7-16,2 2 4 15,0 4 0-15,4-5-8 16,4 3-3-16,0-2-10 16,0 1 0-16,2-2-5 15,5-2 7-15,-4-4-2 16,2 0-1-16,-5-6-6 15,0 6 1-15,-7 0 6 16,-11-4-6-16,-3 5 7 16,-3-5-8-16,2-2-9 15,4-1-14-15,6 0-22 0,5-3 9 16,7 0 1-16,4 0-74 16,16-10-32-16,5-4 76 15,5-2 28-15,5-1-7 16,-1 0 11-16,-3 0 25 15,-3 1 8-15,-2 0 1 16,-6 2 6-16,-4 4 40 16,-4-1 27-16,-3 5 20 15,-5 2-12-15,0-2-7 16,-4 6-2-16,0 0-14 16,0 0-11-16,0 0-23 15,0 0-9-15,-1 0 3 0,-10 7 24 16,0 13-1-16,1-4 16 15,0 8-18-15,4-2-12 16,5-4-3-16,1 2-13 16,7-6-10-16,17-8-1 15,10-3-1-15,6-3-14 16,4 0-125-16,7-16-99 16,-10-1-370-16,-10 4-769 0</inkml:trace>
  <inkml:trace contextRef="#ctx0" brushRef="#br0" timeOffset="89739.07">9035 12130 550 0,'0'0'157'0,"0"0"-92"0,0 0 17 0,0 0-31 15,0 0 89-15,0 0 6 16,10-24-39-16,-10 24-30 0,0 0 7 15,0 0-17-15,0 0-4 16,0 0 20-16,0 0 12 16,0 0-12-16,0 0-32 15,0 0-29-15,0 0-13 16,0 0-9-16,-3 7 15 16,-11 9 7-16,-6 8-8 15,-5 6 0-15,-5 10-3 16,-5 4 1-16,-5 3 4 15,-5 3-2-15,2-7 3 16,-5-2 5-16,3-5 1 16,2-5-1-16,0-4-2 15,2-3-3-15,5-2-8 16,6-4 3-16,5-2-11 16,6-2 8-16,8-8-9 15,4 1 0-15,5-4 1 0,2-3 5 16,0 0-4-16,0 0 8 15,0 0-9 1,0 0 14-16,0 0 7 0,0 0-4 16,0 0-5-16,0 0-3 15,0 0 1-15,0 0-10 16,0 0 12-16,0 0-4 16,0 0-9-16,0 0 0 15,0 0 0-15,0-5 0 16,3 0 1-16,-3 2-1 15,6 0 2-15,-5-2-2 16,1 2 1-16,1 0-1 16,-3 0 0-16,5-2 0 15,-3 0 1-15,1 2-1 0,1 0 0 16,-3-2 0-16,2 2-9 16,0 3-7-16,4 0-53 15,2 0-125-15,0 0-149 16,-3 0-375-16</inkml:trace>
  <inkml:trace contextRef="#ctx0" brushRef="#br0" timeOffset="90438.84">7966 12847 573 0,'0'0'195'0,"0"0"-136"0,0 0 20 0,0 0 106 0,0 0-20 0,0 0-30 16,0 0-20-16,-21 0-45 16,25-7 0-16,11 3-37 15,3-3 4-15,8 1 3 16,5-1 0-16,6 0 1 16,9 0 0-16,6-3 6 15,7-4 10-15,1 3-9 16,-7 3-25-16,-5 2-21 15,-17 1-2-15,-9 5-6 16,-16 0-33-16,-6 0-167 16,-20 14 22-16,-9-1-36 0,-5 4-345 15</inkml:trace>
  <inkml:trace contextRef="#ctx0" brushRef="#br0" timeOffset="90671.44">8249 12853 869 0,'0'0'228'15,"0"0"-153"-15,0 0-24 16,0 0 6-16,0 0 125 16,0 0-62-16,-20 97-45 15,9-56-8-15,-1 5-21 16,2-2-19-16,2-1-18 0,-2-1 0 15,3-10-3-15,0-5-6 16,1-4-18-16,-4-6-131 16,1-7-188-16,2-4-287 0</inkml:trace>
  <inkml:trace contextRef="#ctx0" brushRef="#br0" timeOffset="91287.88">8380 12977 1136 0,'0'0'304'0,"0"0"-212"0,0 0-46 16,0 0 27 0,0 0 29-16,0 0-79 0,0 0-12 15,-4-10 2 1,11 13 7-16,2 7-4 0,-6 1 0 15,2 2 6-15,-5 4 31 16,0-1-15-16,0 4-22 16,0 1-8-16,-8-5-2 15,-2-2-5-15,0-1 9 16,3-6-10-16,2-4-8 16,3-3-3-16,2 0-8 15,0-10-92-15,17-11-38 16,3-1 95-16,3 1 33 0,2 1 14 15,-1 7 0 1,-1-1 7-16,-2 8 1 0,-7 2 7 16,-1 4 15-16,-6 0 2 15,0 0 7-15,-5 10 22 16,-2 1 1-16,0-1-6 16,0-4-10-16,0 0-18 15,0-1-15-15,0-5-6 16,5 0 0-16,5 0 17 15,4-11-3-15,5-5-1 16,0-1-11-16,-1 4-2 16,-5-1 0-16,-2 1 0 15,-5 7 0-15,-2 1 2 16,-3 2-2-16,-1 3 0 0,0 0-7 16,0 3 7-16,0 11 23 15,0 2-2-15,0 1-6 16,0 1-7-16,0-5-8 15,15-1 0-15,8-4-8 16,23-8-62-16,-4 0-207 16,-4 0-562-16</inkml:trace>
  <inkml:trace contextRef="#ctx0" brushRef="#br0" timeOffset="91587.78">9134 12377 793 0,'0'0'245'0,"0"0"-90"0,0 0-26 0,0 0 51 16,0 0 22-16,0 0-66 15,0 0-39-15,71-3-21 16,-57 36 22-16,4 8-40 16,1 5-29-16,-1 2-15 15,2-5-7-15,-2 0-7 16,-2 1 0-16,-10-3-77 16,-6 8-222-16,-6-12-225 15,-10-7-192-15</inkml:trace>
  <inkml:trace contextRef="#ctx0" brushRef="#br0" timeOffset="91839.45">9302 12944 1128 0,'0'0'224'0,"0"0"-183"16,0 0-17-16,0 0 100 15,-18 80 33-15,11-37-46 16,0 5-29-16,3 3-29 16,-1-5-31-16,0-3-13 0,-2-3-1 15,3-11-7-15,1-5-1 16,-2-10-75-16,0-11-159 16,-2-3-318-16,1-6-255 0</inkml:trace>
  <inkml:trace contextRef="#ctx0" brushRef="#br0" timeOffset="92090.51">9229 12914 426 0,'0'0'876'15,"0"0"-738"-15,0 0-92 16,0 0 21-16,85-61 119 15,-55 51-63-15,3 6-48 16,1-2-50-16,-4 2-12 16,-6 4-13-16,-8 0 0 15,-9 0-56-15,-7 14-84 16,0 3-35-16,-30 13-116 16,0 0-226-16,-1-6-22 0</inkml:trace>
  <inkml:trace contextRef="#ctx0" brushRef="#br0" timeOffset="92920.06">9235 13097 431 0,'0'0'281'0,"0"0"-221"0,0 0-4 15,0 0-1-15,110-19-16 16,-64 8-29-16,4-2-10 16,0 2-26-16,1-1-10 15,-2 2 16-15,-3 2-48 16,-5-1 55-16,-7 2 13 15,-11 1 33-15,-6-2 32 16,-10 2 58-16,-7-1 119 16,0 1-44-16,-2 3-48 15,-13-2-19-15,-3 2-23 16,-1 3-46-16,-4 0-15 16,-3 0-17-16,7 14 3 0,-3-1-7 15,7 1-3 1,3-1-11-16,4 1 0 0,3-1-12 15,5-2 0 1,0-2-2-16,0-6-11 0,12-3 13 16,6 0 18-16,7-12-7 15,5-2-11-15,4-7-43 16,0-1-20-16,1-2-16 16,-3-3 15-16,-5 0 2 15,-5 0 20-15,-9-3 13 16,-8 6 18-16,0 4 6 15,-5 0 5-15,0 9 11 16,0 3 30-16,0 8 41 16,0 0-70-16,0 2 2 0,0 18 5 15,0 4 43-15,0 13-27 16,0 0-16-16,-5-1-7 16,0 2-3-16,-2-2-1 15,-1-9-7-15,-2-6 0 16,6-5-1-16,1-10-39 15,2-6-24-15,1 0 42 16,0-3-29-16,0-13-33 16,4 2 55-16,3 1 20 15,2 2 8-15,-1 2 1 16,0 5 6-16,-1 1-6 16,0 3 11-16,5 0 10 15,-1 0 12-15,6 0-10 0,3 0 0 16,8 0 5-16,4-3 9 15,3-5-16-15,2-1-15 16,-2-1 0-16,-5-1-6 16,-5-1-1-16,-6 2 1 15,-13-1 0-15,-6 2 5 16,0 5-4-16,-15 4 17 16,-3 0 6-16,-6 0-2 15,3 7-4-15,1 10 0 16,5 2 7-16,5 2 5 15,8-1-12-15,2-4-11 16,5 1-8-16,17-7 0 16,26-10-40-16,-6 0-183 15,-1-7-497-15</inkml:trace>
  <inkml:trace contextRef="#ctx0" brushRef="#br0" timeOffset="93320.12">10716 12247 863 0,'0'0'270'0,"0"0"-143"0,0 0-24 0,0 0 35 0,0 0 70 16,0 0-72-16,0 0-99 16,-25 0 4-16,2 43 65 15,-3 11-23-15,-2 9-24 16,0 2-6-16,4-2 3 15,6-2-22-15,3-12-21 16,4-1-11-16,-1-9 3 16,2-6-5-16,1-6-44 15,2-9-79-15,1-5-136 0,1-7-238 16,2-2-39-16</inkml:trace>
  <inkml:trace contextRef="#ctx0" brushRef="#br0" timeOffset="93604.63">10668 12445 1228 0,'0'0'286'0,"0"0"-206"16,85-11-7-16,-44 11 80 15,1 8-41-15,-2 14-58 16,-1 8 6-16,-4 5-22 0,-3 2-25 16,-2-2-3-1,-2 0-4-15,-2-5 0 0,-2-3 2 16,1-4-6-16,1-7-2 16,0 0 0-16,9-8-91 15,-1-2-194-15,-8-6-441 0</inkml:trace>
  <inkml:trace contextRef="#ctx0" brushRef="#br0" timeOffset="93903.5">11683 12274 1107 0,'0'0'252'0,"0"0"-130"16,0 0-56-16,0 0 8 16,0 0 3-16,0 0 112 15,0 0-62-15,-36 123-29 16,7-69-21-16,-3 3-27 16,-2-3-22-16,3-4-7 15,1-7-14-15,7-5-6 16,1-5-1-16,6-11-12 15,4-5-87-15,10-12-81 0,2-3-223 16,0-2-116-16</inkml:trace>
  <inkml:trace contextRef="#ctx0" brushRef="#br0" timeOffset="94155.47">11717 12341 1043 0,'0'0'212'0,"0"0"-154"15,0 0-18-15,0 0 76 16,100 60-20-16,-68-30 26 16,5 0-43-16,3 0-18 15,5-6-24-15,4-7-17 0,4-1-8 16,-2-6-2-16,1-2-10 15,15-2-84-15,-15-6-227 16,-9 0-371-16</inkml:trace>
  <inkml:trace contextRef="#ctx0" brushRef="#br0" timeOffset="94418.87">12773 12344 1126 0,'0'0'317'0,"0"0"-176"16,0 0-92-16,0 0-19 0,0 0 35 15,0 0 4-15,0 0 54 16,-35 74-38-16,1-31-30 16,-7 1-24-16,1-1-13 15,-2-3-9-15,6-6 0 16,1-7-7-16,9-4-2 15,8-5-29-15,4-6-157 16,9-5-154-16,5-7-181 16,0 0-93-16</inkml:trace>
  <inkml:trace contextRef="#ctx0" brushRef="#br0" timeOffset="94685.36">12783 12388 1061 0,'0'0'265'15,"0"0"-111"-15,0 0-64 16,0 0 26-16,92 0 1 16,-74 19-17-16,-1 2-24 15,-2 5-32-15,-2-2-21 16,-1 0-5-16,5-2-9 15,-4-4-2-15,7-5 2 16,2 1-2-16,8-7-7 16,5-1-11-16,10-3-104 0,-6 0-179 15,-7-3-495-15</inkml:trace>
  <inkml:trace contextRef="#ctx0" brushRef="#br0" timeOffset="94837.84">13336 12696 742 0,'0'0'373'16,"0"0"-213"-16,0 0-34 15,0 0 1-15,0 0-85 16,0 0-36-16,0 0-6 16,22 3-331-16,-22 0-553 0</inkml:trace>
  <inkml:trace contextRef="#ctx0" brushRef="#br0" timeOffset="95539.03">11829 13172 1309 0,'0'0'245'0,"0"0"-75"0,0 0-139 0,0 0-31 15,0 0-10-15,0 0 4 16,119-51-86-16,-64 58-120 16,1-4-288-16</inkml:trace>
  <inkml:trace contextRef="#ctx0" brushRef="#br0" timeOffset="95750.8">13777 12890 1363 0,'0'0'340'0,"0"0"-201"15,0 0-88-15,0 0-18 16,0 0 0-16,0 0-12 16,0 0 10-16,13-47-31 15,-13 47 0-15,7 0-96 16,37 0-114-16,-7 0-302 15,3 0-277-15</inkml:trace>
  <inkml:trace contextRef="#ctx0" brushRef="#br0" timeOffset="95934.64">14549 12792 1205 0,'0'0'261'0,"0"0"-108"15,0 0-28-15,0 0-40 16,0 0 18-16,0 0-95 16,0 0-8-16,71-20-104 15,-31 20-224-15,-2-2-509 0</inkml:trace>
  <inkml:trace contextRef="#ctx0" brushRef="#br0" timeOffset="96100.59">15369 12756 1506 0,'0'0'257'0,"0"0"-165"16,0 0-64-16,0 0-28 16,0 0-104-16,0 0-267 15,0 0-545-15</inkml:trace>
  <inkml:trace contextRef="#ctx0" brushRef="#br0" timeOffset="101679.26">3955 10270 567 0,'0'0'164'0,"0"0"-60"0,0 0 6 0,0 0-5 16,0 0-16-16,0 0-27 15,0 0-13-15,52-19 3 16,-22 19 27-16,7 0-17 16,7 0-10-16,7 0-14 15,5 0 4-15,8 0 6 16,18 0-8-16,20 0-1 16,19-5-13-16,10-3 3 15,-9 3-13-15,-9 2-5 0,-17 3-5 16,-3 0 0-16,-13 0-5 15,-15 0-2-15,-12 3 1 16,-5-1-1-16,13 4 1 16,7-3 0-16,12 4 0 15,12-6 1-15,-10-1 0 16,2 2 6-16,-3-2-6 16,-6 0-1-16,6 0 0 15,-6 0 1-15,-5 0 0 16,-3 0 0-16,-5 1-1 15,-3 2 0-15,0-1 0 16,-1 1 0-16,-3-1 0 16,-2 1 0-16,2-1 0 0,-1 4-1 15,-2-1 1 1,-2 0-1-16,-3-2 2 0,-4 3-1 16,2 1 1-16,-2-2 0 15,6-1-1-15,-2-1 0 16,1 0 0-16,1-2 3 15,-3-1-2-15,1 3 0 16,0 0-1-16,-2-1 1 16,1-2-1-16,0 3-1 15,1-3 1-15,3 1 1 16,2-1-1-16,1 0 0 16,2 0 0-16,-3 0 0 15,2 0-1-15,-5 0 1 16,2 0 1-16,-2 2-1 15,-1 1-2-15,1-1 2 0,-3 1 0 16,-1-2 0-16,2 1 0 16,0-2 0-16,-4 0 1 15,4 0-1-15,-5 0 0 16,-2 0 1-16,-4 0-1 16,-2 0 1-16,-3 0 0 15,4 0 0-15,-2 0 1 16,0 0-2-16,8 0-1 15,0 0 1-15,-1 0-1 16,-1-2 0-16,-3 2 1 0,-6 0 0 16,1 0 0-1,-8 0 0-15,-3 0 0 0,-4 0 0 16,3 0 0-16,-2 0 1 16,-1 0 0-16,3 0 1 15,1 0-1-15,-4 0 5 16,1 0-6-16,-2-1 1 15,-1-2 13-15,-2 3 20 16,-1-2 13-16,1 1-12 16,4-1-12-16,4 0 1 15,4 1-11-15,6-2 1 16,7 1 17-16,3-1 12 16,1 0-24-16,7 1-6 0,1 0-11 15,9 1-1 1,5-1 0-16,9 1 7 0,3-2 0 15,4 3-6-15,1 0-1 16,0 0 5-16,2 0-6 16,-4 0 0-16,-3 0 0 15,-1 0 0-15,-2 4 0 16,0 1 1-16,-2-3-1 16,-1 4 0-16,-1-1 1 15,-3 0 4-15,-3-2-5 16,-4 1 0-16,-4-1 1 15,-2-2 5-15,-7-1-6 16,-4 2 0-16,-3-2 0 16,-5 0 0-16,-1 0 1 15,0 0-1-15,-3 0 1 0,1 0 6 16,4 0 2 0,3 0 3-16,-1 0-3 0,6 0 9 15,3 0 2-15,1 0-6 16,2 0-1-16,1 0-4 15,-1 0-9-15,-2 0 2 16,0 0-2-16,2 0 1 16,-1 0 0-16,3-2 0 15,0 1 6-15,5 0-6 16,0-1 0-16,2 1 12 16,0 1-3-16,0 0 1 15,-1 0-5-15,3 0 1 0,-2 0-6 16,2 0 0-1,-3 0 6-15,1 0-5 0,-3 0-1 16,-4 0 7-16,-4 0-8 16,-5 0 2-16,-5-3 10 15,-6 3 0-15,-1 0 1 16,-4-3 5-16,-2 1 4 16,-1-1-3-16,0 0-8 15,-4-2 1-15,4 1-1 16,-2 0-3-16,-4 1 2 15,1 0-2-15,-3-2 5 16,-3 2 6-16,1-1-4 16,-4 3 0-16,6-4-3 0,-6 3-3 15,4-1 4 1,-2 0-11-16,-2 0 5 0,4 1 1 16,0-1-7-16,1 0 0 15,4 1 1-15,1-1 4 16,4 3-6-16,3-3 8 15,0-1-8-15,3 3 0 16,3-1 0-16,0 1 6 16,4-1-5-16,4 1 1 15,-1 1-1-15,5-3 0 16,3 1 0-16,1 0 5 16,6 1-5-16,-1 1-1 15,2-2 1-15,4 2 0 16,-2 0 0-16,2 0 0 15,0 0 0-15,1 0-1 0,-3 0 0 16,1 0-1-16,-2 0 1 16,4 0 0-16,-1-3 0 15,1 3-1-15,-1-3 2 16,2 1-1-16,-1 0 0 16,0 1 0-16,-3-2 0 15,1-2 0-15,-4 3 0 16,1-1 1-16,-2 0-1 15,-2 0 8-15,2 0-8 16,-2 0 0-16,0 1-1 16,0 2 2-16,0-3-1 15,0 1 1-15,-2 1 5 0,-2 1-6 16,1 0-1-16,-6 0 1 16,0 0-1-1,-5 0 0-15,-4 0 0 0,-3 0 0 16,-5 0 1-16,-2 0 0 15,-2 0 0-15,-5 0 0 16,1 0 0-16,-5 0 0 16,1 0 0-16,-4 0 1 15,2 0 0-15,-2 0 4 16,4-2-4-16,0-1-1 16,0 1 1-16,3 2 0 15,-1-6-1-15,2 5 0 16,0-2 1-16,1 0 7 15,2-1-8-15,-3 2-1 16,1-3 0-16,1 4 1 0,1-2 0 16,2-2 0-16,1 2 1 15,0 0 0-15,1-1-1 16,2-1 0-16,0-1 0 16,4 3 0-16,-1-1 0 15,1-1-4-15,-1-1 4 16,-3 3 1-16,5-3-1 15,0 2 0-15,0-2 2 16,-1 0-1-16,1 0-1 16,-1 1 0-16,-3 1 1 15,1 1 0-15,-1-2 0 16,-1 5-1-16,1-1 0 16,0-1 0-16,0 1 1 15,2-1-1-15,2 1-1 0,2 1 1 16,3-2 1-1,5-1-1-15,3 3 1 0,2 0-1 16,2 0-1-16,2-1 1 16,-1-1 0-16,0 1 0 15,1-1 0-15,1 1 0 16,-1-1 0-16,3 1 0 16,-3 1 1-16,2-2 0 15,-3 2-1-15,5 0 0 16,-6 0 0-16,4 0-1 15,-6 0 1-15,0 0 0 16,-3 0 0-16,-4 3 0 0,-3 2 0 16,0-1 1-1,-2 1 0-15,-1 1-1 0,-1 0 0 16,-1 0 0-16,3 0 0 16,0 0 0-16,-1-3 1 15,2 1-1-15,2-1 0 16,0 0 0-16,0-3 0 15,0 3 0-15,-1-1 1 16,-4-1 0-16,-1 1 7 16,-1-1-1-16,-5 1-6 15,-2-1 10-15,-5-1-10 16,-4 3 5-16,-3-3 3 16,-3 0-8-16,0 2 9 15,-2-2 3-15,-2 0-5 0,0 0-8 16,-1 0 1-16,-2 0-1 15,0 1-2-15,0 4-17 16,-7 1-44-16,-17 3-16 16,-28 1-111-16,-57 5-106 15,5-3-326-15,-1-6-280 0</inkml:trace>
  <inkml:trace contextRef="#ctx0" brushRef="#br0" timeOffset="103727.53">2025 11074 920 0,'0'0'162'0,"0"0"-102"0,0 0-58 0,0 0-1 0,0 0 0 16,0 0 31-1,0 0 20-15,75 18 23 0,-32-12-24 16,11-3-13-16,23 1 7 16,26-4 23-16,26 0-4 15,15 0 4-15,-2 0-18 16,-9-4-24-16,-7 1-10 15,3 3-7-15,8 0-8 16,3 0 5-16,1 0-6 16,-10 0 1-16,-9 3 1 15,-8 4-2-15,-7 0 0 0,-7 0 0 16,-1 2 0-16,-6-2 1 16,-14-1-1-16,-14 2 1 15,-13-8 0-15,-4 7 2 16,13 1-3-16,9 1 0 15,3 1 0-15,6 1 0 16,-6 1 1-16,1-2 0 16,1-2 0-16,0 1 0 15,-1-3 0-15,1 0-1 16,-3-2 0-16,-1 1 0 16,0-1 0-16,-3 4 1 15,1-4 0-15,-2 5 0 0,0-1-1 16,-2-2 1-1,-3 0 0-15,1 0 0 0,1-2 0 16,-5-4 1 0,2 3-2-16,-1-1 0 0,3-2 1 15,-2 0 9-15,1 0 3 16,-4 0 17-16,-3 0-1 16,-5 0-16-16,-5 3-1 15,-5 0-11-15,-3 3 0 16,0-2 5-16,-2 2-5 15,0-3 0-15,-1 2 0 16,2-2-1-16,1-1 7 16,-1-1-6-16,5-1 1 0,0 0 4 15,5 0 0 1,2 0 11-16,1 0 15 16,1 0-5-16,0-1-1 15,-1-1-9-15,-3 2-5 0,1-1 6 16,0 1-8-16,0 0 3 15,1-2 1-15,2 2 6 16,2-5 4-16,0 5 2 16,5-3 10-16,-2-1-5 15,-2 1-2-15,-1 0 7 16,-1 3-18-16,-7 0-4 16,-3 0-2-16,-8 0-10 15,-7 0 4-15,-2 0-6 16,-6 0 1-16,-1 0 0 0,-2 0 0 15,1 0 0 1,-2 0 0-16,5 0 6 0,1 0-1 16,-1 0-5-16,6 0 8 15,-2-6 5-15,3 3-8 16,3-2 8-16,-3 2-3 16,1 0 1-16,0-1 7 15,-2-1-7-15,-3 4 3 16,-4-5 0-16,-4 4-5 15,-7-1-1-15,-1 3 1 16,-5-1 5-16,-1 1 10 16,0 0-2-16,0 0 1 15,0 0-9-15,0 0-14 16,0 0-2-16,-7 0 1 16,-7 0-15-16,-15 0-202 0,4 0-174 15,2 0-655-15</inkml:trace>
  <inkml:trace contextRef="#ctx0" brushRef="#br0" timeOffset="103870.1">8576 11179 1035 0,'0'0'164'0,"0"0"-164"0,0 0-362 0</inkml:trace>
  <inkml:trace contextRef="#ctx0" brushRef="#br0" timeOffset="110707.03">8311 12649 633 0,'0'0'287'0,"0"0"-132"16,0 0-54-16,0 0 10 15,0 0-27-15,-76-21-30 16,52 21-38-16,-9 17-14 16,-4 7 4-16,-7 6-6 15,-2 6 6-15,1 4 16 16,2 8 23-16,5 3 9 15,8 3 27-15,8 18-5 16,9 19-32-16,13 19-24 16,7-12-4-16,16-22-5 15,4-25-11-15,5-27 0 16,11 1 1-16,14-7 14 16,10-7-2-16,5-11 19 0,3-11-10 15,12-32-13-15,15-29-3 16,-12-1 10-16,-13 2 1 15,-17 9 3-15,-21 14-10 16,-3-1-9-16,-6-2 8 16,-13 7-7-16,-12 1 5 15,-5 7-6-15,-10-2 34 16,-13 8-5-16,-8 2 40 16,0 12-28-16,-4 5-13 15,0 8-5-15,-1 3-15 0,7 0-9 16,2 5 0-1,6 7-1-15,7-2 1 0,7-2-6 16,4 2-3-16,3-7-8 16,4 0-3-16,13 0-14 15,8-3-23-15,26 0-133 16,-8-6-299-16,2-8-227 0</inkml:trace>
  <inkml:trace contextRef="#ctx0" brushRef="#br0" timeOffset="111338.09">10311 11906 735 0,'0'0'176'0,"0"0"-110"0,0 0 48 0,0 0 15 0,0 0-29 0,0 0-32 15,0 0 12-15,0-7-1 16,4 4-24-16,-4 3-17 15,0 0-5-15,0 0-2 16,0 0-8-16,2 0-15 16,-2 0-8-16,1 0 0 15,1 0-1-15,-2 0-59 16,0 3-153-16,0 9-126 16,-10 3-165-16</inkml:trace>
  <inkml:trace contextRef="#ctx0" brushRef="#br0" timeOffset="111787.93">9302 12867 652 0,'0'0'215'0,"0"0"-121"0,0 0-60 0,0 0 12 0,0 0 3 16,0 0-16-16,0 0 9 16,2-14-1-16,3 11-4 15,0 0-5-15,-3 3 22 16,-2 0 52-16,0 0 14 16,0 0-8-16,0 0-31 15,0 0-32-15,0 0-6 16,0 0-24-16,0 0-8 15,0 0-11-15,0 0-8 16,18-8-71-16,0-2-83 16,4 1-243-16</inkml:trace>
  <inkml:trace contextRef="#ctx0" brushRef="#br0" timeOffset="112303.86">10260 12515 1099 0,'0'0'252'0,"0"0"-143"0,0 0-2 0,0 0 30 15,0 0-45-15,0 0-46 16,0 0-11-16,22-13 6 16,6-5-7-16,5-8-14 0,9-4-7 15,5-4-12-15,0-2 1 16,-1 0-1-16,-5 5 0 16,-10 11 0-16,-6-1-1 15,-9 15 0-15,-6-1 0 16,-6 3 0-16,-2 4 1 15,-2 0-1-15,0 0-1 16,0 0-8-16,0 0-27 16,0 0-122-16,0 4-57 15,2-1-359-15</inkml:trace>
  <inkml:trace contextRef="#ctx0" brushRef="#br0" timeOffset="112770.16">11618 11598 204 0,'0'0'868'0,"0"0"-624"0,0 0-122 0,0 0-13 0,0 0 15 15,0 0-47-15,0 0-42 16,6-15-22-16,-6 15-6 16,1 0-6-16,-1 0-2 15,0 0 1-15,0 0 0 16,0 0 7-16,0 0-5 16,0 0-2-16,0 0-7 15,0 0 6-15,0 0-69 16,0 0-72-16,0 8-68 0,0 8-24 15,-3-5-33 1,-5 1-25-16</inkml:trace>
  <inkml:trace contextRef="#ctx0" brushRef="#br0" timeOffset="113337.1">10915 12871 1001 0,'0'0'291'0,"0"0"-182"0,0 0-32 16,0 0 25-16,0 0-14 15,0 0-37-15,0 0-18 16,-8 0 13-16,8 0 32 15,0 0-2-15,0 0-11 0,0 0 0 16,0-5 6-16,8-1-19 16,2-1-21-16,2 1-17 15,0-1-5-15,-2 0-7 16,1 0 5-16,1 1-7 16,-1-1 1-16,1 3 0 15,1-6 0-15,1 5 5 16,-2 0-6-16,-2 2-1 15,-4 3 0-15,-2-3 1 16,-4 3-1-16,0 0 0 16,0 0-7-16,0 0 8 0,0 0 0 15,5 0-31 1,2 0-99-16,21-8-87 0,-3 0-142 16,0-6-472-16</inkml:trace>
  <inkml:trace contextRef="#ctx0" brushRef="#br0" timeOffset="113789.76">12902 11630 887 0,'0'0'184'0,"0"0"-77"0,0 0-78 0,0 0-12 0,0 0 92 15,0 0-14-15,0 0-54 16,-7-4-18-16,7 4-23 16,0 0 0-16,0 0-1 15,0 0-6-15,0 0 7 0,0 0 1 16,0 0-1-16,0 4-9 15,0 3-60-15,0 1-15 16,0 11-79-16,-5 1-111 16,1-6-8-16</inkml:trace>
  <inkml:trace contextRef="#ctx0" brushRef="#br0" timeOffset="121847.08">1901 8532 679 0,'0'0'229'16,"0"0"-112"-16,0 0 18 15,0 0-11-15,0 0 5 16,0 0-46-16,0 0-54 15,-3-8 0-15,8 8-10 16,5 0-1-16,-1 0 1 0,4 0-9 16,-2 0 7-16,3 2 2 15,1 6-3-15,1 0-7 16,5 0 1-16,2-2 2 16,6 2 1-16,2-5 16 15,4 4-7-15,5-3-4 16,5-2-8-16,2 0-4 15,5-2-6-15,1 0 15 16,2 0-3-16,3-4-1 16,-2-2-2-16,-1 0-6 0,2-1 6 15,-2-1-8 1,-3 1-1-16,-2 0 6 16,-6 2-5-16,-1-1 1 0,-6 6 4 15,-2 0-6-15,-5 0 1 16,2 0-1-16,-2 0 1 15,0 0-1-15,0 0 0 16,2 0 2-16,0 0 4 16,0 0 1-16,1 0-7 15,3 0 1-15,2 0 5 16,-2 0-5-16,3-2 15 16,4-2-1-16,-1 4 6 15,-4 0-10-15,4 0-3 16,-3 0-8-16,-3 0 7 15,1 3-6-15,-2 0-1 16,5 3 8-16,-2-4-7 16,6 1 8-16,1-3-2 15,4 3-6-15,1-3 12 0,3 0 1 16,2 0 2-16,1 0-2 16,-1 0 0-16,0 0-8 15,-2 0-4-15,2 0 5 16,-1 0 1-16,1 0-6 15,-3 0 13-15,0 0-3 16,-4 0-2-16,-1 0 1 16,-5 0-3-16,0 4-2 15,-6-3 2-15,-1 2 4 16,-5-1-4-16,-1 1 3 16,1-2-2-16,0 1 5 15,0-2 10-15,7 0-8 0,-1 0-2 16,5 0 3-1,2 0-3-15,-1 0-5 0,1 0-1 16,-5 0 0-16,0 5-8 16,-10-2 0-16,-1-1 1 15,-9-1 0-15,0 3 7 16,-6-3-8-16,-2 1 6 16,-5-2 0-16,2 1 9 15,-5-1 25-15,1 0 10 16,-2 0-4-16,-1 0-5 15,2 0-9-15,-2 0-12 16,0 0-10-16,0 0 0 16,0 0-9-16,0 0 8 15,0 0-3-15,0 0 5 16,0 0-1-16,0 0 4 0,0 0 2 16,0 0-7-1,0 0-3-15,0 0 6 0,0 0-11 16,0 0 13-16,0 0-2 15,0 0-3-15,0 0 6 16,0 0 2-16,0 0-2 16,0 0-1-16,0 0-7 15,0-1-6-15,0-1 0 16,0-3 5-16,0 5-5 16,0-3 5-16,0 3-6 15,0-2 0-15,0 1 1 16,0 1 0-16,0-2 0 0,0 2 1 15,0-3 4 1,0 3 0-16,0-2-5 0,0 2 0 16,0-1 0-16,0 1-1 15,0 0 1-15,0-2 0 16,0 2 0-16,0 0 0 16,0 0 0-16,0 0 5 15,0 0-6-15,0-1 0 16,0 1 6-16,0 0-6 15,0-2 1-15,0 2 0 16,0 0-1-16,0 0 0 16,0 0 0-16,0 0-7 15,0 0-5-15,0 0-36 0,0 0-36 16,0 0-106-16,0 0-74 16,14 6-76-16,-1 1-223 15,2-4-230-15</inkml:trace>
  <inkml:trace contextRef="#ctx0" brushRef="#br0" timeOffset="122883.77">9157 11741 631 0,'0'0'205'0,"0"0"-105"0,0 0-37 15,0 0-9-15,0 0 18 16,0 0 35-16,0 0-24 0,0-24-27 16,0 24-9-16,0 0 4 15,0 0-2 1,0 0 2-16,0 0 1 0,-1 0-11 16,1 0-22-16,0 0-12 15,0 0-6-15,0 0-1 16,0 0-66-16,0 8-56 15,0-1-145-15,1 2-87 0</inkml:trace>
  <inkml:trace contextRef="#ctx0" brushRef="#br0" timeOffset="123261.81">10113 11747 1056 0,'0'0'175'0,"0"0"-160"0,0 0 8 0,0 0-16 15,0 0 21-15,0 0 20 16,0 0-38-16,0-1-10 16,0 1-19-16,0 0 12 15,0 1-11-15,0 7-51 16,0 2-40-16,0-1-92 15,3-1-121-15</inkml:trace>
  <inkml:trace contextRef="#ctx0" brushRef="#br0" timeOffset="123715.65">11510 11668 960 0,'0'0'244'0,"0"0"-163"0,0 0-47 15,0 0 43-15,0 0 18 16,0 0-26-16,0 0-43 15,0 0-25-15,0 0-1 16,0 0-5-16,0 0-13 16,0 0 18-16,0 3-2 15,0 0-43-15,0 4-65 16,0-1-6-16,0 5-67 16,0-8-68-16,0 1-257 0</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5-10-22T12:55:34.919"/>
    </inkml:context>
    <inkml:brush xml:id="br0">
      <inkml:brushProperty name="width" value="0.05292" units="cm"/>
      <inkml:brushProperty name="height" value="0.05292" units="cm"/>
      <inkml:brushProperty name="color" value="#FF0000"/>
    </inkml:brush>
  </inkml:definitions>
  <inkml:trace contextRef="#ctx0" brushRef="#br0">1533 7559 662 0,'0'0'198'0,"0"0"-110"0,0 0-30 0,0 0 16 0,14-14-19 15,-6 12-13-15,1-2-5 16,4 4 1-16,1-1 3 16,3-1 12-16,4-1 26 15,-1 2-14-15,1 1-17 16,3 0-2-16,3 0-15 16,3 0-9-16,7 0 0 15,4 0 7-15,6 0-4 16,5 0-11-16,3 1-2 15,5 2-5-15,-2-1 2 16,8-1-9-16,-4 3 6 16,0-1-5-16,-2 0 0 0,-2-1-1 15,1-2 5-15,-2 3-5 16,-2-3 0-16,0 2-1 16,-5-1 1-16,2 1 0 15,-2 3 0-15,2-2 0 16,-2-1 0-16,0 4 0 15,-1-3 0-15,-1 0 0 16,-1 0 0-16,-1-1 1 16,6 0-1-16,0 1 1 15,2-1-1-15,1-1 1 16,0 3-1-16,5 0 0 0,-2 1-4 16,1 1 4-1,-2-2 1-15,-2 4 1 0,-3-2-2 16,-6 0 0-16,3-1 2 15,-7-2-2-15,0 1 0 16,-3-3 0-16,2-1 0 16,-1 0 2-16,2 0-1 15,1 0 0-15,1 0 0 16,1 0-1-16,1 0 1 16,2 0-1-16,-2-1 1 15,4 1 0-15,-2-2-1 16,3 2-1-16,-3 0 1 15,1 0 0-15,-1 0 0 16,-2 0 1-16,-5 0-1 16,-3 0 0-16,0 0 1 15,-4 0-1-15,3 3 1 0,0 0-1 16,-2-1 1-16,1 4-1 16,2-1-4-16,-3 1 4 15,-5-1 0-15,3 1-1 16,-3 1 1-16,1 2-1 15,-2-2 1-15,1 1 0 16,-1-2 1-16,1 0-1 16,0 0-1-16,0-5 1 15,5 2 0-15,0-3 1 16,0 0-1-16,-1 0 0 16,-3 0 1-16,-6-3 0 15,-6 0 1-15,-4 0-1 0,-7 2 0 16,-4 1 0-1,-3 0-1-15,-1 0 0 0,0 0-1 16,0 0 1-16,0 0 7 16,0 0 20-16,0 0 8 15,0 0 6-15,0 0-10 16,0-2-21-16,0 2-10 16,-6 0-11-16,-11 0-57 15,-26 0-126-15,3 0-120 16,-5 2-291-16</inkml:trace>
  <inkml:trace contextRef="#ctx0" brushRef="#br0" timeOffset="884.27">5424 7029 643 0,'0'0'195'0,"0"0"-94"0,0 0 23 0,0 0 5 0,0 0 34 0,0 0-48 0,0 0-39 16,-22-43-17-16,22 34 10 16,0-1-27-16,0 0-16 15,0-2 6 1,0-3-20-16,0-2 6 0,10-4 17 15,5-6-22-15,5-2-4 16,7-6-8-16,5-3 5 16,6-3-4-16,9-2 10 15,10-4-10-15,21-8-2 16,29-8 7-16,33 1 5 16,22 1 17-16,0 13 19 15,-4 14 3-15,-19 10 11 0,-9 6-22 16,-8 6-12-16,-12 4-4 15,-8 4-10-15,-7 1-2 16,-14 1-3-16,-14 0-9 16,-16 2 5-16,-2-3-4 15,9 3-1-15,6-3 0 16,9-1 1-16,-3 0 1 16,-4-1-1-16,-1-1-1 15,-2 1 2-15,-2-1-2 16,-3-1 0-16,-2 1 1 15,-4-2-1-15,-3 2 6 16,-7 0-6-16,-9 4 0 16,-8-3-1-16,-8 5-5 0,-9-2 5 15,-4 2-5 1,-3 0 0-16,-1 0 5 0,0 0-8 16,-1 7-4-16,-8 3-76 15,-4 8-91-15,-1-2-207 16,8-6-365-16</inkml:trace>
  <inkml:trace contextRef="#ctx0" brushRef="#br0" timeOffset="1748.56">8624 6058 766 0,'0'0'224'0,"0"0"-124"0,0 0-13 0,0 0 27 0,0 0-11 0,0 0-59 16,0 0-43-16,17-9 47 15,9 6-4-15,11-2-14 16,10-2-4-16,5-2-2 16,8 1 5-16,2-1-7 15,-5 2-12-15,-7 2-4 16,-13 1-6-16,-8 4 0 16,-13 0-7-16,-13 3-53 15,-6 12-133-15,-19 0-36 16,-1 0-151-16</inkml:trace>
  <inkml:trace contextRef="#ctx0" brushRef="#br0" timeOffset="2031.57">8838 6091 408 0,'0'0'297'0,"0"0"-160"16,0 0-103-16,0 0 39 15,0 0 76-15,-19 88-43 16,7-47-24-16,1 4-9 16,-2 5-22-16,0-2-21 15,-1-1-11-15,0-4-12 16,3-6 3-16,2-7-9 16,1-9 0-16,6-5-1 15,-1-5-22-15,-2-2-45 0,0-4-65 16,-1 3-87-16,-3-3-16 15,5-4-175-15</inkml:trace>
  <inkml:trace contextRef="#ctx0" brushRef="#br0" timeOffset="2481.54">8959 6260 754 0,'0'0'185'16,"0"0"-110"-16,0 0 49 16,0 0 22-16,86-13-24 15,-59 13-17-15,-1 8 5 16,3 7-27-16,-6 4-49 15,-4 4-24-15,-11 1 6 16,-2 3 8-16,-6-2-4 16,0-1-8-16,0-1-1 15,-13-3-10-15,-3-4-1 16,-3-3 12-16,-1-4 3 16,-1-7-10-16,0-2-5 15,3 0 0-15,1-2 0 0,9-12-2 16,1-5-21-1,4-6-15-15,3-2-5 0,0 0 16 16,15-1 21-16,5-1-7 16,4 2 7-16,5 1 4 15,3 4-5-15,-2 3 7 16,-1 9-31-16,-4 10-150 16,-7 0-63-16,-6 0-142 0</inkml:trace>
  <inkml:trace contextRef="#ctx0" brushRef="#br0" timeOffset="2965.18">9319 6254 532 0,'0'0'175'0,"0"0"-28"16,0 0-29-16,0 0 15 15,0 0 15-15,0 0-52 16,0 0-35-16,39-45-2 15,-39 45-27-15,0 0-32 16,0 3 0-16,0 11 41 16,0 3 53-16,-9 3-34 15,8 2-41-15,1-1-1 16,0-3-17-16,0-3-1 16,10-3 1-16,8-4-1 0,5-6 16 15,6-2 3 1,1 0-12-16,0-4-7 0,-4-10-14 15,0 0-24-15,-7-6-6 16,-2 0 16-16,-6-2 18 16,-4-1 1-16,-4 2 8 15,-3 4-6-15,0 1 6 16,0 5 1-16,0 5 2 16,-3 5 20-16,-3 1-22 15,1 0-7-15,0 10 7 16,-2 7 13-16,2 3 2 15,1 2-9-15,-2-1-5 16,5-1 1-16,1-4 6 16,0-1-8-16,0-2 0 15,0-3-9-15,7-1-87 16,9-1-104-16,-3-4-122 0,3-4-209 16</inkml:trace>
  <inkml:trace contextRef="#ctx0" brushRef="#br0" timeOffset="3230.42">9841 6023 730 0,'0'0'262'0,"0"0"-125"0,0 0-30 0,0 0 3 16,0 0-11-16,0 0-34 0,0 0-14 15,33 23 19 1,-33 4-4-16,0 4-37 0,-1 4-13 16,-10-1-2-16,1 2-8 15,-4-4-6-15,0-2-48 16,-11 2-175-16,3-9-148 16,-2-9-177-16</inkml:trace>
  <inkml:trace contextRef="#ctx0" brushRef="#br0" timeOffset="3747.06">9600 6223 705 0,'0'0'244'16,"0"0"-140"-16,0 0-30 15,88-30 93-15,-48 16-9 16,4 1-77-16,5-4-34 15,3 1-26-15,-3-4-10 16,0 1-4-16,-4-2-7 16,-9 1 6-16,-7 1-6 15,-9 1 6-15,-8 1-6 16,-4 2 2-16,-3 3 21 16,-3 2 36-16,-2 7 21 15,0-1-30-15,0 4-50 16,0 0-14-16,0 7-34 15,-7 12 48-15,-7 5 20 0,3 5-5 16,-2-2-2-16,1 0-6 16,2-6-1-16,3-3 3 15,2-3-3-15,2-6-5 16,-1-3 5-16,4-3-6 16,0-3 0-16,0 0-1 15,0 0-9-15,4 0-8 16,6 0 18-16,3-3 0 15,4-2-5-15,0 2 4 16,-2 3-1-16,0 0-10 16,1 0 0-16,0 5 12 15,0 8 0-15,1-1 1 16,2 2 0-16,-1-1 1 0,2 0-2 16,5 1-28-16,-3-1-221 15,-4-4-399-15</inkml:trace>
  <inkml:trace contextRef="#ctx0" brushRef="#br0" timeOffset="4445.97">10571 5976 550 0,'0'0'333'0,"0"0"-133"0,0 0-19 16,0 0 19-16,0 0-46 16,0 0-55-16,0 0-33 15,67-65-8-15,-24 54-15 16,7-2-20-16,5 2-11 16,-1 0-3-16,-6 2-2 15,-9 3-7-15,-14 5-10 16,-12 1-18-16,-11 0-102 15,-2 3-58-15,-10 7 34 16,-14 0-103-16,-2 0-38 0,1 1 96 16,1-1 105-1,6-4 55-15,2-1 28 0,6 3 11 16,3-2 9-16,1 4 34 16,-1 4 52-16,1 9 21 15,-1 6 40-15,-5 7-25 16,1 6-51-16,-1 1-32 15,-1 4-27-15,1-2-3 16,1-2-18-16,2-3 0 16,4 0-12-16,3-8-170 15,2-11-172-15</inkml:trace>
  <inkml:trace contextRef="#ctx0" brushRef="#br0" timeOffset="4913.87">11238 6157 424 0,'0'0'365'0,"0"0"-180"0,0 0-91 16,0 0-20-16,0 0 11 15,0 0-1-15,0 0-5 16,10-36-33-16,-26 36-18 16,-2 0 10-16,-9 0 8 0,-3 0 40 15,-3 4 6-15,-1 7-22 16,4 4-13-16,5 1-28 16,5-1-13-16,9-1-16 15,5-4-5-15,6-2 4 16,4-3 0-16,16-4 1 15,10-1 34-15,5 0-29 16,2 0-5-16,1-8-36 16,-6-1 6-16,-7 1 22 15,-6 1 7-15,-8 3-7 16,-6 2 8-16,-1-1 0 16,-4 3-5-16,0 0-10 15,1 0 5-15,2 0 10 0,8 3 0 16,3-1-10-1,15-2-158-15,-4 0-224 0,2-12-505 0</inkml:trace>
  <inkml:trace contextRef="#ctx0" brushRef="#br0" timeOffset="5864.04">11398 5825 692 0,'0'0'312'0,"0"0"-96"16,0 0-76-16,0 0-66 16,0 0-29-16,0 0 50 0,0 0 84 15,0 70-75-15,-5-35-53 16,-5-3-16-16,2 1-11 16,-1-6-8-16,1-5-15 15,1-5 7-15,2-7-8 16,4-4 1-16,-3-3 3 15,4-3-3-15,0 0-1 16,0 0 1-16,0 0-1 16,8-3-20-16,8-6-21 15,5-1 8-15,4 4 21 16,4 1-13-16,0 4-3 16,0 1 28-16,-6 1 0 15,-1 13-5-15,-10 4-4 16,-8 4-1-16,-4 2 10 15,-7 0 4-15,-17 0 2 16,0-2-4-16,-5-6 5 0,-3-2-6 16,5-6 9-16,2-5-10 15,5-3-25-15,11 0-43 16,6-3-14-16,3-8-74 16,3-5 17-16,16-6 42 15,6 4-37-15,0-3 62 16,6 1 71-16,2 1 1 15,-1 2 10-15,0 1 23 16,1-1 21-16,0 1 35 16,-3-1-19-16,-2 0-14 15,-2-3-8-15,-4 2 5 0,-2-2 8 16,-5 0-12-16,-5 1-2 16,-6-1 2-16,-1 3 10 15,-3 5-2-15,0 4-27 16,-3 5-17-16,-8 3 4 15,-4 1 2-15,-2 15-6 16,-1 8 10-16,-2 8 14 16,3 3-22-16,4 0-1 15,3-2-2-15,-1 0 0 16,8-9-7-16,2-2-5 16,1-7 0-16,0-4-6 15,13-5 6-15,9-3 16 16,6-3 4-16,3 0-12 0,8 0-8 15,0 0 1 1,-3-11 7-16,-1-2-8 0,-5 1 1 16,-2-5 0-16,-11-2 1 15,-5-4-2-15,-8-2 0 16,-4 2 2-16,0 1-2 16,0 5 0-16,-12 6-1 15,-3 10 1-15,-1 1 1 16,-5 9 10-16,0 15 3 15,-3 6 0-15,0 5 7 16,7 1-6-16,3-3-9 16,9-6 2-16,5-1-7 15,3-9 5-15,20-6-6 16,11-4 15-16,14-1-7 0,4-3-8 16,24-3-89-16,-13 2-218 15,-11-2-339-15</inkml:trace>
  <inkml:trace contextRef="#ctx0" brushRef="#br0" timeOffset="8042.68">10791 10989 500 0,'0'0'176'0,"0"0"-14"0,0 0-29 16,0 0 35-16,0 0 16 15,0 0-20-15,0 0-13 16,-15-51-24-16,14 51-37 15,1 0-46-15,0 0-28 16,-2 9-15-16,0 15 8 16,-1 10 9-16,0 11 17 15,-1 10 34-15,1 5-40 0,1 0-16 16,1-6 3-16,-5-4-14 16,2-7 4-16,-6-8 0 15,1-6-6-15,-3-5 0 16,-5-5-12-16,4-3-62 15,-3-1-119-15,-8-8-96 16,6-3-101-16,3-4-205 0</inkml:trace>
  <inkml:trace contextRef="#ctx0" brushRef="#br0" timeOffset="8427.52">10642 11044 757 0,'0'0'185'0,"0"0"-86"15,0 0-42-15,0 0-21 16,44-91 58-16,-17 72-25 16,6-1-16-16,7 2 2 15,5 1 26-15,4 4-5 16,1 4 37-16,-5 9-15 15,-6 0-48-15,-13 11-36 16,-7 14-5-16,-12 9-7 16,-7 4 17-16,-4 2 7 15,-16 2-4-15,-8-2-7 16,-4-5-4-16,-1-5 5 16,-1-3-8-16,7-6 6 0,4-8-3 15,3-1-5-15,5-10 0 16,5 2-6-16,3-4-32 15,4 0-94-15,3-9-170 16,0-9-80-16,10 2-401 0</inkml:trace>
  <inkml:trace contextRef="#ctx0" brushRef="#br0" timeOffset="9094.87">12105 10881 644 0,'0'0'272'0,"0"0"-118"0,0 0-15 0,0 0 12 0,0 0 27 0,0 0-55 16,0 0-56-16,0-19-16 15,0 19-31-15,0 4-14 16,-5 11 35-16,-9 4-15 16,3 11 11-16,-2 5 14 15,-1 4-21-15,4 1-17 16,5 8-6-16,5-5-5 16,0-7 5-16,2-1-6 15,15-8 0-15,7-8-1 16,8-14 8-16,10-5 14 15,8 0-22-15,5-18 22 16,5-9-22-16,-5-6 1 0,-4 3 9 16,-10-8-1-16,-10 1-8 15,-17 2 5-15,-11-3-4 16,-3 2 6-16,-17 1-8 16,-14 1 0-16,-7 4 0 15,-4 5 6-15,1 6-6 16,-1 11-9-16,2 8 9 15,1 0-1-15,4 10 0 16,5 10-9-16,2 6 9 16,4 0-15-16,4 1-104 15,5 4-81-15,3-2-94 16,9 1-95-16,3-9 35 16,0-3-314-16</inkml:trace>
  <inkml:trace contextRef="#ctx0" brushRef="#br0" timeOffset="9460.06">12155 11057 601 0,'0'0'184'0,"0"0"-85"0,0 0 46 0,0 0 34 16,0 0-44-16,0 0-3 16,98-48-45-16,-84 48-42 15,-4 0 0-15,2 9-21 16,-4 7 19-16,2 0 6 15,-2 8 28-15,-1 7 1 16,-1-1-33-16,0 6-26 0,-6 2 2 16,0 1-12-1,0-5-1-15,0-4-1 0,0 0-5 16,0-12-1-16,0 2 0 16,0-7-1-16,0-2 1 15,4-1-1-15,8-7 6 16,7 0-4-16,6-3 11 15,5 0-12-15,10 0 6 16,2 0-7-16,3 0-6 16,0 0-29-16,-3 0-93 15,-7 0-72-15,0 0-73 16,-9-6-59-16,-7-2-252 0</inkml:trace>
  <inkml:trace contextRef="#ctx0" brushRef="#br0" timeOffset="10991.71">14114 10873 598 0,'0'0'166'0,"0"0"46"0,0 0-22 0,0 0-37 0,0 0 13 15,0 0-54 1,0 0-75-16,0 8 4 0,-4 31 98 15,-3 12-38-15,-1 12-54 16,3 1-10-16,1 3-18 16,3-5-5-16,1-4-5 15,-2-11-8-15,-3-5-1 16,-1-9 5-16,-4-6-5 16,0-4-94-16,-5-12-160 15,6-3-101-15,2-8-148 0</inkml:trace>
  <inkml:trace contextRef="#ctx0" brushRef="#br0" timeOffset="11308.32">14147 10887 628 0,'0'0'182'16,"0"0"-70"-16,0 0 21 15,104-68 50-15,-68 56 12 16,-1 8-54-16,-6 4-62 16,-6 4-22-16,-4 19 7 15,-9 7-7-15,-10 6 10 16,0 6-14-16,-12-2-25 0,-15 2 6 16,-5-1-20-1,-6-9-2-15,-2-3-1 0,0-2-10 16,3-6 8-16,5-8-3 15,9-1-6-15,6-9-38 16,12-3-131-16,12-3-76 16,14-13-334-16,6-4-263 0</inkml:trace>
  <inkml:trace contextRef="#ctx0" brushRef="#br0" timeOffset="11992.54">14818 10903 107 0,'0'0'296'0,"0"0"-156"0,0 0-52 0,0 0-12 0,0 0 53 16,0 0 1-16,0 0-10 15,9-62 40-15,-1 55-12 16,1 4-35-16,1 2-11 16,1 1-7-16,1 1-40 15,1 19 10-15,0 7 2 16,4 9-22-16,-2 8-6 15,2 2-14-15,2-1-8 16,-1-1-16-16,7-6 8 16,-1-10 0-16,-1-8-8 0,0-10 0 15,0-10 8-15,3 0 5 16,-3-15 1-16,0-7-9 16,-1-8-5-16,-3-5 5 15,-3 0 3-15,-1-2-8 16,-3-4-1-16,-3 1 5 15,-2-1-5-15,-1 5 0 16,-5 3 0-16,2 9 0 16,-3 8-8-16,0 12 2 15,0 4-24-15,0 3 2 16,0 15 16-16,0 8-137 16,12 9-110-16,4-5-224 0,2-6-49 15</inkml:trace>
  <inkml:trace contextRef="#ctx0" brushRef="#br0" timeOffset="12458.83">15885 10745 745 0,'0'0'173'0,"0"0"-54"0,0 0-19 0,0 0 26 0,0 0-25 16,0 0-36-16,0 0-4 16,-71-36-34-16,51 50-4 15,-3 5 2-15,-5 5 21 0,2 10 14 16,3 4-5 0,4 3 1-16,5 3-30 0,8 1-10 15,6-4 2-15,0-3-17 16,10-8 0-16,14-6 0 15,4-14 9-15,10-10-10 16,3 0 22-16,3-10-6 16,-1-9-9-16,-3-6-7 15,-5-1 9-15,-8-1-2 16,-9-2-7-16,-9 1-7 16,-9 0 0-16,-2-2-14 15,-20-1 5-15,-9 3 9 16,-6 2-3-16,-5 9 8 15,0 3-5-15,2 7 6 0,2 7-15 16,6 5-45-16,0 14-38 16,6 5-9-16,6 3-74 15,3 7-51-15,6-3-85 16,8-7-263-16</inkml:trace>
  <inkml:trace contextRef="#ctx0" brushRef="#br0" timeOffset="12739.28">15751 10954 227 0,'0'0'274'0,"0"0"-94"16,0 0 32-16,89-31-9 16,-54 25-11-16,1 3 6 15,0 3-33-15,-8 0-7 16,-1 6-63-16,-9 12-36 0,-6 6-17 16,-9 6 11-16,-3 4-13 15,-1 8 7-15,-18-1-2 16,-3 2-3-16,2-6-17 15,2-4-12-15,6-7 11 16,7-8-16-16,5-9-7 16,12-2-1-16,17-7 17 15,10 0-15-15,12 0-2 16,7-7-16-16,4 1-89 16,13 0-66-16,-16 0-155 15,-16 4-469-15</inkml:trace>
  <inkml:trace contextRef="#ctx0" brushRef="#br0" timeOffset="14074.07">10704 11764 783 0,'0'0'231'0,"0"0"-164"0,0 0-48 0,0 0 36 15,0 0 36-15,120-29-7 16,-78 28-17-16,7-1 8 16,8 2-27-16,16 0-25 15,23-1-5-15,22-2-2 16,13 0 26-16,0-5 3 15,8 5-4-15,-5-3-22 16,7-1 0-16,0 7 9 16,-10 0 2-16,-6 0-6 0,-15 3-14 15,-4 7-9-15,-8-2 1 16,-16-2-2-16,-13 0 1 16,-16-2 5-16,-1-1-6 15,10 0 1-15,8-1-1 16,8-2 1-16,-3 0-1 15,0 0 0-15,4 0 1 16,13 0 1-16,16 0-2 16,23 0 6-16,6 0-6 15,-12 0 0-15,-26 0 1 16,-32 6-1-16,-19-3 0 0,-3 1-1 16,7 1 0-16,9-4 0 15,5 5-1-15,-4-6 1 16,5 0-2-16,-3 0-4 15,4 0 7-15,2 0 1 16,17-6-1-16,16 2 1 16,17 1 0-16,-12-3-1 15,-19 3 0-15,-24 1 1 16,-17 2-1-16,12-1 1 16,7 1-2-16,8-2 1 15,-4 2-1-15,-2-3 1 16,-1 0-1-16,-1 0 1 15,-4 3 0-15,1-1 1 16,-5 1-1-16,-1 0 0 16,-2 0 6-16,-1-2-5 15,2 2 7-15,0 0-7 0,0-1 11 16,-1-2 19-16,-2 0 24 16,-1 3-15-16,-1-5 1 15,-1 0 0-15,-6 1 9 16,-2-2-6-16,-8 2-14 15,-8 1-18-15,-11 3-10 16,-7 0-1-16,-9 0-1 16,0 0-11-16,0 0-42 15,-29 0-123-15,0 0-323 16,0 7-82-16</inkml:trace>
  <inkml:trace contextRef="#ctx0" brushRef="#br0" timeOffset="15056.76">10739 12099 628 0,'0'0'271'0,"0"0"-113"0,0 0-25 0,0 0-1 16,0 0 11-16,0 0-37 15,0 0-49-15,26-13-26 16,-15 13-8-16,7-2-3 16,11-3 2-16,8 2-7 15,7-1-9-15,5-2-5 16,3 0 0-16,-2 1-1 15,-9 2 0-15,-8 3-61 16,-21 0-186-16,-9 5-124 16,-3 1-218-16</inkml:trace>
  <inkml:trace contextRef="#ctx0" brushRef="#br0" timeOffset="15289.03">11005 12110 1001 0,'0'0'282'16,"0"0"-222"-16,0 0-40 15,20 73 16-15,-13-36 57 16,-4 0-29-16,-3 4-29 16,0-4-16-16,0-1-12 15,0-3 2-15,0-3-9 0,0-9 0 16,0-4-54-1,3-5-129-15,11-8-140 0,3-4-277 16</inkml:trace>
  <inkml:trace contextRef="#ctx0" brushRef="#br0" timeOffset="15605.66">12075 12110 975 0,'0'0'260'16,"0"0"-142"-1,0 0-81-15,0 0 4 0,0 0 50 16,113-17-6-16,-64 14-24 15,6-5-6-15,5 2-18 16,4-1-4-16,-8 1-5 16,0-2-9-16,-16 5-19 15,-15 3 0-15,-11 0-96 16,-14 0-171-16,-14 5-238 16,-17 4 219-16,1-3-333 0</inkml:trace>
  <inkml:trace contextRef="#ctx0" brushRef="#br0" timeOffset="15772.42">12410 12096 360 0,'0'0'222'16,"0"0"-83"-16,0 0-18 0,0 0 103 16,0 0 44-16,0 0-30 15,0 0-63-15,44 100-61 16,-36-63-32-16,-8 1-35 16,0 2-22-16,0-1-18 15,0 2 2-15,-8-8-9 16,-1 1-56-16,-1-8-332 15,4-13-457-15</inkml:trace>
  <inkml:trace contextRef="#ctx0" brushRef="#br0" timeOffset="16471.09">14638 12140 333 0,'0'0'634'0,"0"0"-393"0,0 0-67 0,0 0 6 0,0 0 14 15,0 0-128-15,0 0-37 16,-10 43 37-16,9-3-21 15,-3 11-23-15,2 0-7 16,1 1-6-16,-1-5-8 16,2-10 0-16,-1-4-1 0,-3-6 0 15,-1-6-16-15,-12-8-176 16,5-6-184-16,-1-7-228 0</inkml:trace>
  <inkml:trace contextRef="#ctx0" brushRef="#br0" timeOffset="16735.23">14568 12130 983 0,'0'0'244'0,"0"0"-136"0,0 0-56 16,0 0 52-1,0 0 40-15,117-81-18 0,-74 74-30 16,2 1-14 0,0 3-41-16,-6 3-26 0,-7 0-15 15,-6 0 0-15,-9 6 0 16,-10 4-33-16,-7 7-104 16,-19 7-110-16,-11-1-252 15,0-4-183-15</inkml:trace>
  <inkml:trace contextRef="#ctx0" brushRef="#br0" timeOffset="16904.08">14631 12334 825 0,'0'0'345'16,"0"0"-242"-16,86-14-34 16,-43 1 29-16,2 1 3 15,-3 1-57-15,-5 4-44 16,-7 4-6-16,-12 3-290 15,-11 0-748-15</inkml:trace>
  <inkml:trace contextRef="#ctx0" brushRef="#br0" timeOffset="17702.52">10813 12853 831 0,'0'0'273'0,"0"0"-108"0,0 0-74 0,0 0-31 0,0 0 49 15,108-37 0-15,-47 26-33 16,7 3-24-16,4-3-31 15,-1 3-10-15,-12 0-11 16,-8 5 0-16,-16 3-67 16,-15 0-73-16,-20 0-134 15,0 0-107-15,-22 8 0 0</inkml:trace>
  <inkml:trace contextRef="#ctx0" brushRef="#br0" timeOffset="17903.2">11062 12893 814 0,'0'0'291'16,"0"0"-191"-16,0 0 23 15,0 0 28-15,0 0-42 16,0 0-33-16,57 101-36 16,-55-65-19-16,-1 1-14 15,-1 1-7-15,0-1-6 16,5-7-179-16,2-8-179 15,3-12-440-15</inkml:trace>
  <inkml:trace contextRef="#ctx0" brushRef="#br0" timeOffset="18218.09">12243 12907 825 0,'0'0'255'0,"0"0"-156"16,0 0 41-16,0 0 63 15,0 0-51-15,0 0-63 16,0 0 54-16,12 46-52 15,-12-16-49-15,-7 5-17 0,0 4-12 16,3-2-7-16,1 3-6 16,-1-8 0-16,-1-4-1 15,1-7-43-15,-5-8-203 16,1-3-137-16,-1-9-285 0</inkml:trace>
  <inkml:trace contextRef="#ctx0" brushRef="#br0" timeOffset="18452.23">12207 12833 1106 0,'0'0'271'0,"0"0"-145"15,0 0-78 1,102-41 22-16,-61 32 86 0,-2 1-77 15,-4 8-54-15,-7 0-25 16,-9 0-3-16,-11 3-149 16,-10 18-145-16,-18 0-61 15,-5-5-9-15</inkml:trace>
  <inkml:trace contextRef="#ctx0" brushRef="#br0" timeOffset="18585.24">12253 12974 889 0,'0'0'376'0,"0"0"-221"0,0 0-65 16,99-24 5-16,-54 14-3 15,9-2-59-15,17 4-33 16,-10 1-100-16,-11 1-558 0</inkml:trace>
  <inkml:trace contextRef="#ctx0" brushRef="#br0" timeOffset="19269.25">14568 12931 1024 0,'0'0'265'0,"0"0"-192"0,0 0-18 0,0 0 97 16,0 0-9-16,-47 85-30 16,40-44-39-16,0 10-31 15,4-1-24-15,-1 1-13 16,-3-8-5-16,3 0-1 16,-1-12 0-16,-1-6-15 15,-1-4-92-15,5-12-66 16,-3-4-39-16,0-5-82 15,1 0-309-15</inkml:trace>
  <inkml:trace contextRef="#ctx0" brushRef="#br0" timeOffset="19533.93">14553 12907 914 0,'0'0'245'0,"0"0"-161"15,0 0 35-15,97-44 58 16,-67 38-56-16,-7 2-57 16,-2 4-45-16,-5 0-10 15,-5 0-9-15,-4 4-1 16,-5 10-13-16,-2 2-26 0,-13 14-115 15,-7-3-118-15,-2-4-267 16</inkml:trace>
  <inkml:trace contextRef="#ctx0" brushRef="#br0" timeOffset="19717.43">14568 13091 441 0,'0'0'674'16,"0"0"-485"-16,0 0-100 15,0 0 56-15,0 0 21 16,104-31-35-16,-66 19-60 16,0 1-36-16,-1 5-28 15,-7 5-7-15,-5 1-110 0,-8 0-218 16,-7-3-432-16</inkml:trace>
  <inkml:trace contextRef="#ctx0" brushRef="#br0" timeOffset="21619.06">11104 13537 814 0,'0'0'232'0,"0"0"-167"0,0 0-20 0,0 0 59 0,-38 85-3 15,31-47-37-15,0 2-17 16,0 2-18-16,0-2-18 16,1-4-9-16,-1-3 5 15,-3-6-7-15,3-5 1 16,-4-5-1-16,0-4-53 16,-2-5-68-16,-3-5-99 15,2 4-55-15,2-7-98 0</inkml:trace>
  <inkml:trace contextRef="#ctx0" brushRef="#br0" timeOffset="21915.16">10990 13540 712 0,'0'0'193'0,"0"0"-65"16,0 0-62-16,0 0 25 15,0 0 47-15,86-57-16 16,-53 51-39-16,0 3-28 0,1 1-23 16,-8 2-18-16,1 0-6 15,-8 0-7-15,-8 0-1 16,-8 5 0-16,-3 1-32 15,0 4-89-15,-14 13-60 16,-8-5-184-16,-2-2-387 0</inkml:trace>
  <inkml:trace contextRef="#ctx0" brushRef="#br0" timeOffset="22083.2">11042 13714 772 0,'0'0'276'0,"0"0"-184"15,0 0-9 1,0 0 37-16,117-54-19 0,-76 37-56 16,3 1-29-16,-2 11-16 15,8-1-61-15,-10 6-165 16,-8 0-268-16</inkml:trace>
  <inkml:trace contextRef="#ctx0" brushRef="#br0" timeOffset="22398.33">12168 13537 705 0,'0'0'283'0,"0"0"-158"15,0 0-63-15,0 0 35 16,0 0 83-16,87-54-52 16,-57 45-12-16,3-5 1 15,6 4-25-15,6-4-45 16,5 4-18-16,1-1-14 16,-3 5-8-16,-8 2-7 15,-11 4 0-15,-16 4-175 16,-13 16-194-16,-19-2-204 15,-9-2-113-15</inkml:trace>
  <inkml:trace contextRef="#ctx0" brushRef="#br0" timeOffset="22565.93">12419 13520 333 0,'0'0'316'0,"0"0"-164"16,0 0-57-16,0 0 90 16,0 0 28-16,0 0-20 15,0 0-40-15,50 90-47 16,-48-54-30-16,-2 2-20 15,0 3-21-15,-12 3-13 16,-5-9-12-16,-1 3-10 16,-7-2-18-16,2-9-239 15,7-8-301-15</inkml:trace>
  <inkml:trace contextRef="#ctx0" brushRef="#br0" timeOffset="23634.13">14469 13502 403 0,'0'0'227'0,"0"0"-63"0,0 0 50 0,0 0-32 0,0 0-8 15,0 0-36 1,0 0-83-16,2-19-34 0,6 16-10 15,-3 3-9-15,-1 0-2 16,-3 0 0-16,-1 0-14 16,0 0-18-16,0 0-10 15,0 0 7-15,0 0 23 16,0 0 12-16,0 0 7 16,2 0-6-16,0 0 5 15,-2 0-4-15,0 0 5 16,0-3-7-16,0 3 1 15,0 0-1-15,0 0-6 16,0 0 4-16,0 0-6 16,0 0 8-16,0 0 0 0,0 0 0 15,0 0 2-15,0 0-1 16,0 0 6-16,0 0-7 16,0 0-3-16,0 0-9 15,0 0-8-15,0 9-57 16,-7 1-186-16,-1-2-298 0</inkml:trace>
  <inkml:trace contextRef="#ctx0" brushRef="#br0" timeOffset="26178.25">14834 12926 674 0,'0'0'192'0,"0"0"-113"0,0 0 28 0,0 0 31 15,0 0-54-15,0 0-39 16,0 0 20-16,-99 71 73 16,66-25-55-16,-1 5-26 0,6 7-11 15,5-3-19-15,2-4-4 16,10-4-16-16,4-9-1 16,7-16-6-16,0-9-5 15,11-10 5-15,13-3 19 16,1-8-19-16,3-17-22 15,1-4-24-15,-3-5 8 16,0-6 20-16,-4-1 17 16,-8 1 0-16,-4-3 1 15,-8 6-1-15,-2 4-7 16,-2 6 8-16,-14 7 2 0,-6 10 4 16,-6 10-6-1,-4 0 0-15,-3 19 1 0,-4 13 19 16,1 10 22-16,4 6 1 15,8 5 6-15,6-3-16 16,10-6-14-16,10-7-11 16,0-10-8-16,21-11 0 15,10-10 5-15,5-6 6 16,6-12-11-16,5-12 0 16,0-9-36-16,-1-4 1 15,-2-7 21-15,-3 3 14 16,-10-1 0-16,-10 7 1 15,-11 5 6-15,-10 8-6 16,0 5 6-16,-21 13-5 16,-6 4 5-16,-8 10 0 0,-3 14 2 15,-3 9 26-15,10 4 8 16,2-2-11-16,13-3-11 16,7-7-13-16,9-6-8 15,0-9 0-15,7-10 0 16,11 0 9-16,11-7-2 15,-1-17-4-15,0-1-3 16,-1-7-11-16,-5-1 5 16,-7-1 6-16,-8 4-10 15,-7 3 2-15,0 5 8 16,-9 5 0-16,-11 10-1 16,-5 4 0-16,-3 3 1 0,-3 9 0 15,2 12 0-15,2 6 6 16,2-2 1-16,9-1-6 15,9 0 6-15,7-10-7 16,0-7 0-16,9-4 0 16,17-3 1-16,4-7 10 15,6-7-11-15,1-2-1 16,-2-1-47-16,-7-1-40 16,-4 2 19-16,-11-1 5 15,-11 1 26-15,-2 5 14 16,-2 2 14-16,-16 6 10 15,-5 3 2-15,-2 0 37 16,-1 12 24-16,1 6 0 16,7 2-17-16,-1-1-3 0,10 2-18 15,2-4-15-15,5-4-8 16,2-3-2-16,0-6-1 16,0-1 1-16,3-3 10 15,4 0 4-15,0 0-4 16,-6 0-4-16,5 0-5 15,-5-7-1-15,-1 4-27 16,0-1-59-16,0-2-114 16,0 3-297-16,0-4-413 0</inkml:trace>
  <inkml:trace contextRef="#ctx0" brushRef="#br0" timeOffset="27243.87">15017 12216 658 0,'0'0'262'0,"0"0"-143"0,0 0-21 0,0 0 57 16,0 0 22-16,-24-84-56 15,13 78-22-15,-4 0-50 16,-5 6-19-16,-7 0-16 16,-7 17 7-16,-7 7 31 15,-1 9 13-15,1 6-17 0,4 2-23 16,7-4-9-1,7-1-5-15,11-9-10 0,7-7-1 16,5-10-1-16,1-7 1 16,18-3 14-16,8-6 2 15,2-10-7-15,3-8-8 16,-3 0 0-16,-6-2-1 16,-10 2 0-16,-10 4-10 15,-3 3-14-15,-11 4 6 16,-17 5 16-16,-11 8 1 15,-4 0-6-15,-4 8 7 16,-2 15 1-16,3 7-1 16,8 11 32-16,11 2-12 15,12 4 0-15,13-4-4 16,2-10-15-16,27-6 0 0,9-9 17 16,10-8-8-16,2-10-3 15,2 0-6-15,-2-7 5 16,0-9-6-16,-9-5-14 15,-3-6 8-15,-11-3-3 16,-11 0 9-16,-7-3-3 16,-7 3-4-16,0 3 7 15,-20 7 1-15,-3 7 1 16,-4 10-2-16,-6 3 7 16,-1 13-7-16,-1 13 1 15,4 4 6-15,4 3 8 16,9-2-2-16,7-5-5 15,11-5-7-15,0-12-1 0,19-5 12 16,11-4 4-16,7-7-3 16,3-13-5-16,1-7-8 15,1-3-13-15,-5-6-5 16,-7 2 3-16,-8-2 9 16,-10 2 6-16,-12 4-1 15,0 3 0-15,-17 3 1 16,-12 8 1-16,-2 6 0 15,-6 10 14-15,-3 0 1 16,3 20 3-16,5 5 23 16,4 6 4-16,13 0-7 15,12-4-24-15,3-1-14 0,11-8 1 16,17-6-1-16,14-7-1 16,2-2-11-16,19-3-153 15,-11-3-320-15,-8-8-431 0</inkml:trace>
  <inkml:trace contextRef="#ctx0" brushRef="#br0" timeOffset="27794.89">15561 12069 601 0,'0'0'270'0,"0"0"-54"0,0 0 14 0,0 0 68 0,0 0-40 16,0 0-65-16,0 0-69 15,49-76-40-15,-21 65-26 16,11 1-23-16,13-3-9 15,12 2-9-15,6-2-6 16,0 3-4-16,-7 0-2 16,-12 4-5-16,-21 5-8 15,-20 1-36-15,-10 0-116 16,-30 13 27-16,-15 5-97 16,-14 2-128-16,-6 3 75 15,3-2 98-15,5-2 56 16,11-2 19-16,14-7 82 0,10-2 28 15,14-5 12-15,8-3 88 16,0 0 41-16,11 0-37 16,6 0 73-16,1 0 9 15,-2 0-21-15,2 6-17 16,-6 12 13-16,-4 8 0 16,-3 8-38-16,-5 8-39 15,0 6-43-15,0 5-20 16,-1-2-20-16,-2 2-1 15,3-7-13-15,0 2-137 16,0-12-351-16,0-12-303 0</inkml:trace>
  <inkml:trace contextRef="#ctx0" brushRef="#br0" timeOffset="28309.43">15652 12840 628 0,'0'0'248'0,"0"0"-80"0,0 0 46 0,0 0 6 0,0 0-32 15,0 0-84-15,0 0-18 16,75-35-16-16,-37 29-26 16,3 4-17-16,4-3-11 15,2-1-2-15,-7 3-13 16,-3 0 7-16,-10 1-8 15,-11 2-6-15,-7 0-39 16,-6 0-132-16,-3 0-97 16,0 0 25-16,-10 0-92 15,0 0-198-15</inkml:trace>
  <inkml:trace contextRef="#ctx0" brushRef="#br0" timeOffset="28493.91">15855 12836 201 0,'0'0'623'0,"0"0"-446"0,0 0 29 16,0 0 66-16,0 0 6 16,0 0-70-16,-25 84-51 15,25-60-77-15,0 3-51 16,0 3-18-16,-7 6-11 16,-6 18-36-16,1-10-224 15,0-7-608-15</inkml:trace>
  <inkml:trace contextRef="#ctx0" brushRef="#br0" timeOffset="29111.17">15263 13649 421 0,'0'0'531'0,"0"0"-345"0,0 0-71 0,0 0-8 16,0 0 71-16,0 0-55 15,99-43-49-15,-59 37 6 16,3 0-28-16,9-2-28 16,-2 2-13-16,-3-1-5 15,-7 1-6-15,-12 3-12 16,-8 3-76-16,-11 0-110 16,-9 0-71-16,-12 0-237 15,-6 0 184-15</inkml:trace>
  <inkml:trace contextRef="#ctx0" brushRef="#br0" timeOffset="29292.71">15551 13616 166 0,'0'0'245'0,"0"0"-83"16,0 0 5-16,0 0 82 15,0 0 18-15,0 0-21 16,0 0-37-16,-6 81-33 16,2-50-68-16,-2 5-42 15,-5 1-28-15,-3 7-17 16,0 0-20-16,-5-3-1 15,-7 1-150-15,7-12-414 16,0-14-609-16</inkml:trace>
  <inkml:trace contextRef="#ctx0" brushRef="#br0" timeOffset="30541.6">5681 12298 679 0,'0'0'257'0,"0"0"-66"0,0 0-57 0,0 0 49 16,0 0 63-16,0 0-103 16,0 0-98-16,-23 6 8 15,11 27 48-15,-2 10-29 16,-2 5-22-16,1-1-3 0,-2-1-10 16,3-5-19-1,-2-2-8-15,3-7-8 0,0-3-2 16,3-5 0-16,3-8-38 15,2-5-94-15,5-8-139 16,0-3-133-16,0 0-132 0</inkml:trace>
  <inkml:trace contextRef="#ctx0" brushRef="#br0" timeOffset="30946.22">5591 12382 937 0,'0'0'295'0,"0"0"-200"0,0 0-35 15,0 0 116-15,92-78-37 16,-52 55-26-16,5 3-27 16,0 3-14-16,-2 2-25 15,-2 4-31-15,-9 6-9 16,-12 2-7-16,-9 3 0 15,-11 3-29-15,-3 18 13 16,-22 5-77-16,-9 4-154 16,-2 0-81-16,-3 0-30 15,1-3 51-15,5-7 69 16,4-2 228-16,9-8 10 16,8-4 135-16,5-3 20 15,7-3 44-15,0 0-21 16,20 0 40-16,9-6-7 15,8-4-70-15,6-4-57 0,7 1-47 16,1 7-37-16,24 1 0 16,-11 2-168-16,-11 0-434 0</inkml:trace>
  <inkml:trace contextRef="#ctx0" brushRef="#br0" timeOffset="31223.81">6751 12368 1064 0,'0'0'326'0,"0"0"-221"15,0 0-62-15,0 0 64 0,0 0 5 16,0 0-81 0,0 0-30-16,8 3 42 0,-8 17 46 15,0 7-32-15,-3 3-24 16,-7 3-6-16,-4-2-8 15,3 2-4-15,-5 1-6 16,5-7-8-16,-3 0-1 16,3-5 6-16,-2-2-6 15,3-6-30-15,3-4-146 16,-5-7-132-16,7-3-34 16,-2 0-158-16</inkml:trace>
  <inkml:trace contextRef="#ctx0" brushRef="#br0" timeOffset="31476.99">6705 12267 857 0,'0'0'302'15,"0"0"-213"-15,0 0-5 16,0 0 110-16,117-65 39 15,-76 51-66-15,-7 1-59 16,2 10-28-16,-8 1-51 0,-6 2-17 16,-7 2-12-1,-9 12-19-15,-6 2-43 16,0 8-17-16,-20 10-225 0,-3-10-268 16,0-1 16-16</inkml:trace>
  <inkml:trace contextRef="#ctx0" brushRef="#br0" timeOffset="31640.4">6746 12469 965 0,'0'0'168'15,"0"0"-112"-15,0 0 99 16,0 0 82-16,0 0-30 16,0 0-90-16,122-15-76 15,-65 6-41-15,24-2-17 16,-10 2-241-16,-11 5-375 0</inkml:trace>
  <inkml:trace contextRef="#ctx0" brushRef="#br0" timeOffset="31991.54">8317 12298 1255 0,'0'0'340'0,"0"0"-254"15,0 0-22-15,0 0 22 16,0 0 38-16,0 0-29 15,0 0-47-15,23 106-16 16,-28-68-16-16,-4 4-8 16,-3-5-8-16,1-3 1 15,-1-1 5-15,2-6-6 16,-1-6-79-16,0-2-131 16,0-11-113-16,1-2-183 15,4-6-354-15</inkml:trace>
  <inkml:trace contextRef="#ctx0" brushRef="#br0" timeOffset="32256.85">8290 12223 1005 0,'0'0'241'16,"0"0"-161"-16,0 0-39 15,0 0 124-15,93-43 23 16,-58 35-27-16,2 0-50 16,3 3-38-16,-7 2-35 15,-5 0-24-15,-7 3-13 16,-8 0-1-16,-9 0-14 0,-4 14-75 16,0 2-56-1,-27 14-157-15,0 1-71 0,1-8-125 0</inkml:trace>
  <inkml:trace contextRef="#ctx0" brushRef="#br0" timeOffset="32424.48">8330 12437 563 0,'0'0'373'0,"0"0"-249"16,0 0-10-16,0 0 115 15,0 0 8-15,0 0-124 16,125-27-73-16,-79 15-25 15,-7 5-9-15,-7 4-6 16,-22 3-119-16,-9 6-211 0,-1 7-226 0</inkml:trace>
  <inkml:trace contextRef="#ctx0" brushRef="#br0" timeOffset="33023.24">5561 12917 760 0,'0'0'204'0,"0"0"-145"0,0 0-17 0,0 0-9 15,0 0 87-15,0 0 19 16,109-34 1-16,-64 31-30 16,8 3-21-16,22 0 3 0,31 0 5 15,36 0-24-15,21 0-26 16,15 0 7-16,12 0 5 16,0 0-3-16,9-9 6 15,-5 5-6-15,-20 4 3 16,-25 0-25-16,-28 13-26 15,-25-3-8-15,-24-4 0 16,-19-6-6-16,-8 2-2 16,6-2 2-16,-1 0 6 15,0 0 0-15,-10 0 0 16,-10 0 2-16,-8-2 4 16,-10-4-5-16,-6 6 7 15,-4-3-8-15,-2 3-1 0,-2 0-131 16,-11 0-337-16,-2 0-384 15</inkml:trace>
  <inkml:trace contextRef="#ctx0" brushRef="#br0" timeOffset="33155.8">8275 12871 1495 0,'0'0'205'16,"0"0"-138"-16,0 0-64 15,0 0-3-15,0 0-329 16,0 0-525-16</inkml:trace>
  <inkml:trace contextRef="#ctx0" brushRef="#br0" timeOffset="34289.53">16682 12748 763 0,'0'0'241'0,"0"0"-99"0,0 0-84 0,0 0 3 0,0 0 68 16,102-42-3-16,-35 32-43 16,34-7-12-16,48-4-24 15,27-6-28-15,12 2-3 16,5 1 3-16,-14 4-10 15,-11 0-2-15,-14 2-4 16,-41 6-2-16,-34 5 0 0,-34 4 0 16,-20 0-1-16,-6 1 1 15,-5-4 0-15,-7 0 15 16,-7-1 19-16,-3-1 53 16,-15-1-30-16,1 3-10 15,-5 2-20-15,7 1-3 16,2 3-17-16,3 0-8 15,3 0-8-15,7 16-31 16,0-2-217-16,0-4-325 0</inkml:trace>
  <inkml:trace contextRef="#ctx0" brushRef="#br0" timeOffset="35204.24">18856 12290 954 0,'0'0'287'0,"0"0"-134"0,0 0 9 15,0 0-20-15,0 0-84 16,0 0-19-16,0 0 61 16,3 71-36-16,10-31-34 15,0 1-17-15,3 1-8 16,-1-8-5-16,-1-4 0 0,-3-6 0 16,-5-6 0-1,0-7-39-15,-3-3-61 0,-3-8 34 16,0 0 66-16,0 0-1 15,-3-13-69-15,-7-4 52 16,-3-4 17-16,0-5 1 16,4-4 2-16,2-2-2 15,4-1 7-15,3 0-7 16,0 3-9-16,16 0 3 16,3 3 5-16,2 8 1 15,3 2-1-15,1 3 1 16,2 8 6-16,1 5 3 15,-1 1-2-15,-3 1 17 16,-2 15 14-16,-3 11 7 0,-1 3-3 16,-3 0 5-16,-3 3-6 15,-1-2-20-15,-2-5-15 16,-2-8 0-16,-2-5-6 16,-2-4 0-16,-1-6 0 15,0-3-1-15,1 0 1 16,0 0 0-16,1-16-17 15,-1-1-2-15,0-8 11 16,2-4 6-16,0-1 1 16,2 0-5-16,1 0 5 15,2 5 1-15,4 1 0 16,0 3 0-16,3 5 1 16,5 5 5-16,-2 6 9 0,2 5 4 15,-3 0-1 1,0 5 13-16,-2 16-7 0,-4-1-2 15,-3 6-10-15,0 1 2 16,-1 3-5-16,-3-3-8 16,3-3-1-16,-1-1-9 15,7-4-117-15,-1-4-104 16,-1-6-488-16</inkml:trace>
  <inkml:trace contextRef="#ctx0" brushRef="#br0" timeOffset="35587.01">19715 12257 1043 0,'0'0'310'0,"0"0"-136"0,0 0-116 0,0 0-26 16,0 0 120-16,0 0-13 15,0 0-69-15,-54 65-35 16,51-40-7-16,3 2-15 15,0-7-12-15,0-4 1 16,12-8-1-16,7-5 15 16,3-3-4-16,7 0-12 15,-2-9-29-15,-1-8-35 16,-4-4-10-16,-5-1 20 16,-9-2 20-16,-8-3 23 15,0 3 5-15,-17 0 6 16,-10 5 5-16,-8 5 1 0,-1 4 34 15,-3 7 27-15,4 3-23 16,8 0-18-16,7 11-25 16,8 0-1-16,12 0-58 15,0-4-179-15,21-4-305 16,-3-3-515-16</inkml:trace>
  <inkml:trace contextRef="#ctx0" brushRef="#br0" timeOffset="36402.75">19912 11966 1041 0,'0'0'294'0,"0"0"-130"16,0 0-13-16,0 0 19 15,0 0-33-15,0 0-11 16,0 0-68-16,105 76-27 15,-85-39-11-15,-2 7-18 16,-2-3 10-16,-3-6-6 16,-3-5-5-16,-2-6-1 15,-1-6 0-15,-7-5-59 16,0-10-35-16,0 0 25 16,0-3-1-16,-2 0-98 15,-8-6 44-15,-2-4 89 0,2-7 23 16,-1 0 2-1,-4 0-15-15,-2-4-1 0,-5 5 14 16,-1 2 12-16,-2 9 0 16,-3 2 11-16,1 3 23 15,2 8 5-15,3 14 34 16,7 4 17-16,8-2-31 16,7 3-14-16,4-7 18 15,19-3-17-15,11-5-18 16,6-7-8-16,5-5-14 15,3 0-4-15,1-5-2 16,-3-8-29-16,-5-7-2 16,-7 0-23-16,-5 3 26 15,-13-4 27-15,-7 5 0 16,-7-1 1-16,-2 4 0 0,0 5 6 16,0 5 17-16,0 3 9 15,0 0-13-15,0 0-7 16,0 8 17-16,8 1 6 15,11 1 9-15,4-7-13 16,6 2-3-16,2-5-17 16,3 0 2-16,-1-13-12 15,-5-4 5-15,-2-4-6 16,-12-6 0-16,-7-3-19 16,-7 0-12-16,-5 2-18 0,-15-3 39 15,-5 3 4-15,-5 1 5 16,-2 1 1-16,4 3 0 15,1 5 0-15,7 5 0 16,5 7-1-16,5 6 1 16,3 0-2-16,2 9 2 15,4 15 2-15,1 6 20 16,0 4-1-16,3 3 11 16,12-1-13-16,5 1-6 15,5-3-4-15,5-7-1 16,5-3-8-16,10-2-9 15,-8-3-198-15,-9-11-371 0</inkml:trace>
  <inkml:trace contextRef="#ctx0" brushRef="#br0" timeOffset="36719.51">20909 11990 954 0,'0'0'248'0,"0"0"-113"0,0 0 6 0,0 0 77 0,0 0-51 16,0 0-109-16,0 0-24 16,-7-27-13-16,-9 30-10 15,-7 3-9-15,0 8 4 16,3 3 1-16,4 5 2 15,10-1-3-15,6 2-6 16,0 1-2-16,23-7 1 0,10-1 1 16,4-5 0-16,5-8-84 15,1-3-106-15,11 0-104 16,-13-14 0-16,-7-2-36 0</inkml:trace>
  <inkml:trace contextRef="#ctx0" brushRef="#br0" timeOffset="37818.43">21103 11774 684 0,'0'0'309'15,"0"0"-122"1,0 0-32-16,0 0-44 0,0 0-51 16,0 0 45-16,0 0 4 15,34 57-35-15,-17-24-43 16,-3 2 19-16,2-5-12 15,-3 0-16-15,-3-6-12 16,-1-4-9-16,-8-3 5 16,4-7-6-16,-4-4 0 15,-1-6-13-15,0 0-3 16,0 0 3-16,0-9-49 16,3-4 20-16,1-5 31 15,5 2 3-15,-1 2 0 16,4-4 7-16,0 9-9 15,4 2-2-15,3 7 12 0,2 0 0 16,4 0 1 0,1 7 6-16,2 6-5 0,0-2 8 15,2-5-10-15,1-3 2 16,-2 1 4-16,-2-4-6 16,-3 0 2-16,-7-4-2 15,-4-9-29-15,-7-1 3 16,-6 1-6-16,0-4 4 15,-2 4 27-15,-9-1 1 16,-2 2 1-16,-1 5 0 16,0 2 1-16,1 5-2 15,0 0 2-15,5 5 11 16,1 11 12-16,5 1 8 16,2-1 23-16,2 1-1 15,16-4-14-15,5-2-8 0,8-7-17 16,4-1-2-16,0-3-8 15,3 0-6-15,-2-10-21 16,-4-4-56-16,-8-3-70 16,-6-3 61-16,-12 0 36 15,-6-4-17-15,0 0 43 16,-13-1 24-16,-4 1 21 16,2 0 59-16,2 4-13 15,3 1 26-15,1 5-25 16,7 7 0-16,2 4-21 15,0 3-46-15,0 3-1 16,0 15 0-16,0 6 12 16,7 6 5-16,1 3 5 0,2 0 17 15,7-6-6-15,1 0-7 16,11-8-10-16,1-5-5 16,5-8-10-16,4-6 1 15,3 0-2-15,1-3 0 16,2-11-1-16,-2 1-14 15,-9-1 3-15,-7-1 12 16,-11 0 2-16,-11 2 4 16,-5-4 10-16,0 5-15 15,-13 5 8-15,-5 4-6 16,-8 3 3-16,-2 0 9 16,0 6 10-16,-1 7 22 0,7 4 22 15,6-1-21-15,7 2-25 16,6 2-11-16,3-7-4 15,0 1-7-15,17-5 10 16,6-2 3-16,7-4-3 16,3 0-10-16,1-3 8 15,-3 0-8-15,-2 0-1 16,-4 0 1-16,-5-3-1 16,-1 0 6-16,-8 3-6 15,-2-3 1-15,-3-1 10 16,-2 4 28-16,-3 0 0 15,-1 0-20-15,2 0-19 16,-2 0-5-16,0 0-27 16,0 10-100-16,-22 4-123 15,-2-1-377-15,-5-3-633 0</inkml:trace>
  <inkml:trace contextRef="#ctx0" brushRef="#br0" timeOffset="41550.67">16172 11837 560 0,'0'0'146'0,"0"0"11"0,0 0-50 16,0 0 62-16,0 0-41 15,0 0-55-15,0 0 20 16,-25-75-6-16,19 72-40 16,2 2-12-16,-4-2-10 15,-2 0 10-15,0 0 1 0,-6 1 8 16,-2 1 7-16,-3 1-23 15,-5 0-12-15,0 0 3 16,-4 0 1-16,-1 0 1 16,0 0-1-16,-1 0-5 15,2 6 3-15,0 1-1 16,0 2-1-16,0 2-10 16,1 1-6-16,3-2 10 15,0 7 8-15,4-4-12 16,1 4 6-16,1-4-11 15,-1 8 0-15,-1-1 0 16,-2 3 0-16,-1 0 5 0,0-2 1 16,-2 6-1-16,1-3 0 15,2-2-6-15,2 2 0 16,3 0 2-16,0-4-1 16,2 2-1-16,4-1 2 15,0-2-1-15,3-2 0 16,-2 4 1-16,2-2-1 15,-3 2 6-15,-1 3 2 16,0 6 6-16,1 0 3 16,-1 1-5-16,0 5-12 15,-3-3 8-15,-1 0-8 16,1-1 9-16,-3-3-9 16,3-5-1-16,3-4 6 0,-2-4-6 15,8-1 0 1,0-1 0-16,1 0 0 0,-2 0 0 15,1 4 0-15,0 1 1 16,-4 1-1-16,4 1 0 16,-2 2 1-16,0 1-1 15,1 0 0-15,-1 2 1 16,4-3-1-16,-3 1 0 16,4 2 2-16,-3-2-2 15,4 2 0-15,0 1 0 16,-2 7 0-16,-2 2 1 15,3 2 4-15,-3 5-5 16,1-3 0-16,-1 0 0 16,-1 1-6-16,5-5 6 15,-2 2 1-15,3-3-1 0,2 0 0 16,1-2-2-16,0 4 2 16,0-3 0-16,3-1 0 15,2 0 2-15,0 3-1 16,2-4-1-16,-1-2 0 15,2 0 1-15,2-3-1 16,-1 2 1-16,3-5-1 16,-4 3 1-16,4 0 0 15,-1 0 0-15,1 2 0 16,1-3 0-16,3-2-1 16,0 1 0-16,1-2-1 15,-2-3 0-15,3 0 1 16,-1 0 0-16,0-2 2 0,-3-2 5 15,2 1-1-15,-3-1-6 16,-3 1 0-16,0-1 0 16,0 2 1-16,0-3 0 15,2 1-1-15,3-2 0 16,2-6-17-16,1 2 15 16,2 2 2-16,0-4 11 15,0 0-10-15,-1-3 7 16,-3 5-8-16,3-3 1 15,-1 3-1-15,2-7 0 16,2 1 0-16,0-4-1 0,3 8-8 16,-1-8 9-16,10 0 1 15,1 0 6-15,2 0-2 16,3 0-5 0,0-4-1-16,-2-7 1 0,0 5-1 15,-3-5 1-15,-2-2 0 16,-3 3-1-16,3-4 1 15,-2 4 1-15,2-4-1 16,0 0 1-16,4-5 0 16,2-3 0-16,2-5 0 15,4 0-1-15,0-6 5 16,3-5-5-16,-2 1 0 16,-1-3 0-16,-5 0 1 15,-3 0 0-15,-4-3 5 0,-1 0-6 16,-2-4 9-1,2-2-8-15,0 0 0 0,1-1 7 16,-1-4-7-16,0-3-1 16,1 0 1-16,-6-4 0 15,3 2 4-15,-3-2-4 16,-4 5-1-16,0 2 1 16,-3 3 12-16,-1 8 9 15,-4 5 3-15,-1 2 5 16,-7 3-17-16,-1 0-2 15,-3 2-5-15,-3 1-5 16,0-1 7-16,0 1-8 16,0 0 0-16,0 0 2 15,0 3-1-15,0-3 8 0,0 0-8 16,0 3 6-16,0-3 1 16,0 4-7-16,0-1 11 15,0 0-11-15,0 3 14 16,0-2 18-16,-2-1-5 15,-2 3-16-15,0-3-5 16,-5-1-6-16,-2 4 0 16,-4 0 7-16,0-3-7 15,-2 3 0-15,-1 3 7 16,-3-4-2-16,0 1-5 16,-1 0 5-16,-1 1 0 15,-1 1-5-15,1 1 9 16,-4 2-9-16,-1 0 0 15,-2 3 0-15,-3 0 5 0,-2 2-6 16,-1 4 0 0,0 0-1-16,-2 3 1 0,0 0-6 15,0 1 6-15,1 2 0 16,4 4 1-16,3-3 0 16,3 0 0-16,7 3 1 15,5-3 8-15,3 0 2 16,9 1 8-16,-1 2 0 15,2 0-2-15,1 0-3 16,1 0-6-16,0 0 2 0,0 0-5 16,0 0-6-1,-2 0 1-15,2 0 0 0,-1 0 7 16,-1 0-2-16,1 0-6 16,-2 0 1-16,0 0-1 15,3 0-2-15,-3 2 2 16,-5 7-8-16,-4 4-21 15,-8 8-108-15,-34 9-130 16,8-4-105-16,-9-6-543 0</inkml:trace>
  <inkml:trace contextRef="#ctx0" brushRef="#br0" timeOffset="44482.19">10518 12237 540 0,'0'0'160'0,"0"0"-69"0,0 0 2 16,0 0-7-16,0 0 29 15,0 0 8-15,0 0 7 16,-6-54-39-16,6 41-56 16,0 0 23-16,6 2-4 15,1-3 10-15,3-1 11 16,2 4-23-16,5-2-2 15,5-4-25-15,6-1 13 16,9-1-15-16,8 0-11 16,10-5-3-16,8 0 1 0,8 0 0 15,4 5-2-15,3-1 0 16,16 4-7-16,13 2 0 16,15 4 0-16,3 2 0 15,-11 2 0-15,-5 0-1 16,-16 5 0-16,-12-2 0 15,-13 3-1-15,-16-3 1 16,-3 0 0-16,4 3 1 16,7 0-1-16,0 0 5 15,-3 0-5-15,-5 0-2 16,-6 0 2-16,-2 0-1 16,1 0 1-16,-1 3 2 15,2 3 11-15,5-5 10 16,2 5-5-16,10 0 5 15,3-1 4-15,19 1-7 0,-8-3-4 16,1 0-7-16,0-2-3 16,-12-1-4-16,3 0-1 15,-6 3 5-15,-8 3-6 16,-7 0 0-16,-4 5 1 16,-6-1-1-16,-6 4 0 15,3 2 0-15,-2 5 2 16,8-4 13-16,-1 6 1 15,10-1 0-15,0 2-1 16,2 0-6-16,-4-1-3 16,-4 4-5-16,-3 0 6 15,-9 0-7-15,-3 0 0 0,-4 3 0 16,-1 4 1-16,-3-1-1 16,-1 1 0-16,4 2 1 15,-3-3-1-15,3 0 1 16,-1-1 0-16,0 1-1 15,0-3 1-15,1 4-1 16,-6-5 0-16,2 4-2 16,-6-1 2-16,-3 1 0 15,-2 0 0-15,-5 0 0 16,-4-3 0-16,0 4-1 16,-4 0 1-16,-9 4 7 15,-6 1-6-15,3 4 0 16,-4 1 7-16,-1 2-8 0,4 2-1 15,-1-2 1-15,1-3-1 16,-1 1 0-16,0-3 0 16,-2-1 1-16,-2 0-10 15,-3-3-8-15,-3-1 18 16,-4 2-1-16,-1-1 1 16,-5 2-1-16,0-1 0 15,0 1 0-15,1-8 0 16,4-1 1-16,1-2-1 15,0-5-7-15,2-1 8 16,-3-4 1-16,1-2-1 16,-3 1 0-16,-2 0 2 15,0-4-2-15,4 1 1 0,-4-1 0 16,2 1 0-16,-4-1-1 16,3 1 0-16,-3-3-1 15,3 0-12-15,-3-1-7 16,1 1 13-16,-2 2 0 15,-1-3 1-15,3-3 4 16,-2 4 1-16,1-2-8 16,3 0 9-16,-5-1 0 15,3 2 0-15,1 1-2 16,-3-2-3-16,-3 4 5 16,3 1 0-16,-2-1-1 15,-3-2 1-15,3 4-1 0,-3-3 1 16,-2 1-12-1,-1-1 1-15,-4-1 3 0,-1-3 6 16,4-3 2-16,-1 4-1 16,3-4-5-16,2-2 6 15,5 0 0-15,0 2 0 16,3-5-1-16,0 0-17 16,2 0 8-16,-2 0-2 15,2 0 0-15,0 0 12 16,0 0 0-16,0 0-7 15,-4 0 0-15,1 2 7 16,0 1 0-16,1 0 0 16,0 3 0-16,5-1 1 15,-1-2 0-15,-1 5 0 16,1-6-1-16,0 1 1 0,-1 3-1 16,0-4 1-16,-2-2-1 15,-2 0 4-15,5 0 3 16,-3-8-6-16,4 3 0 15,3-6 5-15,0 0 1 16,0 1-1-16,-1-1-5 16,1-3-1-16,-2 0 1 15,4 0 0-15,-2 1-1 16,2-5 6-16,2 0 3 16,-1-3-6-16,3 1 6 15,-2 2-2-15,-2-1 3 16,-2 5-9-16,-2-2 0 15,1 2 8-15,3 4-9 0,2-4 14 16,4-1 0 0,2-4 4-16,3-3 16 0,2 1-15 15,-3-2-10-15,-1-4 1 16,3 5-8-16,-4-2-1 16,3 0 5-16,1 5 0 15,0-2 4-15,2-3-8 16,3 8-1-16,0-8 9 15,0 0-2-15,3-5 8 16,-2-1-9-16,6-4 7 16,-2 1-13-16,-3-2 14 15,-1-4-6-15,-1 2-3 0,0-3 0 16,0 3 0-16,0-3-5 16,2 0 2-16,1 2-3 15,-3 3 2-15,5-3 4 16,-3 4-6-16,1 1 2 15,4 3-1-15,1 0-1 16,2 3 0-16,0 0 0 16,0 3-1-16,0-1 1 15,5-2-1-15,2 3 1 16,-1-3 0-16,1 1-1 16,3-1 1-16,0 0 0 15,0 0 0-15,4 4-1 16,-4-1 0-16,0 2 1 15,-2 0 0-15,-2 6 0 16,3-5 1-16,-2 5 0 0,1-4 0 16,-1 3 1-16,1 0-2 15,1-2-1-15,-3 1 1 16,1-5-1-16,6 2 0 16,0-6 0-16,3 2 1 15,0 1 0-15,3-3 0 16,-1 1 0-16,1 2 0 15,3 1 0-15,-1 2-2 16,6 1-3-16,0 2 5 16,1-1 0-16,-1 3-2 15,2-4 2-15,-2 5-5 16,-2 0 5-16,-2 4 1 16,-4 1-1-16,-3 0 1 15,-9 3 0-15,0 4 6 0,-5-1-6 16,-1 1 7-16,-1 3-8 15,0-3 6-15,0 0-6 16,0 3 0-16,0 0 0 16,0 0 0-16,0 0-1 15,0 0-9-15,0 0-17 16,6 0-59-16,2 3-49 16,9 17-117-16,-2 0-125 15,-2-3-297-15</inkml:trace>
  <inkml:trace contextRef="#ctx0" brushRef="#br0" timeOffset="46847.09">8556 12049 215 0,'0'0'506'0,"0"0"-447"0,0 0-48 0,0 0-10 0,0 0 6 15,113-49-5-15,-81 45-1 16,-1-2 0-16,1-1 5 15,0 4-5-15,-3 2-1 16,-5-6-1-16,-2 4 1 16,-6 0 1-16,-5 0-1 15,-5-1 1-15,-2 0 0 0,-4 1 1 16,0-1-2-16,0 1 1 16,-1-3 25-16,-6 2 21 15,1-2 36-15,3-2 14 16,2-1-23-16,1 2 20 15,0-2-14-15,0-2-25 16,0 2 84-16,0 2-28 16,0-4-21-16,0 1-14 15,-3-1-13-15,-3-1-7 16,0 2 10-16,-6-1-40 16,-2 2-10-16,-2 2 0 15,-8 1-9-15,-4 3 11 0,-5 3-2 16,-6 0-8-16,-6 0-7 15,-7 6-1-15,-1 7 0 16,-4 4-1-16,-2-1 1 16,3 5 0-16,1 2 1 15,3-2 0-15,4 4 0 16,2 6 6-16,2-1-6 16,5 5 0-16,0 3 7 15,6 0-8-15,4-1 1 16,9 0 5-16,4-2-6 15,6 3 0-15,1-1 0 16,1 6 0-16,0 2 1 16,2 5-1-16,-1-4 1 15,3 1 0-15,-1-3-1 0,1-3 0 16,4-3 0-16,0-3-1 16,0 1 0-16,9-3 0 15,8 2 1-15,1-3 0 16,3 5 1-16,5-2-1 15,0-2 6-15,3 0-6 16,-1-6-1-16,2 0 1 16,0-8 0-16,1-1-1 15,0-9 1-15,1-1 4 16,-2-5-3-16,2-3 0 16,-1 0-1-16,1-8 12 15,4-8-3-15,2-4-3 16,2-1-5-16,2-1 5 15,0-2-5-15,-4 1 1 0,2 2-2 16,-1 2 1 0,-5-5 2-16,1 0-2 0,1 4 5 15,-3-6-5-15,-1 2 13 16,-2 0-13-16,-3-2 11 16,-1-1-3-16,-2 0-3 15,-5-3 8-15,-1 1 0 16,-4-5 0-16,0 4-6 15,-4-5 4-15,-3-1-3 16,-1 3-1-16,-1-4 1 16,-5 4 9-16,0 3 3 15,0 6-3-15,0 1 5 16,-5 2-6-16,2 1-11 0,-4 1 2 16,-1 0 0-1,5 3-2-15,-3 0 6 0,3-1 4 16,0 1-4-16,-1-4-5 15,0 6 1-15,1-2 4 16,-3 1 5-16,1 1-15 16,-2 0 4-16,3 6 12 15,0-3 1-15,1 3-4 16,-3 0-3-16,5-3-11 16,-2 6 10-16,0-5-10 15,-1 6 5-15,1-3-4 16,-2 1 7-16,1-1-3 15,-2 1 4-15,2 1-9 16,-4-1 0-16,0-1 0 0,-2 4 0 16,0-3 8-16,-2 1-3 15,0 2-5-15,2-3 0 16,0 3 0-16,0 0 8 16,3 2-3-16,3-2-5 15,0 3 10-15,2-3-11 16,1 0 1-16,-1 1 8 15,0 1-9-15,1 1 0 16,1 0 0-16,-2 0 0 16,2 0 0-16,0 0 0 15,0 0-11-15,-2 0-54 16,-1 22-146-16,0 2-51 16,-3-7-448-16</inkml:trace>
  <inkml:trace contextRef="#ctx0" brushRef="#br0" timeOffset="47031.27">9192 12210 1595 0,'0'0'0'0,"0"0"-455"0</inkml:trace>
  <inkml:trace contextRef="#ctx0" brushRef="#br0" timeOffset="50512.54">15390 12439 469 0,'0'0'91'0,"0"0"-61"16,0 0-29-16,0 0 19 16,0 0 4-16,0 0 46 15,0 0-11-15,23-24 0 16,-19 19 6-16,-1 2-7 0,-1-3 33 16,-2 3 12-16,5-1 8 15,-4 1 12-15,5-3-5 16,-3 1-31-16,4-4 22 15,3 2-11-15,1-5-9 16,10 1-7-16,5-5-18 16,11-2-22-16,26-5-20 15,32-4-7-15,34-4-13 16,8 4-1-16,-21 8 1 16,-37 9-2-16,-35 10 0 15,-17 0-72-15,-1 0-133 16,-12 13-132-16,-6 3-209 0,-8-2 145 15</inkml:trace>
  <inkml:trace contextRef="#ctx0" brushRef="#br0" timeOffset="50910.4">15779 12890 624 0,'0'0'169'0,"0"0"-82"0,0 0 63 16,0 0-7-16,0 0-14 16,0 0-7-16,0 0-38 15,57-40-20-15,-21 30-19 16,7-1-15-16,12-2-9 16,7 2-2-16,6-2 2 15,0 4-4-15,-2 4-8 16,-14 2-9-16,-29 6-76 15,-16 13-194-15,-7 3-263 0</inkml:trace>
  <inkml:trace contextRef="#ctx0" brushRef="#br0" timeOffset="51243.15">15444 13633 707 0,'0'0'159'0,"0"0"-117"16,0 0-25-16,0 0 83 15,0 0 21-15,0 0-3 16,0 0-30-16,65-9-10 16,-42-2-5-16,2 1-12 15,2-1-22-15,-1-1-1 16,5-1-9-16,-1 5-23 16,0 2-6-16,8 3-78 15,-6 0-271-15,-9-4-686 0</inkml:trace>
  <inkml:trace contextRef="#ctx0" brushRef="#br0" timeOffset="54806.1">16087 12475 773 0,'0'0'215'0,"0"0"-115"0,0 0-20 0,0 0-1 0,0 0 46 0,0 0 1 15,102-78-39 1,-54 61-34-16,9 1-31 0,7-1-15 15,4 4-6-15,1 1-1 16,1 10-49-16,-20 2-139 16,-17 0-336-16</inkml:trace>
  <inkml:trace contextRef="#ctx0" brushRef="#br0" timeOffset="55204.86">16080 12953 781 0,'0'0'205'0,"0"0"-135"15,0 0-30-15,0 0 17 0,0 0 69 16,88-39-16-1,-60 29-52-15,5 2-26 0,5 2-15 16,4-4-7 0,4 4-9-16,-1-1-1 0,-2 6-7 15,-3 1-22-15,-10 0-135 16,-13 8-320-16</inkml:trace>
  <inkml:trace contextRef="#ctx0" brushRef="#br0" timeOffset="55804.2">15758 13580 484 0,'0'0'202'16,"0"0"-120"-16,0 0-54 15,0 0 35-15,0 0 67 0,0 0 6 16,0 0-6-16,53-7 7 16,-24-4-43-16,6-1-21 15,3-1-30-15,4-1-22 16,-2-2-5-16,-1 5-10 16,-4 1-5-16,-9 1 7 15,-4 1-7-15,-5 5-1 16,-10 3 1-16,-3-3 0 15,-2 3 9-15,-2 0 4 16,0 0 25-16,0 0 11 16,0 0-20-16,0 0-15 15,0 0-14-15,0 0 0 0,0 0 7 16,0-3-8 0,0 3 1-16,0 0-1 0,0 0-6 15,0 0 5-15,0 0 0 16,0 0-1-16,0 0 1 15,0 0-59-15,0 0-102 16,11 0-73-16,1 6-24 16,2-3-302-16</inkml:trace>
  <inkml:trace contextRef="#ctx0" brushRef="#br0" timeOffset="57003.99">19497 12923 126 0,'0'0'145'0,"0"0"-48"0,0 0-5 0,0 0-8 0,0 0-12 16,0 0-10-16,88-43-18 15,-82 37-11-15,-1 3-4 16,-5-2 15-16,0-1 14 15,0 3 4-15,0-1 9 16,0-2 14-16,-4 2-6 16,3 1 54-16,1-1 13 0,0 1 4 15,0-1 2-15,0-2-25 16,15 3-43-16,7-4-23 16,10-1-8-16,7 2-16 15,12-1-9-15,7 1-12 16,24-2-9-16,30 0-5 15,42 0-2-15,25-1 1 16,6 2 8-16,2 4-9 16,-21-5 1-16,-9-1-1 15,-7 2 1-15,-7-3 0 0,-12 0 5 16,-10 0 3 0,-11-3 8-16,-27 3 3 0,-21 2-6 15,-25 2 3-15,-14-1 6 16,-6-2 19-1,-4 1-1-15,-4 0 7 0,-9 0-22 16,0 2-14-16,0-2-10 16,-7 6 7-16,-1-1-3 15,3 3-6-15,2 0-1 16,-1 0-10-16,-1 0 2 16,-2 0-23-16,1 0-81 15,-4 3-44-15,-24 2-63 16,4 0-126-16,-5-2-337 0</inkml:trace>
  <inkml:trace contextRef="#ctx0" brushRef="#br0" timeOffset="58320.25">8711 12628 772 0,'0'0'273'0,"0"0"-179"0,0 0-38 0,0 0 27 0,0 0-1 15,0 0 1-15,-10-8-54 16,10 8-29-16,0 2 0 0,0 15 2 16,2 6 7-1,2 1 10-15,3 6 10 16,1 0-8-16,1-1-12 16,-2 1 1-16,-3-2-2 0,2-1-7 15,-6 0 6-15,0-4-6 16,0-2 0-16,0-5 1 15,0 4 4-15,0-4-6 16,-6 1-64-16,0-4-83 16,-2 5-59-16,1-1-86 15,0-5-82-15</inkml:trace>
  <inkml:trace contextRef="#ctx0" brushRef="#br0" timeOffset="58602.45">8482 13188 1094 0,'0'0'248'16,"0"0"-174"-16,0 0-61 15,0 0 61-15,0 0-7 16,0 0-19-16,0 0 4 15,90 6-24-15,-61 4-18 16,-1 1-4-16,-3-5-4 16,5-2-1-16,-2-1-1 15,2-3-4-15,1 0-74 16,-1 0-134-16,10 0-82 16,-12-5-7-16,-5 0-201 0</inkml:trace>
  <inkml:trace contextRef="#ctx0" brushRef="#br0" timeOffset="58818.73">9050 13040 750 0,'0'0'224'0,"0"0"-135"16,0 0-25-16,0 0 101 15,0 0-50-15,0 0-69 16,0 0-1-16,48 17 38 15,-51 10-1-15,-13 10-24 0,-4 0-33 16,-2 3-25-16,-14 14-5 16,11-8-280-16,2-15-375 15</inkml:trace>
  <inkml:trace contextRef="#ctx0" brushRef="#br0" timeOffset="58988.41">9286 13298 1774 0,'0'0'214'0,"0"0"-141"16,0 0-40-16,0 0-17 16,-89-29-8-16,89 29-8 15,0 13-255-15,0 4-322 0</inkml:trace>
  <inkml:trace contextRef="#ctx0" brushRef="#br0" timeOffset="59800.4">9922 12237 113 0,'0'0'265'0,"0"0"-187"0,0 0-58 0,0 0-18 15,0 0 5-15,0 0-6 16,19-67 12-16,-16 64 1 16,-2 0-14-16,-1 3 0 15,0 0-20-15,0 0-28 16,0 0 15-16,0 0 24 0,0 0-10 15,0 0-22 1,0 0-16-16,0 0-19 0,0 0-22 16,0 0-2-16</inkml:trace>
  <inkml:trace contextRef="#ctx0" brushRef="#br0" timeOffset="65312.37">7246 7605 36 0,'0'0'18'0,"106"10"-11"0,-44-8-6 0,1 2 9 16,-4 1 23-16,-1-2 7 15,-3-1 12-15,3-1 0 0,-5 1 23 16,-1 0-3 0,-4-1-5-16,1 1-8 0,-1-2-17 15,1 3 21-15,1-3-15 16,3 0-8-16,-1 0-22 16,1 0-4-16,-1 3-5 15,-1-3-8-15,2 2 9 16,-2 0-9-16,4-1 0 15,-1 1 0-15,3-2 1 16,0 0 9-16,2 0-2 16,-3 0-2-16,3 0 9 15,-2 0 14-15,-2-5 11 16,-3 0 11-16,-2 2-2 0,-3 1-18 16,-4 1 3-1,-3 1-11-15,-2 0-9 0,-1 0-2 16,0 0 0-16,1 0 3 15,-1 0 7-15,1 0-14 16,3 1 9-16,0-1-5 16,-2 0-2-16,2 0 9 15,0 0 2-15,0 0-1 16,3 0-5-16,-2-1 2 16,-2-1-7-16,-2 0 2 15,-1 2-3-15,-3 0-9 16,-3 0 1-16,0-1 4 0,2 1-5 15,0-2 11-15,1 1-2 16,-1-1-9-16,-3 1 7 16,0-1-1-16,1 0-6 15,-2 1 12-15,1-2-12 16,1 1 1-16,-1 2 5 16,0-2-6-16,1-1 0 15,-4 0-1-15,3 1 1 16,-2 1 0-16,1 1 5 15,1-2-5-15,0-1 9 16,0 3-10-16,2 0 6 16,-1-1-5-16,5-3 6 15,-1 1 5-15,1 0-12 16,3 3 2-16,6-4 7 16,9 1-8-16,21 3 40 15,23 0 53-15,28 0-27 0,14 0-38 16,0 7-27-16,-2 4 8 15,-10 3-9-15,8-2-1 16,0 0 0-16,-1 0 0 16,-1 0 0-16,-1 0 1 15,-3 0-1-15,-1 2 9 16,-9 1-9-16,-4-3 0 16,-5 1-1-16,-5-1 0 15,1 0 1-15,-5 0 0 16,-5-3 1-16,0 0 0 15,-7-3-1-15,-14 0 0 16,-12-3-1-16,-14 0 2 16,0 2-1-16,9-2 0 0,7 4 1 15,8-4 5-15,0 5-6 16,-4-2-1-16,-2-2 0 16,-1 2-1-16,-3-1 2 15,-1 1 0-15,1-3 0 16,-4 1 0-16,0-1 1 15,-2 0-1-15,-4 0 2 16,3 0-2-16,-4-3 1 16,1 0 1-16,-1 0 0 15,1 0-1-15,-1 0 8 16,-3 2-3-16,2-2 3 16,-2 0 7-16,-2 0-9 15,0 3-1-15,-2-2 1 0,-2 1-6 16,-1 0 5-16,-3-1-5 15,-2 1 0-15,-2 0 1 16,-3 0 9-16,1 1-9 16,-6-3-1-16,3 4-1 15,-4-1 10-15,4-3-1 16,-1 0 1-16,-2 0 1 16,2 0 2-16,-1 0-6 15,-1 0-1-15,0 0 1 16,1 0 2-16,-3 0-3 15,3 0-4-15,-3 0 6 0,3 0-7 16,0 0 0-16,0 0 6 16,1-3-6-16,2-1-1 15,-2 2 1-15,1-1 1 16,-3 1-1-16,0-3 0 16,3 2 6-16,-5 0-6 15,6 1-1-15,-4-1 2 16,3 0-1-16,-1 0 0 15,-1 2 11-15,3-2-12 16,0 0 9-16,1 1-9 16,0-1 1-16,3 0 0 15,1 2-1-15,0-4 1 16,6 2 0-16,2-3-1 16,6 2 1-16,1-4 0 15,7 2-1-15,5-1 0 0,4 4 1 16,14-3-1-1,15 1 3-15,20-1-2 0,2 6 11 16,-22 0 0-16,-22 0 1 16,-25 0 0-16,-3-1-6 15,9-1-5-15,9 1-1 16,9-2 5-16,-2 0-6 16,2 0 1-16,-6-2-1 15,0 2 3-15,-2 0-3 16,-5-3 6-16,4 6-5 15,-1-3 8-15,-2 0-3 16,-3 3-5-16,-1 0 8 16,-3 0-9-16,-3 0 1 15,0 0 0-15,-2 0-1 16,-3 0 1-16,-2 0 5 0,0 0-6 16,-3 0 1-16,4 3-1 15,3-3 0-15,-1 2-1 16,4-2 1-16,1 0 0 15,1 0 0-15,-1 0 0 16,1 0 0-16,1 0 0 16,-2 0 0-16,6 0 0 15,-1 0 0-15,3 0 0 16,-1 0 5-16,2 0-5 16,1 0-1-16,1 0 1 15,-1 0 2-15,1 0 6 16,1 0 3-16,-5 0 2 0,-4 0 3 15,-7 0-1 1,-7 0-3-16,-9 0 7 0,-7 0 2 16,-4 0-5-16,-6 0 6 15,-2 0 0-15,-1 0-3 16,-1 0-8-16,-2 0-11 16,-2 0 6-16,0 0 2 15,1 0 2-15,1 0-3 16,-3 0-7-16,4 0 8 15,1 0-7-15,-1 0 0 16,3 0 5-16,-4 0 3 0,1 0 2 16,-4 0-2-1,0 0 8-15,-4 0 0 0,2 0-3 16,-1 0-1 0,-1 0 0-16,0 0 1 0,3 0 4 15,-2 0 2-15,2 0 7 16,1 0 4-16,0 0-8 15,0 0-7-15,-2-2 1 16,-2-1-6-16,3 3 4 16,-3 0-9-16,-3 0 5 15,5 0-11-15,-3 0 1 16,-1 0 0-16,-1-1-1 16,0 1 1-16,2 0 1 15,-2 0-1-15,1 0 0 16,-1 0-1-16,2 0 1 15,0 0-1-15,-2 0 1 16,2-2-1-16,-1 1 1 0,1 1-1 16,-1-2 0-16,-1 2 0 15,0 0 1-15,2 0-2 16,2 0 1-16,-1 0 0 16,0 0 0-16,1 0-1 15,-1 0 1-15,0 0-1 16,1 0-6-16,-1 0-1 15,-3 6-19-15,0 6-77 16,-9 2-77-16,-19 4-65 16,-51 1-62-16,7-4-275 0,-7-4-320 15</inkml:trace>
  <inkml:trace contextRef="#ctx0" brushRef="#br0" timeOffset="68195.03">2040 8308 446 0,'0'0'225'0,"0"0"-81"0,0 0-48 0,0 0 27 15,0 0-6-15,0 0-35 16,0 0-40-16,-7-14-24 16,10 14-7-16,6 0-2 15,-1 0-2-15,4 0 13 16,0 0 24-16,2 0 27 16,7 0-11-16,3 0-20 15,7-1-3-15,6-2 8 16,8 0 4-16,11-2-18 15,9 1-6-15,19-2-9 16,17 1-15-16,19-3 10 0,5 5-11 16,-10-1 9-16,-22 0-9 15,-28 1 0-15,-12 3 1 16,-2-3 0-16,8 3 1 16,10-3-2-16,8 3 1 15,1 0-1-15,-2 0 1 16,-1-2 4-16,0 0-5 15,0 1-1-15,3-1 1 16,1 2 1-16,1 0-1 16,-3 0-1-16,-2 0 0 0,-1 0 1 15,-5 0 0-15,-1 0 1 16,2 5 0-16,-1 0 0 16,6-2-1-16,2 1 0 15,1 0 0-15,1 1 0 16,1-4 2-16,1 4-2 15,0-2 0-15,1-1 1 16,-2 1-1-16,-1 0 0 16,-8 0-1-16,-2 0 1 15,-5 1 1-15,-3-1-1 16,1-1 1-16,2-2-1 16,1 0 2-16,5 0-2 15,0 0 0-15,1 0 0 0,1 0 0 16,-1 0 0-1,0 0 2-15,-3 0-2 0,-3 0 0 16,-3 3-1-16,-5 0 1 16,3 4 1-16,-5-2-1 15,-1 1 0-15,1-2 0 16,-2 1 1-16,2-4 6 16,3 1-7-16,-5-2 0 15,4 0 1-15,-2 0-1 16,-3 0 0-16,1 0 0 15,-1 0 2-15,1 0 5 16,3 0-6-16,0 0 15 16,1-2-4-16,-2 1 1 15,4 1 0-15,-4-2 4 16,0 2 5-16,0 0-5 0,2 0-17 16,0 0 10-16,5 0-10 15,-6 0 2-15,5 0 11 16,-2 0-11-16,-2 0 4 15,-1 0 0-15,-3 0-6 16,-1 0 2-16,-1 0-1 16,1 0-1-16,2-1 2 15,1-4-1-15,-2 5 0 16,8-3 7-16,-1-1-8 16,7 2 0-16,1 1 0 0,0-2 1 15,3 1 6 1,-4 2 17-16,-1 0 6 0,-2 0 0 15,-2 0-4 1,0 0-2-16,-2 0-1 0,0 0-8 16,2-3 3-16,-2 2-4 15,0-2-2-15,1-3 10 16,-5 0-5-16,2 0 3 16,0-2 5-16,-3 4-2 15,-2-3 0-15,2 3-9 16,-4 0 0-16,-6 1 3 15,0 0-7-15,-4 3-4 16,0-3 4-16,-3 1-1 16,-1 0-3-16,-2 1 0 15,-3-4 0-15,-2 5 0 16,3-1 6-16,-1-2 0 0,0 1 1 16,-2 0-1-16,-2-1 0 15,-1 3-3-15,-2-3-2 16,-3 3 4-16,-4-3-5 15,-3 3-5-15,-4-2 8 16,0 2 0-16,-3-2 1 16,-5 1 2-16,4-1-1 15,-5 2 1-15,-2 0 0 16,1 0-1-16,-1 0-9 16,0 0 7-16,0 0-8 15,0 0 5-15,0 0-6 16,0 0 6-16,0 0-5 15,0 0 0-15,0 0 5 16,0 0-5-16,0 0 1 0,0 0-2 16,0 0 0-16,0 0 6 15,0 0-4-15,0 0-1 16,0 0 7-16,0 0-1 16,0 0-6-16,0 0 0 15,0 0 0-15,0 0 0 16,0 0 5-16,0 0-5 15,0 0 1-15,0 0-1 16,0 0 5-16,0 0-5 16,0 0 0-16,0 0-1 15,0 0 0-15,0 0 0 16,0 0 1-16,0 0-1 0,0 0 0 16,0 0 0-16,0 0 0 15,0 0 5-15,0 0-5 16,0 0 0-16,0 0 0 15,0 0 0-15,0 0 0 16,0 0 1-16,0 0-1 16,0 0 2-16,0 0-1 15,0 0 6-15,0 0-7 16,0 0 1-16,0 0 0 16,0 0-1-16,0 0 2 15,2 0-1-15,2-1 5 16,-1-2-5-16,0 1-1 15,-2 0 0-15,2 1 1 0,-2-1 5 16,-1 2-5-16,2 0 0 16,-1 0-1-16,-1 0 0 15,4-3 0-15,-4 3 0 16,2 0 0-16,-2 0 0 16,0 0-1-16,0 0 1 15,0 0-1-15,0 0-5 16,0 0 5-16,0 0-17 15,0 0 7-15,0 0-15 16,-2 3-34-16,-10 7-60 16,-4 4-63-16,-16 13-113 15,3-8-292-15,-1-2-213 0</inkml:trace>
  <inkml:trace contextRef="#ctx0" brushRef="#br0" timeOffset="69281.72">15951 12274 641 0,'0'0'257'0,"0"0"-56"0,0 0-3 15,0 0 7-15,0 0 0 16,0 0 11-16,0 0-40 16,-13-61-52-16,13 55-16 15,6-2-18-15,16-2-29 16,14-5-3-16,25-12 6 0,46-10-9 15,57-16-16-15,35-1-15 16,12-1 1-16,-16 12 2 16,-41 4-5-1,-22 4-13-15,-37 10-9 0,-29 4 1 16,-27 7 0-16,-13 7-1 16,-5 1 0-16,-6 0 2 15,-3 0-2-15,-12 4 1 16,0 2 11-16,-5 0-10 15,-15 0 5-15,-3 0-5 16,1 2-2-16,2 4 2 16,8-3-2-16,5 0-1 0,4-2 0 15,3 1 0 1,0-2 1-16,0 1-6 0,0 1-2 16,0-1 7-16,0 8-5 15,0-1-4-15,0 5-57 16,-10 7-78-16,-12 4-57 15,-43 25-129-15,3-5-333 16,-5-7-247-16</inkml:trace>
  <inkml:trace contextRef="#ctx0" brushRef="#br0" timeOffset="69976.03">16025 12940 553 0,'0'0'347'0,"0"0"-197"0,0 0-105 0,0 0-12 0,0 0 81 16,0 0 8-16,0 0 15 0,-12-3-31 15,21-3 26-15,10-2-51 16,5-2 12-16,6-5 3 15,10 0-14-15,12-5-19 16,28-7-4-16,39-7-6 16,38-1 1-16,13-3 0 15,-9 2-17-15,-25 9-2 16,-42 8-7-16,-26 5-12 16,-25 6 3-16,-13 5-10 15,-5 1-7-15,-3-3-1 16,-6 2 0-16,-11 0 0 15,-3 3 7-15,-2 0 24 0,0 0-6 16,0-3-8 0,-7 3-8-16,4-3-9 0,-3 3 8 15,-1-2-9-15,0 2 2 16,2 0-2-16,-3-3 0 16,4 3 1-16,-3 0 0 15,1 0-1-15,-1-2 1 16,2 2-1-16,2 0 0 15,0 0 0-15,-1 0-1 16,2 0 1-16,-1 0-10 16,-1 0-61-16,-9 2-47 15,1 12-26-15,-5 2-78 0,-25 18-100 16,3-6-219-16,3-2-250 0</inkml:trace>
  <inkml:trace contextRef="#ctx0" brushRef="#br0" timeOffset="70808.37">16141 13711 365 0,'0'0'574'0,"0"0"-421"0,0 0-79 0,0 0 11 15,0 0 79-15,0 0-22 16,0 0-27-16,-4 0-45 16,22-11-4-16,13-2-29 15,10-7 4-15,29-10 10 16,36-10 2-16,35-11 2 15,15-5 7-15,-8 8-19 0,-21 5-9 16,-41 17-15-16,-26 7-7 16,-23 6-4-16,-16 4-2 15,-2 3-5-15,-7-1 1 16,-2 4 11-16,-10 0 46 16,0-2 11-16,0 2-23 15,-9 0-32-15,0 0 0 16,-4 2 4-16,9-2 8 15,-3 3-3-15,5-3-8 16,1 3 2-16,1 0-8 16,0 0-1-16,0 0-1 15,0 0-1-15,0 0-6 16,0 0 1-16,0 0-1 16,0 0 1-16,0 0-1 15,0 0 0-15,0 0-1 0,-2 0 0 16,-5 0-1-16,-4 0-53 15,-8 10-96-15,-4 1-85 16,-29 2-79-16,5-1-211 16,-1-7-224-16</inkml:trace>
  <inkml:trace contextRef="#ctx0" brushRef="#br0" timeOffset="71808.16">8641 12196 548 0,'0'0'253'0,"0"0"-68"0,0 0-90 0,0 0-24 0,0 0 97 16,-47-83 25-16,42 73-8 16,2 6-20-16,0 1-20 15,3 3-67-15,0 0-58 16,0 3-8-16,4 11 29 16,10 6 16-16,4 8-1 15,7 2-18-15,4 5-7 16,4 0-7-16,2 2-8 15,2-1-4-15,-4-5-6 16,-1-2-4-16,-4-8 5 0,-5-5-6 16,-1-5 0-1,-2-5 6-15,-3-3-1 0,-2-3 6 16,-3 0-11-16,-2 0 6 16,-3 0-6-16,-3 0-1 15,0 0-1-15,-2 0-29 16,-2 0-22-16,0-3-17 15,0 0-12-15,0-2-67 16,-7-1-127-16,-10-10-61 16,0 2-162-16,3 1 131 0</inkml:trace>
  <inkml:trace contextRef="#ctx0" brushRef="#br0" timeOffset="72156.78">8938 12132 477 0,'0'0'155'15,"0"0"-69"-15,0 0-27 0,0 0 45 16,0 0 44-16,0 0-18 16,28-83-24-16,-28 76 17 15,0 4 19-15,0 3-20 16,0 0-28-16,0 0-20 16,0 0-40-16,-8 16-18 15,-8 13 51-15,-6 13 7 16,-5 9 0-16,0 12-7 15,2 4-14-15,3 0-18 16,3-4-19-16,2-9-7 16,2-6-3-16,3-15-5 0,2-4 0 15,2-8 0 1,2-4 0-16,2-9 1 0,-2-3-2 16,3 1 0-1,-2-2-12-15,3 0-44 0,-1-1-26 16,0 0-49-16,1 0-128 15,2 1-64-15,0-4-72 16,0 0-272-16</inkml:trace>
  <inkml:trace contextRef="#ctx0" brushRef="#br0" timeOffset="72406.72">9286 12528 423 0,'0'0'1604'0,"0"0"-1442"0,0 0-110 0,0 0-31 15,0 0-6-15,0 0-15 16,0 0-14-16,-49-26-195 15,49 35-145-15,0 1-483 0</inkml:trace>
  <inkml:trace contextRef="#ctx0" brushRef="#br0" timeOffset="74806.06">1537 6812 487 0,'0'0'123'0,"0"0"-41"0,0 0-34 0,0 0-6 0,0 0 26 15,0 0 2-15,0 0-3 16,100-13 2-16,-63 13-15 16,7 0 8-16,9 0 22 15,24-1 6-15,25-4 0 16,25-1-5-16,7-2-15 16,-6 3-33-16,-11 2-16 15,-16 3-2-15,-3 0-5 16,0 0-3-16,-4 1 4 0,-2 6-8 15,3-1 0-15,0-3 2 16,6-3 4-16,4 0 18 16,-1 0 4-16,1 0 6 15,-6 0-12-15,-3 0-5 16,-16 0-7-16,-14-1-8 16,-12-1 0-16,-5 2 0 15,10-3-8-15,5 3 8 16,4 0-8-16,-6 0 7 15,-9 0-8-15,-3 0 0 16,-7-3 1-16,-2 3 9 16,-4 0 2-16,-5 0 9 15,-7 0-1-15,-5 0-5 0,-7 0 2 16,-6 0-8-16,-6 0 3 16,-1 0-5-16,0 0-5 15,0 0 12-15,0 0-13 16,0 0 8-16,0 0 3 15,4 0-3-15,-4 0 7 16,0 0 12-16,1 0 2 16,-1 0 4-16,4 0-2 15,1 0-2-15,3-3-4 16,4 2-6-16,4-2-6 16,3 0-8-16,2 0-4 15,0 0 4-15,3 1-6 0,0 2 0 16,3 0 2-1,1 0-2-15,6 0 0 0,4 0 2 16,0 0-1-16,3 0 5 16,-3 0-5-16,4 0 12 15,-2 0 1-15,0 0 1 16,-5 0-2-16,-5 0-4 16,-8 2-9-16,-6-1 2 15,-4 1 7-15,-5 0-9 16,-4-2 6-16,-1 0 3 15,0 0 2-15,-2 0 3 16,0 0-2-16,0 0 9 16,0 0-2-16,0 0-1 15,0 0 3-15,0 0-9 16,0 0 1-16,0 0-7 0,0 0-6 16,0 0 0-16,0 0 1 15,0 0 0-15,0 0-1 16,0 0 9-16,0 0-7 15,0 0 7-15,0 0-8 16,0 0 11-16,0 0 0 16,0 0-3-16,0 0 3 15,0 0-11-15,0 0 6 16,0 0 2-16,0 0-9 16,0 0 1-16,0 0 6 15,0 0-7-15,0 0 0 0,0 0 0 16,0 0 0-1,0 0 0-15,0 1-9 16,0 6-61-16,-4 5-106 0,-6 26-16 16,7-3-283-16,3-2-312 0</inkml:trace>
  <inkml:trace contextRef="#ctx0" brushRef="#br0" timeOffset="84114.86">1839 9643 333 0,'0'0'113'0,"0"0"-50"16,0 0 1-16,0 0 8 0,0 0-3 0,0 0 11 0,-50 6-4 16,50-6 14-16,0 0-12 15,0 0-10-15,0 0-2 16,0-3-9-16,0-2 28 15,0 2-12-15,4-4-1 16,1 3-5-16,0-2-4 16,3-1 1-16,2 1-15 15,2 0-18-15,5 2-5 16,4-1-5-16,8-1 1 0,7-1 1 16,9 1 12-1,10-3 9-15,9 0-1 0,8-2-15 16,3 5-5-16,-3 3-14 15,-8 3-8-15,-6 0-1 16,-9 8 1-16,-6 2 0 16,-9 2-1-16,-5-1 1 15,-6-4-1-15,-10-1 0 16,-7-1-1-16,-2-2 1 16,-4-3 1-16,0 0-1 15,0 0 6-15,0 0-5 16,0 0 8-16,0 0 5 0,0 0-8 15,0 0-6 1,0 0 0-16,0 0 2 0,0 0-2 16,0 0 0-16,1 0-3 15,-1 4-6-15,3 2-21 16,3 3-90-16,2 2-95 16,22 7-63-16,-1-2-130 15,2-8-223-15</inkml:trace>
  <inkml:trace contextRef="#ctx0" brushRef="#br0" timeOffset="88698.94">4876 9806 622 0,'0'0'156'0,"0"0"-52"0,0 0-78 0,0 0-14 0,0 0 62 15,0 0 2 1,0 0-2-16,101-14-9 0,-63 13-8 15,7-1-23-15,5 1-6 16,8 1-6-16,6 0 17 16,4 0-4-16,19 0 33 15,-7 0-29-15,2 0-13 16,1 0-5-16,-15 0-8 16,10 1-7-16,-6 5-5 15,-4-2 2-15,3 3 2 16,-10-3-4-16,0 1 4 15,-8-1-4-15,-6 2-1 16,1-3 1-16,-6 5-1 16,-2-4-1-16,-1 0 0 0,3-1 1 15,-2 2 0-15,-1 0 2 16,0-1-1-16,6 0 8 16,-3-1-9-16,1 0 1 15,-1 0-1-15,-3-1 1 16,3 4-1-16,-6 0 10 15,1-2-2-15,-2-1-1 16,-1 0 10-16,-1-1 7 16,2 0 1-16,-2-1-5 15,4 1 5-15,-3-1-5 16,4-1-2-16,-3 3-9 0,-1-1-1 16,-2 1-7-1,-2-3 7-15,1 5-7 0,1-2 1 16,-1-1 9-16,1 1-9 15,5-1-2-15,0-2 0 16,-2 0 6-16,3 0-4 16,-1 0 4-16,0 0-6 15,-4 0 0-15,1 1 0 16,-4 2-1-16,0-1 0 16,0-1 1-16,-2 4 2 15,1-3 4-15,1-2-6 16,-2 6 0-16,2-3-1 15,1-1-4-15,-3 3 5 16,2-2 1-16,-5 3-1 16,3-1 6-16,-1-2-6 0,-3 0 0 15,0 1 0-15,0-3 0 16,4 2 0-16,-1-3 1 16,1 0-1-16,-2 0 7 15,3 0-7-15,0 0 0 16,0 0-1-16,1 0-1 15,-1 0 2-15,3 0 2 16,0-3-2-16,-2 3 1 16,0-1-1-16,2 0 8 15,-2 1-8-15,-3 0-6 16,3 0 6-16,-1 0 1 16,-1 0 8-16,0 0-8 15,3 0 0-15,-5 0 7 0,1 0-8 16,1 0 0-16,1 0 1 15,2 0 11-15,3 0 2 16,5 0 7-16,-1-3-1 16,6-3 2-16,2 1-20 15,1-1 10-15,-1 1 1 16,2 2-4-16,-2-2 8 16,-1 2-8-16,-2 0 4 15,1 3 6-15,-7 0-18 16,1-2 7-16,-5 2-7 15,-2 0 7-15,-3-1 0 16,-1 1 1-16,-6-4-1 16,5 4 6-16,-6 0-3 15,2 0-1-15,-2-1 0 0,-1 1 4 16,1-2 0-16,4-1 0 16,-3 0 2-16,-2 0 6 15,0 1-7-15,-1-1-2 16,-2-2 3-16,5 3-8 15,-1-1 2-15,3 0-1 16,4-1-2-16,-2-3 2 16,0 7-8-16,0-7 6 15,0 6 4-15,5-4 2 16,-2-1 2-16,1 3-8 16,0-2 4-16,-5 2 0 0,-3-1-3 15,-3 1-2 1,-6 0-5-16,1 1 8 0,-3 1-8 15,0-1 11 1,-1-1 3-16,0 2 0 0,-2-2 4 16,0 0-3-16,-2 3 2 15,0-1-3-15,-2-1-7 16,0 2 2-16,1-1-4 16,-2 1 3-16,-2 0-2 15,1 0-5-15,-1 0 5 16,0-2 1-16,0 2 1 15,0 0-9-15,0 0 2 16,0 0 9-16,0 0-10 16,0 0 1-16,0 0 7 15,0 0-8-15,0 0 8 16,0 0-9-16,0 0 2 16,0 0 4-16,0 0-6 0,0 0 6 15,0 0-5-15,0 0 0 16,0 0 0-16,0 0-1 15,0 0 0-15,0 0 2 16,0 0-1-16,0 0 0 16,0 0 0-16,0 0 5 15,0 0-5-15,0 0 0 16,0 0-1-16,0 0 0 16,0-1-1-16,0-1 1 15,0-1 1-15,0 1 0 16,0 1 4-16,0 1-5 15,0 0-1-15,0 0 0 0,0 0 0 16,0 0 1 0,0 0 0-16,0-2 6 0,0 2-6 15,0 0 0-15,0-1 0 16,0 1 1-16,0 0-2 16,0 0 1-16,0 0-5 15,0 0 5-15,0-2 1 16,0 2-1-16,0 0 0 15,0 0 2-15,0 0-2 16,0 0 1-16,0 0-1 16,0 0 0-16,0 0 0 0,0-1 1 15,0 1 1 1,0 0-1-16,0-2-1 0,0 2 1 16,0-1-1-16,0 0-6 15,0 1-3-15,0-2 8 16,0 2 1-16,0-3 0 15,-1 3 7-15,1 0-7 16,0 0 1-16,0 0 5 16,0-1-6-16,0 1 0 15,-2 0 1-15,2-2 0 16,0 2 1-16,0 0-1 16,0 0 0-16,0 0-1 15,0-1 3-15,0 1-2 16,0 0 0-16,-2 0 0 15,2 0-1-15,0 0-1 16,0 0 1-16,0 0 0 16,0 0 0-16,0 0-1 0,0-2 1 15,0 2 1-15,0 0 0 16,0 0 0-16,0 0-1 16,0 0 1-16,0 0-1 15,0 0 0-15,0 0 0 16,0 0 0-16,0 0 1 15,0 0-1-15,0 0 0 16,0 0 1-16,0 0-1 16,0 0-1-16,0 0 1 15,0 0 0-15,0 0 1 0,0 0-1 16,0 0 0 0,0 0 0-16,0 0 0 0,-2-5 0 15,-1 5 0-15,3-1 1 16,0-1-1-16,0 2 1 15,0 0-1-15,0 0 0 16,0-1 0-16,0 1 0 16,0 0-1-16,0-3 1 15,0 3 0-15,0 0 1 16,0 0-1-16,0 0-1 16,0 0 1-16,0 0 0 15,0 0-1-15,0 0 1 16,0 0 1-16,0 0-1 15,0 0 0-15,0 0 1 16,0 0-1-16,0 0 0 0,0 0-1 16,0 0 1-16,0 0 0 15,0 0 0-15,0 0 0 16,0 0-6-16,0 0 6 16,0 0-1-16,0 0-1 15,0 0 2-15,0 0-7 16,0 0 6-16,0 0 0 15,0 0-1-15,0 0 2 16,0 0 0-16,0 0 1 16,0 0-1-16,0 0 1 15,0 0-1-15,0 0 0 16,0 0 1-16,0 0-1 16,0 0 0-16,0 0 1 15,0 0-1-15,0 0 0 0,0 0 1 16,0 0-1-16,0 0 0 15,0 0 0-15,0 0 1 16,0 0-1-16,0 0 1 16,0 0-1-16,0 0 1 15,0 0-1-15,0 0 0 16,0 0 1-16,0 0-1 16,0 0 2-16,0 0-1 15,-3 0-1-15,1-1 1 16,-1-1-1-16,1-1 0 15,1 2 0-15,-1 1 1 16,0-2 1-16,2 2-2 16,-2 0 1-16,1-3-1 0,1 3 0 15,0 0 0-15,0 0 1 16,0-2 0-16,0 2-1 16,0-1 2-16,-2 1-2 15,2 0 0-15,-2-2 0 16,2 2 0-16,0-1 1 15,-1 1 0-15,1-2 0 16,0 2 0-16,0 0-1 16,0 0 0-16,0 0 0 15,-2 0 0-15,2 0-1 16,0 0 1-16,0-1 1 16,0 1-1-16,0 0 0 15,0 0 1-15,0-2-1 0,0 2 0 16,-2 0 1-16,2-1-1 15,0 1 0-15,0-1 0 16,-3 1 0-16,3 0 0 16,0 0 0-16,0-2 0 15,0 2 0-15,0 0 0 16,0 0 0-16,0 0 1 16,0 0 0-16,-2 0-1 15,2-3 0-15,0 3 0 16,0 0-1-16,0 0 1 15,-1-1 0-15,1 1 6 16,0-2-6-16,0 2 0 16,-2-1 0-16,2 1 0 0,0 0 0 15,0-4 0-15,0 4-1 16,0 0 1-16,0 0 0 16,0 0 0-16,-1 0 0 15,1 0 1-15,0 0-1 16,0 0 0-16,0 0 0 15,0 0 0-15,0 0 0 16,0-3 0-16,0 3 0 16,-3 0 0-16,3 0 1 15,0 0-1-15,0 0 0 16,0 0 0-16,0 0 0 16,0 0 1-16,0 0-1 0,0 0 1 15,0 0-1-15,0 0-1 16,0 0 0-16,0 0 1 15,0 0 0-15,0 0 1 16,0 0-1-16,-1 0 0 16,1-1 7-16,0-1-7 15,0 1-6-15,0 1 6 16,0 0 0-16,0-3 0 16,0 3 0-16,-2 0 0 15,2 0 1-15,0 0-1 16,0 0 0-16,0 0 0 15,0 0 1-15,0 0-1 16,0 0-1-16,0 0 0 0,0 0 1 16,0 0 0-16,0 0 0 15,0 0 0-15,0 0 0 16,0 0 1-16,0 0-1 16,0 0 0-16,0 0 1 15,0 0-1-15,0 0 0 16,0 0 0-16,0 0 0 15,0 0 0-15,0 0 0 16,0 0 0-16,0 0 1 16,0 0-1-16,0 0 0 15,0 0 0-15,0 0 0 16,0 0 0-16,0 0 0 16,0 0 1-16,0 0-1 15,0 0 0-15,0 0-1 16,0 0 1-16,0 0 0 0,0 0 0 15,0 0 0 1,0 0-1-16,0 0 1 0,0 0 0 16,0 0 0-16,0 0 0 15,0 0 0-15,0 0 1 16,0 0-1-16,0 0-1 16,0 0 0-16,0 0 1 15,0 0-1-15,0 0 1 16,0 0 0-16,0 0 0 15,0 0 0-15,0 0-1 16,0 0 1-16,0 0 0 16,0 0 0-16,0 0-1 15,0 0 1-15,0 0 0 16,0 0-1-16,0 0 0 16,0 0 1-16,0 0-1 0,0 0 0 15,0 0 1-15,0 0-1 16,0 0 1-16,0 0 0 15,0 0 0-15,0 0 0 16,0 0-1-16,0 0 1 16,0 0 0-16,0 0 0 15,0 0-1-15,0 0 1 16,0 0-1-16,0 0 0 16,0 0-1-16,0 0-5 15,0 0 1-15,0 0-3 16,0 0-10-16,0 0-42 15,0 0-23-15,6 4-12 0,0 2-51 16,1 2-27-16,1-1-43 16,4 1-1-16,4 3-58 15,1-4-100-15,-3-3-249 0</inkml:trace>
  <inkml:trace contextRef="#ctx0" brushRef="#br0" timeOffset="91131.56">9059 10738 453 0,'0'0'137'0,"0"0"-41"0,0 0-15 0,0 0 9 0,0 0 18 0,0 0-2 15,86-45-18-15,-61 34-8 16,9 4-18-16,-1 1-3 15,9 0-8-15,3-2 17 16,5 2 1-16,7 0 2 16,5 0-14-16,7 2-12 15,2-1-7-15,8 4-9 16,16 1-4-16,23 0 4 16,18 0 9-16,11 0-7 0,-10 6 1 15,-10-2-10-15,-12 2-6 16,2 0 1-16,7-3-9 15,-2 3 1-15,7-4 10 16,1 1-9-16,-1-3 20 16,-8 0-7-16,-4 0-2 15,-11 0-10-15,-5 0-3 16,-8 0-7-16,-5 0 5 16,-11-3-4-16,-15 1 5 15,-12 1-5-15,-5 1 0 16,10-2-1-16,7-1 5 15,13 2-5-15,1-1 0 16,-1-2 0-16,0 2 10 0,2-2-11 16,-2-2 6-16,5 3-5 15,-3-2-1-15,1-1 7 16,-2 2-6-16,-4 1 11 16,-2 0-3-16,-1 0 0 15,-3 3-8-15,-1-6 10 16,0 3-2-16,-1-2 2 15,-2 2-3-15,-4-4-2 16,-2 1-5-16,-5 0 7 16,-1-1 2-16,-1 0 0 15,-2 0-2-15,-1-1 2 16,-2 0 0-16,1 0-2 0,-8 0-7 16,2 2 0-1,-6 0 5-15,-1 2 0 0,0-2 2 16,-3 3 2-16,1-2-3 15,4 2-5-15,-1-2-1 16,3 0 10-16,-2 2-11 16,3 0 1-16,-1 1 0 15,0-1 0-15,1 0 0 16,0 3 0-16,-2 0 0 16,0-2 1-16,-4 2-1 15,5 0 0-15,-1 0 1 16,-2-1 9-16,2 1-11 15,1-2 9-15,2-3 1 16,0 5-4-16,4-3 5 16,0 0-3-16,3 1 3 0,3 2-2 15,2-5-2-15,2 4 2 16,0 1-1-16,2 0 0 16,-3-3-2-16,-4 3-5 15,4 0 0-15,-6-2 0 16,0 0 8-16,-7 1-9 15,0 1 6-15,-3 0-5 16,-1-3 10-16,-4 3-2 16,0 0 1-16,-3 0 0 15,3 0-8-15,0 0 8 16,2 0-1-16,-1 0-3 16,3 0 2-16,-1 0-2 15,0 0-5-15,3 0 11 0,-3 0-12 16,1 0 6-1,-1 3 1-15,0-2-6 0,1 3 1 16,-3-4 4-16,3 4-5 16,-2 1 0-16,-4-5 0 15,-3 1-1-15,2 0 2 16,-4-1 4-16,-1 3-5 16,-2-3 6-16,2 2-6 15,0-2 11-15,-1 0-6 16,8 0 4-16,1 0 2 15,1 0-3-15,5 0-3 16,4 1 1-16,5 6-1 16,5-1 6-16,7 2-11 0,4-1 10 15,10 2-2-15,14 2 0 16,17 7-8-16,25-1 10 16,9 6 0-16,-5 0-4 15,-7-1-1-15,-5-4-5 16,0 3 8-16,-2 2-7 15,-3-5 8-15,-1 4-9 16,-5-2-1-16,-1-1 9 16,-4-2-9-16,0-2 6 15,-6 1-6-15,-18-6 0 16,-11 1 1-16,-16-8 0 16,-6 7 5-16,8-4-1 0,4 5-4 15,4-8-2 1,-7 7 2-16,-6-7-1 0,-6 2 0 15,-6-1-1-15,-6 0 1 16,-3-3 0-16,-7 3 1 16,-3-4-1-16,-2 3 0 15,-3-3 1-15,-3 0 0 16,2 0 1-16,-2 0 4 16,-2 0 1-16,2 0-6 15,0 0 0-15,-2 0 0 16,2 0 1-16,2 0-1 15,0 0 1-15,1 0-1 16,2 0-1-16,2 0 1 16,-1 0 0-16,1 0-1 15,2 0 5-15,-3 0-5 16,4 0-1-16,-5 0 1 0,2 0 0 16,-2 0 1-16,-3 0-1 15,0 0 2-15,-3 0 4 16,0 0-6-16,-4 0 0 15,-2 0 0-15,-3 0 0 16,0 0 0-16,0 0-2 16,0 0 1-16,0 0 0 15,0 0-7-15,0 0 0 16,-11 1-6-16,-16 4-1 16,-18 3-36-16,-32 0-69 15,-40 3-87-15,-55 5-103 16,20-8-178-16,12-2-186 0</inkml:trace>
  <inkml:trace contextRef="#ctx0" brushRef="#br0" timeOffset="92657.02">2022 11128 586 0,'0'0'127'0,"0"0"-13"0,0 0-31 0,0 0 25 15,0 0 44-15,0 0-20 0,0 0-29 16,-25-9-32 0,25 5-61-16,11 1 28 0,13 3-9 15,6-1 4-15,5 1 10 16,8-2 6-16,8 2-11 15,5 0 19-15,21 0-4 16,21 0 4-16,26 0-5 16,11 0-13-16,1 2-20 15,-6-1-13-15,-6 6-6 16,1-4 1-16,1-3 1 16,2 7 4-16,-11 2-5 15,2-3 0-15,-12 2 0 16,-6 7-1-16,-1-3 0 15,-5-2-1-15,0 1 1 16,-2-2 0-16,1-5 1 16,0-1-1-16,-1-3 1 15,2 6 5-15,8-3-6 0,-3 3 0 16,-2 2 0-16,-3 1 1 16,-6 0 0-16,-14 4 0 15,-15-1 0-15,-13-6-1 16,-4 5 0-16,6-5 0 15,6 4 0-15,7 1 0 16,-4-2 3-16,0-2-1 16,-5-2-2-16,-3 0 0 15,-1-4 1-15,-4 5-1 16,0-6 6-16,-3 0 0 16,1 0 32-16,-3 0 15 15,1 0-11-15,-7 0-13 0,-2 0-7 16,-7 0-5-16,-6-3-4 15,-6 0 0-15,-5 3-4 16,-3 0-3-16,-1 0 7 16,-3 0 1-16,-1 0 6 15,0 0 14-15,0 0 1 16,0 0 9-16,0 0-14 16,2 0-15-16,-2 0-6 15,0 0-9-15,0 0-6 16,0 0-6-16,0 0-129 15,0 0-163-15,0 0-393 0</inkml:trace>
  <inkml:trace contextRef="#ctx0" brushRef="#br0" timeOffset="92973.95">6453 11329 1129 0,'0'0'387'0,"0"0"-195"0,0 0-19 0,0 0-31 0,0 0 59 15,0 0-72-15,0 0-65 16,0-60-45-16,0 60-19 16,0 0 0-16,0 0-11 15,0 0 10-15,0 0-14 16,0 0-4-16,0 0-12 15,0 0-15-15,0 0 22 0,-3 0-13 16,-1 3-40-16,1 0-10 16,0 0-25-16,2 1-29 15,-3-1-68-15,1 2-3 16,-4 1-1-16,-5 3-46 16,0-2 1-16,4 2-102 0</inkml:trace>
  <inkml:trace contextRef="#ctx0" brushRef="#br0" timeOffset="94406.96">18677 3146 146 0,'0'0'1100'0,"0"0"-913"0,0 0-165 16,0 0-21-16,2 102 22 15,-2-54 13-15,0 6 22 16,1 7 14-16,3 2-32 16,-4 0-13-16,0-1-17 15,0-6-9-15,0-9 0 16,0-7 0-16,0-13-1 15,-10-3-128-15,-2-9-177 16,-2-8-205-16</inkml:trace>
  <inkml:trace contextRef="#ctx0" brushRef="#br0" timeOffset="94721.93">18713 3150 747 0,'0'0'229'16,"0"0"-78"-16,101-35-59 15,-43 26 44-15,13 4 74 16,-3 5-12-16,-4 2-50 16,-9 16-72-16,-15 6-42 15,-17 4-25-15,-16 2-8 0,-7-1 8 16,-28-1-8-16,-19-2 27 15,-27 1-6-15,-1-6 2 16,-7-2-24-16,2-5 22 16,15-4-15-16,-4-4-7 15,16 1-49-15,13-4-118 16,21-3-102-16,9 0-277 16,10 0-387-16</inkml:trace>
  <inkml:trace contextRef="#ctx0" brushRef="#br0" timeOffset="95205.7">19497 3194 857 0,'0'0'301'0,"0"0"-207"16,0 0-13-16,0 0 73 15,0 0-20-15,0 0-29 16,95 71-9-16,-79-32-12 16,-4 7-20-16,-2 2-23 0,-2-2-15 15,1-3-4-15,2-6-10 16,1-9 0-16,0-8-11 15,-2-10 8-15,4-7 13 16,3-3 15-16,3-10 18 16,4-16-20-16,4-7-14 15,-1-6 5-15,-2-7-2 16,2 0 12-16,-5-2-14 16,-5 1-10-16,-1 4 3 15,-1 5-8-15,-2 7-6 16,-5 7 5-16,-1 6-6 15,-2 10-1-15,-2 6-18 16,2 2-122-16,0 7-31 16,9 18-168-16,-2-2-247 0,-1-5-288 15</inkml:trace>
  <inkml:trace contextRef="#ctx0" brushRef="#br0" timeOffset="95620.74">20402 3182 401 0,'0'0'695'0,"0"0"-461"15,0 0-109-15,0 0 47 16,0 0 22-16,0 0-77 16,0 0-113-16,-12-27 7 15,-2 47-11-15,-4 8 38 0,-2 7-10 16,-2 7 14-1,5 1-1-15,4 3-6 0,9-4-18 16,4-4-10-16,0-6-6 16,9-7 0-16,13-9-1 15,8-8 20-15,9-8 0 16,4 0 4-16,9-8-14 16,0-11-8-16,-3-8-1 15,-4-3-1-15,-6-5 0 16,-9-4-10-16,-11-2-9 15,-14-3-32-15,-5-1 9 16,-19 0 12-16,-16 2 13 16,-5 4-3-16,-10 6 6 15,-3 14 14-15,-6 11 0 16,4 8 5-16,1 8-5 0,6 17-8 16,4 6-57-16,1 17-184 15,9-7-288-15,10-7-135 0</inkml:trace>
  <inkml:trace contextRef="#ctx0" brushRef="#br0" timeOffset="95920.99">20477 3319 1039 0,'0'0'377'0,"0"0"-252"0,0 0 51 0,110-11-11 0,-91 11-83 15,-5 0-35-15,-8 8-27 16,0 5-14-16,-5 4 6 16,-1 4 0-16,0 2 19 15,0 2 1-15,0 1-2 16,4-1-5-16,4 1-9 16,8-4 5-16,5-4-10 15,8 2-2-15,9-7 3 16,8 1 3-16,6-5-6 15,2-1-9-15,-1-2-27 16,8-6-113-16,-15 0-235 16,-8 0-565-16</inkml:trace>
  <inkml:trace contextRef="#ctx0" brushRef="#br0" timeOffset="96122.17">21326 3596 85 0,'0'0'1383'16,"0"0"-1019"-16,0 0-207 16,0 0-2-16,0 0 15 15,0 0-74-15,0 0-85 16,33-5-11-16,-33 5-43 16,0 16-163-16,-10 0-272 15,-7-2-289-15</inkml:trace>
  <inkml:trace contextRef="#ctx0" brushRef="#br0" timeOffset="97271.28">18665 5534 804 0,'0'0'311'0,"0"0"-140"0,0 0-13 0,0 0 5 16,0 0-44-16,0 0-85 16,0 0-34-16,-1 48 35 15,-1-9 22-15,0 7-23 16,-1 0-12-16,1 1-9 16,2-6-5-16,0-4-7 15,0-5 1-15,0-5-2 16,-1-5-43-16,-12-6-204 15,-1-5-146-15,-1-6-471 0</inkml:trace>
  <inkml:trace contextRef="#ctx0" brushRef="#br0" timeOffset="97553.98">18652 5485 848 0,'0'0'244'16,"0"0"-176"-16,0 0 9 15,112-48 66-15,-87 46-30 16,-7 2-76-16,-8 11-37 16,-10 11 1-16,0 8 45 15,-11 6 43-15,-13 2-23 16,-1 1-24-16,-3-1-1 0,3-6-28 15,0-2-1-15,8-5-12 16,9-4-41-16,6-8-304 16,2-5-266-16</inkml:trace>
  <inkml:trace contextRef="#ctx0" brushRef="#br0" timeOffset="97771.49">19072 5587 1360 0,'0'0'492'0,"0"0"-441"16,0 0 28-16,0 0 22 16,0 0-20-16,98-20-61 15,-72 20-20-15,3 0-23 16,-6 5-150-16,-6 5-393 15,-12 2-177-15</inkml:trace>
  <inkml:trace contextRef="#ctx0" brushRef="#br0" timeOffset="97936.99">19125 5810 1056 0,'0'0'354'0,"0"0"-221"16,0 0 102-16,0 0-79 15,0 0-92-15,115-44-47 0,-66 29-17 16,16-4-31-16,-6 0-299 16,-13 4-423-16</inkml:trace>
  <inkml:trace contextRef="#ctx0" brushRef="#br0" timeOffset="98186.17">19494 5509 975 0,'0'0'363'0,"0"0"-187"16,0 0-89-16,0 0-1 16,0 0 69-16,114-32-48 15,-69 25-59-15,3 1-29 16,-8 3-12-16,-6 0-7 15,-13 0-54-15,-9 3-159 16,-12 0-134-16,0 0-208 16,-3 0-196-16</inkml:trace>
  <inkml:trace contextRef="#ctx0" brushRef="#br0" timeOffset="98354.06">19768 5479 722 0,'0'0'266'0,"0"0"-139"0,0 0 90 15,0 0-9-15,-25 76-7 16,19-46-100-16,-4-3-54 16,4 7-21-16,1-6-10 15,0 1-13-15,3-2 3 16,2-3-6-16,0 0-187 16,11-8-336-16,2-3-412 0</inkml:trace>
  <inkml:trace contextRef="#ctx0" brushRef="#br0" timeOffset="98555.91">20124 5766 1345 0,'0'0'394'0,"0"0"-315"16,0 0-50-16,0 0 5 15,0 0-9-15,0 0-15 16,-3 86-10-16,3-64-20 16,0-6-200-16,0-6-433 0</inkml:trace>
  <inkml:trace contextRef="#ctx0" brushRef="#br0" timeOffset="98952.13">20639 5419 1230 0,'0'0'494'0,"0"0"-358"16,0 0-14-16,0 0-36 15,0 0-45-15,0 0-40 16,0 0 11-16,-47 58 6 15,23-23 25-15,0 1-17 16,0 1-7-16,7-2-2 16,9-4 0-16,6-3-11 0,2-9-4 15,19-1-1 1,13-7 16-16,11-8-8 16,9-3 12-16,1-3-9 0,1-15-12 15,-9-2-7 1,-12-2-15-16,-11-4-11 0,-12 2-30 15,-10-2-38-15,-9 2-25 16,-18 3-68-16,-15 3 19 16,-7 6-8-16,-25 9-62 15,13 3-72-15,7 0-186 0</inkml:trace>
  <inkml:trace contextRef="#ctx0" brushRef="#br0" timeOffset="99201.41">20584 5603 532 0,'0'0'277'0,"0"0"-14"15,0 0 43-15,100-4-42 16,-75 4-71-16,-4 12-39 16,-2 4-39-16,-7 7-36 15,-1 0-32-15,-2-2-10 16,-2 4-11-16,-1-4-12 15,2 0-13-15,-1-1 7 16,4-2-8-16,0-3-6 16,1-3-83-16,14-4-134 15,-4-6-280-15,-2-2-311 0</inkml:trace>
  <inkml:trace contextRef="#ctx0" brushRef="#br0" timeOffset="99634.19">21223 5578 84 0,'0'0'644'0,"0"0"-382"0,0 0-64 16,0 0-46-16,0 0 16 15,0 0-27-15,0 0-46 16,3-11-23-16,-2 11-9 15,-1-3 20-15,2 3 23 16,2-1 7-16,7-2-44 16,4-2-23-16,4 2-4 15,12-3-8-15,4 0-9 16,2 2-6-16,-1-1-10 16,-6 4-9-16,-8 1-1 0,-10 0-94 15,-12 7-177-15,-17 8-376 16,-8 0-197-16</inkml:trace>
  <inkml:trace contextRef="#ctx0" brushRef="#br0" timeOffset="99802.45">21190 5761 677 0,'0'0'552'16,"0"0"-362"-16,0 0 70 15,0 0-14-15,0 0-69 16,104-16-96-16,-59 8-50 15,7 0-27-15,1-2-4 16,21-4-160-16,-9 0-375 0,-11-1-328 16</inkml:trace>
  <inkml:trace contextRef="#ctx0" brushRef="#br0" timeOffset="100035.03">21733 5443 205 0,'0'0'931'15,"0"0"-636"-15,0 0-173 16,0 0 21-16,89-32 66 16,-43 23-86-16,6-1-60 0,0 1-33 15,-3 2-22 1,-9 3-8-16,-10 1-18 0,-20 3-163 15,-7 0-168-15,-3 0-374 0</inkml:trace>
  <inkml:trace contextRef="#ctx0" brushRef="#br0" timeOffset="100202.36">21939 5498 485 0,'0'0'270'0,"0"0"9"15,0 0-20-15,-37 89-30 16,34-59-23-16,3-1-38 15,0-1-74-15,0-4-54 0,0 0-25 16,-2-1 0-16,-5-7-15 16,-1 0-50-16,-2-5-161 15,3-5-289 1,3-1-328-16</inkml:trace>
  <inkml:trace contextRef="#ctx0" brushRef="#br0" timeOffset="100600.12">22101 5585 772 0,'0'0'391'15,"0"0"-233"-15,0 0 26 16,0 0 33-16,0 0-82 16,0 0-65-16,0 0-41 15,78 21-2-15,-78-3 37 0,0 1-1 16,-6-2-4-16,-3-4-10 15,5-2-22-15,0-4-11 16,1-1-15-16,3-5 7 16,0-1-7-16,0 0 8 15,0 0-9-15,13-9-37 16,2-4-8-16,5-3 7 16,4 2-15-16,1 1 26 15,0 1 27-15,0 2 0 16,-3 2 1-16,-2 4 11 15,-5 1 41-15,-2 3 12 16,-2 0-16-16,-2 0-18 16,-2 0-18-16,-4 1-13 0,-3 8-8 15,0 5-1-15,-1 9-147 16,-13-6-352-16,0 2-370 0</inkml:trace>
  <inkml:trace contextRef="#ctx0" brushRef="#br0" timeOffset="101166.83">21984 6673 887 0,'0'0'378'0,"0"0"-219"0,0 0-117 0,0 0 63 16,0 0 61-16,-15 106-39 15,10-60-57-15,2 2-39 16,3 1-16-16,0-2-9 15,0-4-6-15,-4 0-46 16,-3-13-259-16,-4-9-403 0</inkml:trace>
  <inkml:trace contextRef="#ctx0" brushRef="#br0" timeOffset="101432.53">21979 6607 776 0,'0'0'234'0,"93"-21"-108"15,-32 16 87-15,2 5 68 16,-16 5-130-16,-19 17-116 16,-21 10-35-16,-7 7 22 0,-34 1 6 15,-14 2 0-15,-15-4-15 16,-2-4-6-16,-1-6 15 15,6-7-13-15,8-6-9 16,17-6-133-16,27-9-161 16,8 0-194-16,0-4-121 0</inkml:trace>
  <inkml:trace contextRef="#ctx0" brushRef="#br0" timeOffset="101766.15">22420 6689 1106 0,'0'0'381'0,"0"0"-301"0,0 0-35 15,0 0 94-15,0 0-2 16,70 80-37-16,-51-51-46 16,-1-2-23-16,1 0-6 15,-3-6-15-15,-3-5-1 16,-3-5 4-16,-1-8-3 15,-1-3 9-15,-1 0 14 16,5-5-2-16,3-14-9 16,5-2-13-16,3-6-8 15,6-3 5-15,-3-3-6 16,-1-2 0-16,-3 0 0 0,-5 2 1 16,-6 6-1-1,-2 6-1-15,-6 9-16 0,-3 11-82 16,0 2-374-16,0 16 85 15,0-2-466-15</inkml:trace>
  <inkml:trace contextRef="#ctx0" brushRef="#br0" timeOffset="102149.17">23127 6637 606 0,'0'0'703'15,"0"0"-422"-15,0 0-119 16,0 0 22-16,0 0 29 0,0 0-81 16,0 0-122-16,22-51-10 15,-26 72-2-15,-9 7 2 16,0 5 6-16,-2-1 2 16,5-1 1-16,6-4-3 15,4-9-6-15,0-2 0 16,19-9 0-16,7-7 15 15,8 0 0-15,4-4-2 16,-1-12-13-16,-2-5 0 16,-9 0-2-16,-5-3-9 15,-13-1-24-15,-8-2-33 16,-4-5-15-16,-22-2 20 16,-10-2 18-16,-9 2 8 0,-6 9-10 15,-2 9-62 1,-4 12-111-16,-8 11-27 0,15 12-115 15,9 3-126-15</inkml:trace>
  <inkml:trace contextRef="#ctx0" brushRef="#br0" timeOffset="102415.09">23174 6649 222 0,'0'0'923'0,"0"0"-675"15,0 0-118-15,0 0 42 16,0 0-51-16,0 0-17 0,0 0 3 16,78 66-28-16,-76-39-14 15,0 2-25-15,-2-1-13 16,1 3-13-16,3-6-5 16,6-1-7-16,3-5-1 15,2-4 4-15,7-4-5 16,-2-2-25-16,2-3-65 15,4-2-168-15,-6-2-277 16,-5-1-83-16</inkml:trace>
  <inkml:trace contextRef="#ctx0" brushRef="#br0" timeOffset="102683.84">22619 7551 679 0,'0'0'699'0,"0"0"-477"16,0 0 10-16,0 0-60 15,0 0 1-15,0 0-53 16,85-48-40-16,-48 36-30 15,5 3-23-15,-4 3-21 16,-1 1-6-16,-9 5-41 16,-8 0-98-16,-8 13-248 15,-8 0-307-15</inkml:trace>
  <inkml:trace contextRef="#ctx0" brushRef="#br0" timeOffset="102882.87">22592 7730 508 0,'0'0'621'16,"0"0"-354"-16,0 0 212 16,0 0-158-16,0 0-192 15,0 0-62-15,126-54-33 16,-32 30-18-16,31-3-9 16,-7 4-5-16,-21 9-2 15,-30 4-9-15,-8-2-68 0,-11 2-214 16,-6-3-566-16</inkml:trace>
  <inkml:trace contextRef="#ctx0" brushRef="#br0" timeOffset="103099.64">23346 7364 810 0,'0'0'373'15,"0"0"-218"-15,0 0-22 16,88-16 84-16,-42 12-65 16,12-1-83-16,3 0-42 0,-2-1-10 15,-5 3-17 1,-14-1-12-16,-15 4-260 0,-17 0-484 16</inkml:trace>
  <inkml:trace contextRef="#ctx0" brushRef="#br0" timeOffset="103298.84">23498 7450 687 0,'0'0'325'16,"0"0"-195"-16,0 0 119 16,0 0-69-16,0 104-22 15,-2-70-60-15,-2-1-43 16,-3 4-36-16,0-2-17 15,3-4-2-15,3-4-78 16,1-4-221-16,0-11-340 0</inkml:trace>
  <inkml:trace contextRef="#ctx0" brushRef="#br0" timeOffset="103649.79">23643 7527 603 0,'0'0'549'0,"0"0"-382"0,0 0-69 16,0 0 80-16,97-8-34 16,-72 8-64-16,-5 11-5 15,-5 4-16-15,-1 4-15 16,-8 3-11-16,-2 2-5 15,-4 0-3-15,0-3-10 16,0 0-15-16,-15-7-1 16,-6-1 1-16,-6-4 30 15,-4-6-30-15,0-3-14 16,0 0-11-16,8-8-12 16,8-6 6-16,7-6 19 15,8-3-22-15,10-2-58 16,18-2-88-16,32-9-70 15,-5 7-105-15,-3 7-403 0</inkml:trace>
  <inkml:trace contextRef="#ctx0" brushRef="#br0" timeOffset="104284.07">24078 7458 876 0,'0'0'376'16,"0"0"-205"-16,0 0 34 15,0 0 28-15,0 0-124 16,0 0-41-16,0 0 57 16,-14 58-45-16,4-31-19 15,0-1-20-15,2 1-2 16,3-6-13-16,4-1-15 16,1-7-11-16,0-5 6 0,14-5 0 15,8-3-6 1,4 0-32-16,1-6-50 0,1-10 7 15,-5-2 2-15,-3-4 38 16,-5 3 33-16,-7-2 2 16,1 1 1-16,-6 6 1 15,-2 4 16-15,-1 4 46 16,0 6-16-16,0 0-48 16,0 0 9-16,0 12-8 15,-6 3 27-15,-1 0-16 16,6 1 6-16,1-2-5 15,0-4-12-15,4-2 0 0,15-3 12 16,3-5 3 0,6 0 2-16,4 0-16 0,1-11 8 15,1-4-10-15,-4-1 0 16,-7-6-13-16,-6 1-6 16,-4-1 0-16,-6-2 5 15,-7 5 1-15,0 2 13 16,0 5-1-16,0 6 1 15,-7 4 5-15,-8 2 7 16,-1 0 10-16,-6 14 2 16,-2 4-2-16,2 4 4 15,3 4 0-15,2-2-9 16,7 0-4-16,3-2-11 0,7-1-2 16,0-4 0-1,0 1-2-15,10-2-26 0,1 3-83 16,0-1-15-1,-3 2-142-15,-8 4-210 0,0 3-101 16,0-8-113-16</inkml:trace>
  <inkml:trace contextRef="#ctx0" brushRef="#br0" timeOffset="104663.78">22740 8330 1107 0,'0'0'323'0,"0"0"-237"0,0 0 38 0,0 0 0 0,0 0 37 16,104-34-79-16,-29 25-46 16,31-3-12-16,34-5-17 15,25-2 5-15,1 1-3 16,-4 1 66-16,-23 4 31 16,-32 0-36-16,-33 4-44 15,-34 2-18-15,-14 2-2 0,-6-3-6 16,-8 1-11-1,-10-2-41-15,-4 0-76 0,-46-1-62 16,1 1-73-16,2-1-283 0</inkml:trace>
  <inkml:trace contextRef="#ctx0" brushRef="#br0" timeOffset="105513.89">23939 7433 588 0,'0'0'273'0,"0"0"-106"0,0 0 29 0,0 0-14 0,0 0-83 15,0 0-31-15,0 0 47 16,-80 14 2-16,55-1-13 16,1 0-34-16,2-1-5 15,3 5-5-15,4-1-20 16,1-1-24-16,6 3-7 16,-1-2-8-16,-1 1-1 15,0 1-37-15,-9 1-198 16,0-3-248-16,2-3-137 0</inkml:trace>
  <inkml:trace contextRef="#ctx0" brushRef="#br0" timeOffset="105696.93">23771 7645 1287 0,'0'0'267'0,"0"0"-170"16,0 0 64-16,0 0-116 16,0 0-45-16,0 0-364 15,0 0-418-15</inkml:trace>
  <inkml:trace contextRef="#ctx0" brushRef="#br0" timeOffset="106315.22">21038 8360 1247 0,'0'0'376'0,"0"0"-143"0,0 0-155 0,0 0-31 16,124-42 27-16,-60 30-41 16,33-6-33-16,-16 2-119 15,-9-3-843-15</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11.375" units="1/deg"/>
          <inkml:channelProperty channel="T" name="resolution" value="1" units="1/dev"/>
        </inkml:channelProperties>
      </inkml:inkSource>
      <inkml:timestamp xml:id="ts0" timeString="2025-10-22T12:57:26.811"/>
    </inkml:context>
    <inkml:brush xml:id="br0">
      <inkml:brushProperty name="width" value="0.05292" units="cm"/>
      <inkml:brushProperty name="height" value="0.05292" units="cm"/>
      <inkml:brushProperty name="color" value="#FF0000"/>
    </inkml:brush>
  </inkml:definitions>
  <inkml:trace contextRef="#ctx0" brushRef="#br0">21932 6053 32 0,'0'0'66'0,"0"0"-66"0,0 0-5 16,0 0-34-16,0 0 0 15</inkml:trace>
  <inkml:trace contextRef="#ctx0" brushRef="#br0" timeOffset="7543.4">4921 5842 479 0,'0'0'186'0,"0"0"-57"0,0 0-9 0,0 0 33 16,0 0-1-16,0 0 7 16,0 0-40-16,10-34-36 0,-9 30 4 15,1 2 1 1,0-1-3-16,-2-2-5 0,0 5-18 15,0-3-17 1,0 0-2-16,0 0-2 0,0 2-4 16,0 0-8-16,0-2-7 15,0 0 2-15,0 0-8 16,0-2 5-16,-5 0-8 16,0 0 5-16,0-1-6 15,-4-1-11-15,2 1 5 16,-4 1-6-16,-3-3-2 15,-2 2 2-15,-4 0-1 16,-2 0 0-16,1 2 0 16,-3-3 1-16,1 3 7 15,-1-1-6-15,1 0-1 0,0 2 0 16,1-2 0-16,-1 2 0 16,-1 0 0-16,3 3-7 15,-5-3 7-15,1 3 0 16,-3-2-11-16,-3 1 10 15,-2-3-6-15,-2 4 7 16,-4 0 6-16,3-3-6 16,-3-3 0-16,3 6 0 15,-3-2 5-15,3-1-5 16,2-2 0-16,2 0 0 16,2 4 0-16,2-4-1 15,1 2 1-15,1-3 0 16,0 4-6-16,1-1 4 0,2-1-6 15,0 3 7 1,-1-1 0-16,2-1-8 0,0 0 7 16,1 3-4-16,1-3 5 15,-4 2-1-15,7 1-9 16,-6-2 5-16,0 2-2 16,3-1 7-16,-2 1-7 15,-1-2 8-15,-2 1-2 16,2-1 1-16,-3 0 0 15,0 0-1-15,1-1-5 16,-1 1 1-16,2-1 6 16,-1 3 0-16,3-1 0 15,-4-1 0-15,6 1 0 16,-3-1 0-16,1-1 1 16,-1 0-1-16,3 0 0 0,-3 2-1 15,1-2-3-15,2 1 4 16,-2-1 1-16,5 2 0 15,2-2 0-15,2 1-1 16,0 1 0-16,1-1-1 16,-2-1 0-16,8 0 1 15,-4 3 0-15,2 0 0 16,-1-1 0-16,-1-1 0 16,-2 1-1-16,4-1 1 15,-4 2-1-15,1 0 1 16,-4 0-6-16,3 0-12 15,-3 0 8-15,-2 0 10 0,-1 0 0 16,1 0 2 0,-1 0-1-16,-2 0 0 0,1 0 1 15,1 0-1-15,-3 0 5 16,2 0-6-16,-3 0-1 16,1 0 0-16,-3 0-5 15,-1 0 6-15,-2 0 1 16,0 0-1-16,2 2 1 15,0 1-1-15,3-2 1 16,0-1-1-16,5 0 0 16,-2 3 1-16,2-3 0 15,4 2 0-15,-2-2 0 16,1 1 0-16,1-1 0 16,0 0-1-16,0 2 0 0,1-2 0 15,-2 0 0-15,-1 0 0 16,1 1 1-16,-2-1-1 15,1 2 0-15,0-1 0 16,0 2 0-16,-3 0-1 16,1 0 1-16,0 0 1 15,-1 0 0-15,-2 0-1 16,0 0-1-16,-3 2 0 16,0-4 1-16,0 2 0 15,1 0 0-15,2-1 0 16,4 0 0-16,-1 0 0 15,2-2 1-15,4 2-1 16,-1-2 0-16,3 0 2 16,2 0 5-16,3 0-7 15,1 0 5-15,-1 0-5 0,1 0-1 16,-4 0 1-16,0 0 0 16,0 0 0-16,-3 0 0 15,0 0-5-15,-3 0 5 16,0 0 0-16,-1 0 0 15,1 1 0-15,0 1 0 16,1-2 0-16,-1 1 0 16,-1 1 0-16,2 2-1 15,-1-4 1-15,0 5 0 16,0-2 0-16,-1-2 0 16,2 4 0-16,1-2 0 0,-4 1-6 15,3 2 5-15,-3 0 1 16,-3 2 0-16,2-1-1 15,-4 2 1-15,2 1-15 16,-3 1-3-16,4-3 18 16,0 0 7-16,3 0-7 15,3-2 3-15,1-1-2 16,3 1-1-16,-1 1 5 16,1-1-5-16,0-1-1 15,-5 1 0-15,6 1 1 16,-2-3 0-16,-1 2 0 15,4-2 1-15,0-1-2 16,0 2 1-16,2 1 0 0,-2 0-1 16,0 0-5-1,-2 2 6-15,-1 1 2 0,1-1-2 16,-1 2 2-16,-1 3-2 16,-1-2 0-16,0 0 0 15,0 0 0-15,2-3 1 16,1 0-1-16,-1 5 0 15,-1-5 0-15,-1 3 0 16,0-3 1-16,-1 3-1 16,1 0 1-16,-1-1-1 15,1 2-1-15,-1 0 0 16,1 0 1-16,0-2 0 16,0 1 0-16,2-2 1 15,-1 0-2-15,6-3 0 16,-1 0-6-16,0 0 7 0,4 0-6 15,0 0 6-15,0 0 0 16,0 3 0-16,0-2 0 16,-2-1 0-16,2 2 0 15,0-1 0-15,-1 2-1 16,1 0 1-16,-3 2 0 16,0-2 0-16,2 1 1 15,-4 1 0-15,5 2-1 16,-2-3-1-16,2 1-1 15,0 0 1-15,0 0 1 16,0-3-8-16,0 2 7 16,0-1-6-16,0-1 7 15,2-1 0-15,1-1-10 16,-1 0 9-16,-1 0-6 16,1-2 1-16,2 1 6 0,-1-2 0 15,4 1-1-15,0 1-8 16,5 1 4-16,2 0 5 15,2 0 1-15,1 2-1 16,1 0 1-16,-1 2-1 16,2 0 2-16,-3 2-2 15,3 0-6-15,-5 0-2 16,2-1-3-16,-3-1-3 16,-1-1-3-16,-1 0 11 15,1 0 5-15,2 0-8 0,-1 1 8 16,2-4-11-1,2 4 12-15,-1-2 0 0,0 2 0 16,1 0 0-16,1 3 1 16,-4-2-1-16,-1 2 0 15,1 0-1-15,-2-2 1 16,0 2 0-16,1-4-5 16,-2 0 5-16,2-1-2 15,2-1-6-15,-2 1 8 16,-2-2 2-16,5 1-1 15,0 1 0-15,0 1 1 16,-2 0-2-16,7 0 1 16,-1-2-1-16,1 2 0 0,3-1-8 15,-3-1 8 1,4-1-6-16,-2 0 6 0,0-1 0 16,-1-2 0-16,1 0-1 15,-1 0 2-15,1-2-1 16,2-1 0-16,0 0 0 15,3 0 0-15,1 0 1 16,4 0 1-16,0 0-2 16,2 0 1-16,1 0 1 15,-1 0-2-15,-2 0 2 16,-1 0-2-16,-3 0 0 16,-3-1 1-16,-1-1 0 15,5-1-1-15,-1 0 0 0,-1-1 0 16,2-1 0-1,2 2 0-15,-4 0 0 16,-1 3 0-16,1 0-1 16,-3 0 1-16,-1 0 1 0,3 0-1 15,0 0 1-15,-2 0-1 16,5 0 0-16,0-3 1 16,3 0 0-16,1-3-1 15,-1 2 0-15,-1-2 0 16,-4 1 0-16,-1 1 1 15,-4 1-1-15,-1-2 0 16,-2 2 0-16,0-1 0 0,5-1 0 16,2 2 0-1,-1-1 1-15,8-1-1 0,0 1 2 16,-3-1-1 0,1 1-1-16,-2 1 0 0,-5 0 0 15,-1 1 0-15,-8-1 0 16,3 2 0-16,-5-1 0 15,2-1 0-15,0 0 0 16,3 0 0-16,1-1 1 16,2-2-1-16,-1 1 0 15,1 1 0-15,1-1 0 16,-3 1 0-16,0-1-1 16,-1 1 1-16,1-1 0 15,0 1 1-15,0-3-1 16,0 2 0-16,2-1-9 15,1 0 9-15,-1-2 1 16,2 2 8-16,-3-1-9 0,1 2 0 16,0 0 0-16,1-1 0 15,-1 1 0-15,-1-1 0 16,0-1 0-16,-1 1 0 16,-1 0 0-16,0 1 0 15,-2-2 1-15,1 1-1 16,-1 0 1-16,-3 1-1 15,3 1 0-15,-2 0 0 16,-1 1 1-16,2-2-2 16,1 0 1-16,4-1 0 15,0 1 0-15,3-3 0 16,0 0 0-16,0 1 0 0,-1 0 0 16,-1-3 0-16,0 3 1 15,0 1-1-15,-4 0-1 16,3 0 1-16,-1 1 1 15,-1 0-1-15,0 0 0 16,-5-1 0-16,5 1-1 16,-4 2 1-16,-4-1 1 15,5 0-1-15,0-3 1 16,0 3 0-16,-2-3-1 16,1 4 0-16,1-2-1 15,-3 0 1-15,1 1 0 16,4-3 1-16,-4 4-1 15,3-3 1-15,0-1-1 0,0 1 0 16,-3 1 0 0,2-1 0-16,-3-1 1 0,-1 3-1 15,-2-1 0-15,-2 0 0 16,-1 2 0-16,3 0 0 16,-2-3-1-16,4 2 1 15,-1-1-1-15,1 1 1 16,2-1 0-16,-2 1 1 15,-1-1-1-15,-1 2 0 16,-1-1 0-16,2-1 0 16,-3 1 0-16,-1-1 2 15,2-1-1-15,-2 2 0 16,-4-1 5-16,5 1-6 16,-3-1 0-16,0 1 0 15,2 1 0-15,-2-2 1 0,0 1-1 16,0-1 0-16,0-2 1 15,0 4 1-15,1-3 0 16,-3 0-2-16,3 1 1 16,-1-1-1-16,-3 0 1 15,-2-1 10-15,0 4-1 16,0-5-1-16,0 2 11 16,0-3-9-16,0 0-1 15,0 0-3-15,0-1 2 16,0 1-3-16,0 0-4 15,0-1-1-15,0 2 9 16,0 2-4-16,0-1 2 16,-4 0 8-16,1-3-10 0,1 5 3 15,-2-4 2-15,3-1-10 16,-1 5 14 0,-1-1-6-16,0 0-6 0,-2-1 9 15,2 2-5-15,-1-1 8 16,1-1-6-16,3 1-3 15,-2 0 3-15,-1 1 1 16,3-1-1-16,-2-1-2 16,-1 3-1-16,1 0 3 15,-1-2 0-15,-3 3-8 16,6-4 11-16,-3 3-4 16,0 1-2-16,1-1 8 15,-1 1-5-15,0 0 2 0,0-1-10 16,-3 1 9-1,3 0-1-15,-4 0-9 0,0 0 8 16,1 1-8-16,-3-1 0 16,2 0 9-16,1 0-9 15,-1-1 0-15,6 3 10 16,-2-1-9-16,-1 1 5 16,2 1 1-16,-2-2-6 15,4 1 7-15,-2 1 2 16,2 0 7-16,0 0-1 15,0-2-4-15,0 2 0 16,-2 0-6-16,0 0-6 0,1 0 1 16,-1-1 4-1,-1 1-4-15,-1 0-1 0,1-1 1 16,-2 1-1-16,-2 0 0 16,-1 0 0-16,-2 0 0 15,-2 0 0-15,4 0-7 16,-4 0 6-16,2 0 1 15,2 0 5-15,-2 0-5 16,6 0 0-16,1 0 0 16,2 0 1-16,1 0 0 15,-2 0-1-15,2 0 0 16,0 0 1-16,0 0 0 16,0 0 1-16,0 0 5 15,0 0 2-15,0 0-9 16,0 0 0-16,0 0 1 15,0 0-1-15,0 0 1 0,0 0-1 16,0 0 2-16,0 0-1 16,0 0 0-16,0 0-1 15,0 0-6-15,0 0 6 16,0 0 1-16,0 0-1 16,0 0 1-16,0 0-1 15,0 0 0-15,0 0 0 16,0 0-15-16,0 0 9 15,0 0-6-15,0 0-44 16,0 0-69-16,0 0-67 0,3 8-63 16,0 3-287-1,1-4-59-15</inkml:trace>
  <inkml:trace contextRef="#ctx0" brushRef="#br0" timeOffset="13456.43">11462 5483 434 0,'0'0'198'0,"0"0"-95"0,0 0-54 0,0 0 21 16,0 0 47-16,0 0-8 16,11-22-15-16,-9 20 6 15,-2 1 4-15,0 1 12 16,0 0-8-16,0 0-15 16,0 0 1-16,0 0-20 15,0 0-34-15,0 0-30 16,0 0-9-16,0 0 11 15,0 0 7-15,-3 3 5 16,-4 6-4-16,-3 3 1 16,0 1 25-16,-5 4 12 15,-2 1-23-15,-3 4-13 0,-4 1 0 16,1-1-7 0,-4 2-2-16,-1-2 5 0,-1-1-2 15,-1-4-2 1,0 0-8-16,5-4 8 0,-1-2-13 15,-1 0 8-15,5-2 0 16,0-5-1-16,1 4-1 16,2-3 2-16,1-3-8 15,1 1 5-15,7-3 6 16,0 0-5-16,0 0 0 16,4 0 5-16,0 0 3 15,2 0 0-15,0 0-6 16,1 0 0-16,0 0 0 15,-1 0 0-15,1 0-1 16,-2 0-7-16,3-1 0 0,-3-2 0 16,-2-1-1-1,2-1 0-15,1 0 0 0,-3-1 0 16,5 2 2-16,1 0-1 16,1-3 1-16,0 1-2 15,0-2 0-15,0 2-8 16,3-5 8-16,5 4 1 15,2-1 0-15,2-1 5 16,0-1-4-16,2 1 4 16,2-1-6-16,2 2 0 15,0-4-1-15,2 2 1 16,0 2 1-16,1-2 5 0,-1 2-6 16,-2 1 6-16,0 1-6 15,-2 1-1-15,-2 2 1 16,1 0 0-16,-2 2 0 15,-1-1 0-15,5-1 6 16,-4 3 3-16,3-1-8 16,-3 1 10-16,2 0 4 15,-4 0-4-15,2 0-1 16,-2 0-8-16,-5 0 4 16,0 0-6-16,0 1-8 15,-2 8 8-15,-1-1 5 16,0-1 4-16,-1 3-2 15,5 0-6-15,-4-1 5 16,2 2 2-16,-2-3-8 16,0 1 8-16,1 4-7 0,-2-2 6 15,-1-1-7-15,-1 1 0 16,0 2 0-16,0 1 8 16,0-1-1-16,0 1-6 15,0-3 5-15,0 3-5 16,-1 0 0-16,-1 0-1 15,1 0 3-15,1-1 4 16,0 0-6-16,0 0 0 16,0-2 7-16,6-1-8 15,1 0 8-15,3 0-8 16,-1-3 6-16,-5 2-5 16,8-1 0-16,-2 0-1 0,2-3 1 15,3 0 4-15,1-2 12 16,3-2 3-16,0-1-2 15,-3 2-4-15,-1-2-4 16,-3 0-9-16,-3 0 0 16,-2 0 0-16,-4 0-1 15,1 0-1-15,1 0-11 16,0 0-51-16,0 0-98 16,-2 3-222-16,1-3-516 0</inkml:trace>
  <inkml:trace contextRef="#ctx0" brushRef="#br0" timeOffset="14371.15">11933 5467 55 0,'0'0'343'0,"0"0"-214"0,0 0-72 0,0 0 3 16,6-84 9-16,-3 63-17 15,0 4 20-15,-3-3 19 16,1 6 25-16,1 3 14 16,-2 3-4-16,0 2 25 15,0 4-15-15,0 1-19 16,0 1-16-16,0 0-5 16,0 0-25-16,0 0-30 15,0 0-18-15,0 0-23 0,0 0-7 16,0 13 7-16,0 8 18 15,0 10 15 1,0 7 20-16,0 5-11 0,0 5-7 16,-3 2-10-16,-3 2 23 15,3-1-16-15,0 0 4 16,1-2 5-16,-1-2-14 16,1-6-18-16,-1 3 13 15,-3-6-7-15,5-3-2 16,-5-2-4-16,2-3-8 15,1-6 8-15,-1-5-9 16,2-2 0-16,1-4 2 16,1-2-2-16,-2-2 0 0,2-3 2 15,-1 0 3-15,1 0-5 16,-4-2 0-16,2 1-12 16,-1-2-9-16,0 1-37 15,-2 1-54-15,-2-1-64 16,-3-2-50-16,5-2-173 15,0 0-265-15</inkml:trace>
  <inkml:trace contextRef="#ctx0" brushRef="#br0" timeOffset="14972.06">12017 5563 633 0,'0'0'324'0,"0"0"-173"0,0 0 8 0,0 0 40 16,0 0-55-16,0 0-58 16,0 0-34-16,13-5-14 15,0 5 3-15,0 0-3 16,9-3 3-16,1 3 15 16,4 0-8-16,4-1-14 15,2-1-12-15,-1 1 0 16,-1 1 1-16,-1 0-9 0,-5 0-4 15,-4 0-9 1,-7 0 5-16,-4 0-6 0,-5 0-9 16,-3 0 8-16,-2 0-12 15,0 0-18-15,0 1-4 16,0 8-98-16,-12 8-129 16,-1-2-246-16,1-2-149 0</inkml:trace>
  <inkml:trace contextRef="#ctx0" brushRef="#br0" timeOffset="15254.89">11990 5784 692 0,'0'0'189'15,"0"0"-144"-15,0 0 55 16,0 0 111-16,0 0-49 15,0 0-24-15,0 0 36 16,36 1-24-16,-16-1-44 16,2-1-30-16,3-3-4 15,3 1-21-15,4-4-9 16,1 6-19-16,2-4 2 16,-1 2-8-16,1 2-16 15,-4 0-1-15,-7 1-17 16,1 0-118-16,5 0-158 15,-6 0-357-15,-3 0-217 0</inkml:trace>
  <inkml:trace contextRef="#ctx0" brushRef="#br0" timeOffset="15975.37">12964 5561 662 0,'0'0'328'0,"0"0"-121"0,0 0-64 0,0 0 14 0,0 0 9 16,0 0-74-16,0 0-66 15,13-9-26-15,-13 9 0 16,0 0-13-16,0 0 13 16,0 0 7-16,0 0-5 15,0 0 4-15,0 0 5 16,0 0 0-16,0 0 2 15,0 0-4-15,0 0 7 16,0 2 4-16,0-2 1 16,0 0 11-16,0 0 10 0,0 0 8 15,0 0-9-15,0 0-6 16,0 0-2-16,0 0-7 16,0 0-7-16,0 0-8 15,0 0-1-15,0 0 2 16,0 0-2-16,0 0-4 15,0 0 9-15,0 0-6 16,0 0-9-16,0 1-7 16,0 8-15-16,0 5 22 15,0 5 8-15,0 5 2 16,0 6 3-16,-3 6 20 16,-1 2-20-16,3 1 12 15,-1-1 2-15,2-2-9 0,0 0-7 16,0-4 1-16,0 0 0 15,0-2-11-15,-2-3 1 16,-1-6 4-16,0-5 1 16,-2-2-7-16,1-7 1 15,2-2-1-15,1-1-1 16,-1-2-33-16,-3-2-45 16,3 0-73-16,-11 0-160 15,2 0-304-15,-1-9-385 0</inkml:trace>
  <inkml:trace contextRef="#ctx0" brushRef="#br0" timeOffset="16971.21">12934 5603 740 0,'0'0'237'0,"0"0"-140"0,0 0 31 0,0 0 7 16,0 0-28-16,0 0 2 15,0 0-4-15,-32-52-26 16,30 41-19-16,1 2-5 0,1-1 7 15,0-1-24-15,0-1-1 16,0 0-21-16,6-1 7 16,6-2 6-16,3 0-23 15,1 1-6-15,12-2 0 16,-1 3-1-16,5 2 1 16,5 1 1-16,0 0-1 15,-4 3 6-15,3-1 4 16,-8 3 9-16,-8 2 6 15,-3 3-3-15,-5 0-3 16,-6 0-10-16,-1 0 2 16,-3 3 0-16,-2 7 13 15,0 1-11-15,0 2-1 16,0 2-2-16,0-2-8 0,-2 1 7 16,-5-2-3-16,1-3-5 15,-2 3-1-15,-4-2 15 16,2 1-5-16,-2 1 11 15,2-3-2-15,0 1-7 16,2-4-3-16,3 3-6 16,-1-3 4-16,6 0-6 15,0-3-1-15,0 3 0 16,0-3 0-16,0 2 2 16,11-4 14-16,-1 5-15 15,0-3 8-15,4 5-2 16,7-2-7-16,-4 0 6 0,3 1-6 15,-2-1 0 1,-3 0 4-16,0 0-4 0,-5 1-6 16,-5-2 5-16,-5 1 1 15,0 0 2-15,0 1 4 16,0-1 9-16,-10 5 4 16,-4-4-3-16,3-1 2 15,-6 0-4-15,0 2 0 16,-4-1 1-16,-3-1-6 15,1-3 0-15,-2 5-3 16,1-5-6-16,0 2 9 0,6-2-9 16,2-1 1-16,1-1 7 15,1-1-8-15,4 0 1 16,0 0-1-16,2 0 0 16,2 0 7-16,0 0-7 15,3 0 0-15,2 0 0 16,-1 0 0-16,-2 0 1 15,4 0 0-15,0 0-1 16,0 0 1-16,0 0-1 16,0 0 0-16,0 0-1 15,0 0-5-15,0 0-10 16,6 0-38-16,5 0-67 16,19 0-77-16,-2 0-331 15,-1 0-256-15</inkml:trace>
  <inkml:trace contextRef="#ctx0" brushRef="#br0" timeOffset="17153.24">13672 5767 1452 0,'0'0'561'0,"0"0"-486"0,0 0-12 0,0 0 134 16,0 0-101-16,0 0-96 15,0 0-7-15,-28 2-99 16,11 7-183-16,0-3-554 0</inkml:trace>
  <inkml:trace contextRef="#ctx0" brushRef="#br0" timeOffset="22930.61">12328 8281 586 0,'0'0'207'0,"0"0"-110"0,0 0-34 0,0 0 31 16,0 0 48-16,0 0-22 15,0-33 2-15,0 30-26 16,0 3-10-16,0-3-15 16,0 3-24-16,0 0-14 15,0 0-33-15,-3 10 6 16,-7 10-6-16,4 10 28 15,-6 7-3-15,0 7-5 0,0 1-5 16,5 2 2 0,1-4 8-16,1-2-14 0,5-7-9 15,0-4-1-15,0-6 5 16,0-7-4-16,0-7-2 16,4-5 1-16,3-5 0 15,0 0 21-15,5 0-1 16,0-8-8-16,1-5-6 15,-1-4 5-15,3-2-9 16,-2-2-3-16,1-5 6 0,1 5-6 16,-4 1 1-1,-1 1-1-15,-1 7 1 0,-6 5 7 16,1 0-8 0,-3 7 0-16,1 0 0 0,0 0-22 15,1 3 22-15,2 9 3 16,0 4 11-16,3 1 0 15,4 2-3-15,5-1-5 16,1-3-5-16,6-3 8 16,1-3-2-16,-1-3-6 15,7-3 0-15,-4-3 1 16,-2 0 4-16,-2-2 4 16,-5-6-9-16,-3-5 5 15,2 0-4-15,-5-3 4 16,-4-1 2-16,-1-1-6 15,-7-1-1-15,0-2 7 16,0 1-8-16,-2 1 1 0,-10 3 4 16,-1 1-5-16,-4 3-1 15,-3 3 0-15,-2 1-10 16,-1 8 10-16,-2 0 1 16,2 0-1-16,1 0-15 15,4 5 16-15,2 1 1 16,6 0-1-16,5-2 0 15,5-1-15-15,0-1-41 16,0 1-37-16,12-3 4 16,7 0-60-16,19 0-101 15,-3 0-66-15,-3 0-217 0</inkml:trace>
  <inkml:trace contextRef="#ctx0" brushRef="#br0" timeOffset="23796.14">13022 8085 918 0,'0'0'255'15,"0"0"-109"-15,0 0-49 0,0 0 15 0,0 0-4 0,0 0-64 16,0 0-33-16,0 16 45 15,-7 10 20-15,-1 6-10 0,0 3-5 16,-2 5-8 0,0 2 23-16,5 2-23 0,-2-1-16 15,4-5-9-15,-1 1-18 16,3-7-4-16,-3-7-5 16,3-4 0-16,-3-5 0 15,2-6 8-15,2-4-8 16,0-3-1-16,0-2 1 15,0 1-1-15,0-2 1 16,0 0-1-16,0 0 0 16,0 0 0-16,0 0 0 15,0 0 0-15,0-6-17 16,0-4-16-16,7-4 23 16,7-5 8-16,3 1-5 15,0-1 7-15,5-2 1 0,2 1 0 16,-4 2-1-16,4 6-1 15,-7 5-11-15,-1 2 12 16,-6 5-8-16,0 0 8 16,-4 0-2-16,0 0-4 15,-2 11 6-15,-2 1 6 16,-1 6 8-16,-1 1 6 16,0 3-6-16,0-2-4 15,4-2-1-15,-1-1-8 16,6-4 0-16,1-5 0 15,2-2 5-15,6-4 4 16,4-2 1-16,3 0-10 16,0-8 6-16,5-3-6 15,-3-7 6-15,-2-1-6 0,-7-1-1 16,-4 2 0-16,-3-3-14 16,-6 0-4-16,-5 0-4 15,0 2 7-15,0 1-1 16,-6 3 6-16,-4 4 8 15,3 4-7-15,0 7-2 16,-3 0 11-16,3 0-9 16,-1 7 8-16,0 8 1 15,-2 3 1-15,1 5 13 16,4-2-8-16,0 0 9 16,4 0 0-16,1-4-8 15,0-3-7-15,0-3 0 0,0-3 0 16,8-3-1-1,4 1 1-15,0-3-46 0,1-1-97 16,0-2-118-16,2 0-76 16,-1-5-188-16,-6-5-129 0</inkml:trace>
  <inkml:trace contextRef="#ctx0" brushRef="#br0" timeOffset="24098.63">13495 8380 622 0,'0'0'263'0,"0"0"-141"0,0 0 21 0,0 0 54 0,0 0-27 0,0 0-60 16,88-20-34-16,-74 28-12 15,-2 5 40-15,-6 4-6 16,1 1-34-16,-5-3-11 16,-2 3-31-16,0-3 2 15,-2-3-15-15,-6-2 13 16,-3-2-21-16,1-2 14 15,3-4-5-15,-2-2 3 16,5 0 1-16,3 0-14 16,1-13-9-16,0-1-19 15,7-6-33-15,13-4-63 16,3 1-29-16,3 1-98 16,12-1-88-16,-10 11-46 15,-1 5-264-15</inkml:trace>
  <inkml:trace contextRef="#ctx0" brushRef="#br0" timeOffset="24446.46">13834 8456 153 0,'0'0'264'0,"0"0"-99"15,0 0 16-15,0 0 51 16,0 0 12-16,0 0-32 16,0 0-57-16,80-7-29 15,-49-2-55-15,0-2-28 16,0-1-24-16,-5 0-6 15,-6 0-12-15,-8 0 17 16,-7 2-5-16,-5-2-10 16,0-2 4-16,-12 4-6 15,-5-1 6-15,-3 2-7 0,-3 5 4 16,0 4 6-16,0 0-2 16,-2 4 9-16,4 16 7 15,1 1 2-15,6 1 0 16,7 4-10-16,4-4-10 15,3-2 0-15,4-4-6 16,16-3 0-16,4-5 11 16,4-5-11-16,6-3-83 15,7 0-147-15,-7 0-132 16,-8-9-288-16</inkml:trace>
  <inkml:trace contextRef="#ctx0" brushRef="#br0" timeOffset="25295.18">14215 8366 694 0,'0'0'336'16,"0"0"-201"-16,0 0-72 15,0 0-5-15,0 0-1 16,0 0-41-16,0 0 14 16,19-3 17-16,-12 3 1 15,0-4-15-15,0-2-18 16,3-2-1-16,-3-1 11 15,-3 2-9-15,-1-2-6 16,-3 1-1-16,0 2 2 16,0 2 29-16,0-2 1 0,0 6 5 15,0-2 14 1,0 2-28-16,0 0-11 0,-3 0-12 16,1 8 2-16,-2 5 4 15,1 5 3-15,0 3 8 16,1 3 12-16,2-1 0 15,0-1-9-15,0 1-7 16,0-10-14-16,0 0-7 16,0-2 6-16,0-8-7 15,0-3 1-15,0 0 0 16,2 0 15-16,4 0-1 16,0-9-15-16,5-3-6 15,2-4-16-15,-1-4-11 0,2 2 10 16,-1 0 4-1,-1 5 6-15,-2 1 7 0,1 4 0 16,-2 4 0 0,1 4-1-16,-2 0 7 0,-1 3-1 15,1 10 1-15,-2 1 13 16,1 1 6-16,0 0-7 16,4-5 7-16,-1-1-18 15,-3-3 1-15,2-2 4 16,4-4-6-16,-4 0 13 15,4-4-5-15,-2-8-8 16,-2 0-6-16,-4-4-16 16,2 2-17-16,-6-2 18 15,-1-1 5-15,0 2 3 0,0 2 5 16,0 7 8 0,0 1 0-16,0 5 2 0,0 0-2 15,0 11 0-15,-1 8 16 16,1-1 4-16,0 3 10 15,0-4-16-15,0-1 4 16,0-5-4-16,0-4-14 16,3-1 0-16,1-6 0 15,-1 0-2-15,2 0 2 16,5 0 0-16,0-4 0 16,0-4-12-16,2-1-5 15,1 0 7-15,-1 6-50 16,1 0 26-16,-3 2 32 15,-2 1-12-15,4 0 8 16,-3 7 6-16,5 5-16 16,11 6-38-16,4-4-271 0,-4-5-785 0</inkml:trace>
  <inkml:trace contextRef="#ctx0" brushRef="#br0" timeOffset="26028.19">15846 8175 613 0,'0'0'320'0,"0"0"-122"0,0 0-12 0,0 0 4 0,0 0-50 16,0 0-76-16,0 0-45 15,-5 6 33-15,-3 9 13 16,-7 4-20-16,-3 1 30 15,-4 4-33-15,-3 4-1 16,-5-3-13-16,1 1-12 0,-4-2 6 16,-1-3-7-16,0-3-6 15,-4 0-2-15,2-6-5 16,-3-2-1-16,10-2 8 16,5-5-9-16,7-3-2 15,5 0-14-15,9 0 6 16,3-3-24-16,0-8-61 15,1-4-11-15,15 0 55 16,-1 0 12-16,3-1 8 16,2 2 13-16,2 1 17 15,1 2-8-15,1 4 9 16,-3 1 1-16,1 4 6 16,-3 2-7-16,-5 0 1 15,0 2-1-15,-4 8 15 0,2 4 20 16,-3-1 10-16,5 4 0 15,-1 1 10-15,2 0-19 16,2-3-9-16,2 3-1 16,1-3-15-16,2-2-9 15,1-1 10-15,2 1-11 16,3-5 10-16,2 2-9 16,0-4-2-16,0 2 1 15,-2-5 0-15,-5 0 8 16,-5 1-9-16,-8-4 0 15,-2 1-9-15,-4-1-99 16,-4 0-44-16,0 0-79 16,0-5-364-16</inkml:trace>
  <inkml:trace contextRef="#ctx0" brushRef="#br0" timeOffset="26695.23">16258 8293 838 0,'0'0'349'0,"0"0"-143"0,0 0-53 0,0 0 16 16,0 0 9-1,0 0-90-15,0 0-57 0,84-78-18 16,-71 75-13-16,-6 3-10 16,0 0-45-16,-4 6-125 15,1 10-44-15,-2 5-59 16,-2 6 22-16,0 2 95 16,0 2 84-16,0-1 56 15,0-1 19-15,-2-7 7 16,0 0 7-16,2-8 5 15,0-6 43-15,0-3 78 16,10-5 62-16,7 0-21 0,6 0-35 16,6-10-40-16,3-3-31 15,3-1 8-15,1-4-40 16,1-1-18-16,-5-4-11 16,-4-1-6-16,-6-1-1 15,-7 1 10-15,-5 3-9 16,-5 3 15-16,-4 3 79 15,-1 9-4-15,0 3-13 16,0 3-33-16,0 0-45 16,0 0-11-16,0 13 11 15,0 4 0-15,0 4 9 16,0 3 3-16,0 0-4 16,6-3 4-16,-1-2-6 15,-2-4 1-15,1 0-5 16,-4-3 3-16,0-3-5 0,0 0-10 15,-11 0 10-15,-9 0 11 16,-5 2 8-16,-8-2-8 16,-7 1-4-16,-5 0-7 15,-2-2-28-15,-10 1-107 16,12-2-220-16,10-3-415 0</inkml:trace>
  <inkml:trace contextRef="#ctx0" brushRef="#br0" timeOffset="27227.07">17188 8047 643 0,'0'0'310'0,"0"0"-119"0,0 0-42 0,0 0-2 15,0 0 2-15,0 0-45 16,0 0-53-16,20-6 19 15,2 2 9-15,9 1-25 16,11-1-22-16,5-4-14 16,6 2 3-16,5 0-6 0,-5 0 3 15,-6 1-8 1,-11 5-10-16,-10 0-2 0,-13 0-49 16,-10 0-132-16,-8 8-151 15,-15-1-171-15,-3 1-374 0</inkml:trace>
  <inkml:trace contextRef="#ctx0" brushRef="#br0" timeOffset="27462.22">17397 8114 719 0,'0'0'265'0,"0"0"-194"15,0 0 67-15,0 0 14 16,40 82 44-16,-32-49-30 15,-2 5-46-15,-2 3-44 0,-2-1-21 16,-2-2-22-16,0-5-24 16,0-5 1-16,0-3-10 15,0-8 0-15,4 1-90 16,3-10-144-16,2-5-117 16,0-3-281-16</inkml:trace>
  <inkml:trace contextRef="#ctx0" brushRef="#br0" timeOffset="28431.09">17692 8207 920 0,'0'0'240'15,"0"0"-151"-15,0 0 57 16,0 0-1-16,0 0-36 16,99 42-31-16,-82-19-20 15,-4 1-27-15,-1 3-2 16,-2-5 12-16,-3-4-20 16,-4 0-21-16,-3-7-7 15,0-2 6-15,0-5 2 16,-10 1-7-16,-8-5-3 15,-1 0-33-15,-4 0 18 16,3 0-18-16,3-6 5 0,9-6 10 16,4-3-42-1,4-3-47-15,9-3-15 0,13-3 50 16,11 0 10-16,4 1 9 16,4 1 44-16,1 3 18 15,0 3 0-15,-3 2 23 16,-8 6 52-16,-6 1 28 15,-8 6 15-15,-5-1-27 16,-7 2-33-16,-4 0-21 16,-1 0-9-16,0 11 27 15,0 1 31-15,-1 5-21 16,-4 4-27-16,0-4-12 16,3-1-14-16,2-3-3 0,0-5-9 15,0-5 1 1,2-2 4-16,9-1 10 0,6 0 2 15,6-1-17-15,2-12 0 16,4-1-14-16,1 1-7 16,-5-1 8-16,-2 1 12 15,-6 5 1-15,-5 2 6 16,-7 3-6-16,-2 3-1 16,-1 0-12-16,-2 0 13 15,0 11 23-15,3 1 9 16,1 1-11-16,2-2-10 15,6 2 3-15,3-7 0 16,7-2-2-16,1-4-5 0,4 0 1 16,-2 0-8-1,5-7 1-15,-3-9 4 0,-2 5-5 16,-4-8 1-16,-5 5 0 16,-6-4-1-16,-4 1 0 15,-4-3-1-15,-2 2 0 16,0 3 0-16,0 2-13 15,0 4 13-15,-3 1-1 16,-9 8-5-16,2 0 7 16,-3 0-1-16,-6 8 1 0,-1 5 2 15,-2 5 9 1,6 3 10-16,0 2-5 0,5 1-7 16,5-2 12-16,0 0-12 15,6-3-8-15,0-1 15 16,0-3-10-1,10-1 9-15,7-2-6 0,3-2-9 16,5-1 18-16,2-1-18 16,0-1-25-16,6-1-129 15,-8-3-208-15,-5-3-456 0</inkml:trace>
  <inkml:trace contextRef="#ctx0" brushRef="#br0" timeOffset="28593.13">18926 8345 469 0,'0'0'887'0,"0"0"-676"0,0 0-134 0,0 0 57 0,0 0-81 16,0 0-53-16,0 0-271 16,-9 11-230-16</inkml:trace>
  <inkml:trace contextRef="#ctx0" brushRef="#br0" timeOffset="29477.64">15558 9150 773 0,'0'0'296'0,"0"0"-119"0,0 0-15 0,0 0-60 0,0 0-60 16,0 0 85-16,0 0-6 15,-21 114-3-15,9-59-37 16,2 2-34-16,-2-2-17 16,6-2-12-16,-4-5-17 15,0-8 8-15,-2-5-9 16,1-10-27-16,-3-5-128 16,-4-7-115-16,3-6-250 15,1-4-274-15</inkml:trace>
  <inkml:trace contextRef="#ctx0" brushRef="#br0" timeOffset="29975.06">15482 9164 466 0,'0'0'407'15,"0"0"-212"-15,0 0-136 16,98-56 0-16,-51 42 47 16,3 3 20-16,2 6-27 0,-9 3-16 15,-9 2-20 1,-12 0-63-16,-12 15 0 0,-10 2 4 16,0 2 24-16,-14 2 42 15,-10-1 27-15,-5-2-34 16,-3 2-22-16,4-7-13 15,6-4-6-15,7-3-11 16,9-6-4-16,6 2-7 16,0-2-16-16,4 0 8 15,17 0 8-15,3 0 0 16,2 0 1-16,6 0 0 16,-7 0-1-16,-2 5 0 15,-6 7-12-15,-6 5-1 16,-7 1 13-16,-4 3 1 15,0-1 11-15,-14-3 1 0,-4-1 13 16,-5-1-1 0,-6-5-7-16,1 0-11 0,-1-3-1 15,4-3-4-15,5-2-2 16,5-2-7-16,9 0-67 16,6-6-126-16,6-11-196 15,11-3-667-15</inkml:trace>
  <inkml:trace contextRef="#ctx0" brushRef="#br0" timeOffset="30591.32">16334 9135 1309 0,'0'0'567'0,"0"0"-479"0,0 0-11 16,0 0 65-16,0 0-39 0,0 0-72 16,0 0-31-16,38-22-13 15,-34 27-27-15,-4 9-134 16,0 4-108-16,0 6-75 16,-8 3 18-16,-4 0 54 15,0 5 61-15,2-2 122 16,3-2 102-16,7-3 26 15,0-8 65-15,7-4 121 16,20-8 68-16,8-5 11 0,13 0-57 16,9-5-83-16,8-9-58 15,4-2-34-15,-2-6-33 16,-5 1-10-16,-13 0-7 16,-11-1-9-16,-12-1 9 15,-14 2-8-15,-7 0-1 16,-5 1 0-16,0 6 10 15,-12 1 8-15,1 8 15 16,-1 2-21-16,4 3-1 16,2 0-11-16,3 3-6 15,3 10 6-15,0 0 1 16,0 1 6-16,9 4 14 16,2-3-3-16,1 0 15 0,3 3-12 15,-1-3 9 1,-7 0 2-16,-1 3-16 0,-6-3 1 15,0 0 3 1,-12 1-11-16,-11-7 8 0,-7 4-4 16,-2-2-6-16,-1-1 1 15,1-6-8-15,6 3-1 16,10-7-111-16,16 0-103 16,0 0-135-16,13-7-393 0</inkml:trace>
  <inkml:trace contextRef="#ctx0" brushRef="#br0" timeOffset="31075.07">17644 9231 618 0,'0'0'343'0,"0"0"-184"0,0 0-47 0,0 0 57 0,0 0-23 15,-37-76-56-15,26 64-3 16,-4 4-49-16,-4 0-16 16,1 5-22-16,-4 2 1 15,-3 1 8-15,0 0-1 16,4 9 27-16,-1 6 10 16,10 4 4-16,4 1-7 0,5 3-13 15,3-4 5 1,6-1-9-16,16-4 12 15,8-6-8-15,6-5 3 0,5-3-21 16,2 0-11-16,-1-4-3 16,-3-6-59-16,-10-4-15 15,-5-1-12-15,-9 2 54 16,-8-1 35-16,-4-1 0 16,-3 6 11-16,0 0 6 15,0 7 38-15,0 2-1 16,0 0-24-16,0 0-23 15,3 8 12-15,1 4 9 16,2-2-12-16,4 3-8 16,9-6 6-16,2 2-14 0,4-6-11 15,7-3-135-15,-2 0-383 16,-6-2-345-16</inkml:trace>
  <inkml:trace contextRef="#ctx0" brushRef="#br0" timeOffset="31342.07">18002 8815 856 0,'0'0'337'0,"0"0"-136"0,0 0-50 0,0 0-21 15,0 0-31-15,0 0 14 0,0 0 23 16,25 67-38-1,-25-31-37-15,0 3-23 0,0 0-1 16,0 0-16-16,0-6-15 16,-4-1 4-16,1-2-9 15,0-4-1-15,-1-5-73 16,-4-3-217-16,3-7-262 16,2-2-234-16</inkml:trace>
  <inkml:trace contextRef="#ctx0" brushRef="#br0" timeOffset="31740.49">18259 8971 768 0,'0'0'328'0,"0"0"-166"15,0 0-1-15,0 0 60 16,0 0-25-16,0 0-94 15,0 0-66-15,-5-24-35 16,-10 34 54-16,-1 7 3 16,-4-1-20-16,1-1 8 15,6 2-21-15,4-4-9 16,5 1-7-16,4-4-9 16,0 1 0-16,13-2 0 15,8 1 12-15,6 0 11 16,2-1-22-16,-5-1 6 0,-5 2-7 15,-7 1-2-15,-7-3-11 16,-5 3 3-16,-5-1 10 16,-17-1 13-16,-3-1-7 15,-7-3 1-15,4 0-5 16,3-3-1-16,8-1 3 16,7-1-4-16,8 0-59 15,2 0-49-15,27-18-287 16,3 2-133-16,5-3-88 0</inkml:trace>
  <inkml:trace contextRef="#ctx0" brushRef="#br0" timeOffset="32105.71">18461 9067 901 0,'0'0'504'16,"0"0"-308"0,0 0 0-16,0 0-12 0,0 0-66 15,0 0-74-15,0 0-34 16,0 5 14-16,0 6 11 15,0-3-10-15,4 3-4 16,6-3 8-16,5 0 4 16,3-3-5-16,5-4-19 15,4-1 13-15,2 0-13 16,0 0-7-16,0-8 2 16,-6-3-3-16,-6-3-1 15,-5 1 0-15,-9-3 1 16,-3-1-1-16,0-2 1 15,-8 1 0-15,-9 3-1 16,-3 2-1-16,-3 5-5 0,-3 7 6 16,0 1 19-16,0 0 1 15,3 12-11-15,7 0-8 16,6 3-1-16,3-2-8 16,7 2-113-16,12-2-124 15,12-5-325-15,2-5-192 0</inkml:trace>
  <inkml:trace contextRef="#ctx0" brushRef="#br0" timeOffset="32677.95">19060 8727 464 0,'0'0'339'0,"0"0"-142"0,0 0-126 0,0 0 39 15,0 0 94-15,0 0 2 16,0 0-40-16,65-39-9 16,-55 38-18-16,3-1-26 15,7-1-27-15,7 0-6 16,8-2-2-16,9-1-32 15,4-2-26-15,4 2-11 0,-4-2-9 16,-4 1 1 0,-9 2-1-16,-13 2-13 0,-12 3-67 15,-10 0-68-15,0 0-189 16,-24 5 102-16,-6 5-88 16,-5 4-68-16,0-3 221 15,1 3 127-15,8-4 43 16,6 1 0-16,4-3 7 15,10-3 9-15,5 0 37 16,1-2 58-16,0 5 50 16,0-1 8-16,3 5 1 15,1 1-12-15,-1 11-18 16,0 6 36-16,-3 3-77 0,0 7-20 16,0-1-20-1,0 0-13-15,0-1-21 0,0-5-16 16,0-4-8-16,0-5-1 15,0-4 0-15,0-4-64 16,-3-3-60-16,3-2-124 16,0-3-41-16,-3-4-50 15,0 2 12-15,2-3-212 0</inkml:trace>
  <inkml:trace contextRef="#ctx0" brushRef="#br0" timeOffset="33820.58">19509 8972 643 0,'0'0'317'0,"0"0"-140"0,0 0-27 0,0 0 42 16,0 0-44-16,0 0-49 15,89-4-13-15,-74 17-15 16,-2 4-11-16,-3-1-4 16,-5 2-19-16,-3 1-9 15,-2-3-6-15,0-2-21 16,0-4 8-16,-7-2-8 16,1-5 0-16,0 1-1 0,0-4 10 15,-1 0-9-15,0 0 17 16,1 0-18-16,-1 0 3 15,2-7-2-15,1-1-1 16,4-2 0-16,0-1-8 16,0 0-15-16,6-2 17 15,7-2-9-15,6 0 8 16,2-3 6-16,4 0-5 16,1 0 4-16,2-2 2 15,-1 2 1-15,-3 0 5 16,-2 2-6-16,-5 5 10 15,-5 2 1-15,-6 5 3 16,-2-1 13-16,-4 5-9 0,0 0-4 16,0 0-2-16,0 0-11 15,0 0-1-15,0 0-7 16,0 6 7-16,0 6 5 16,0-1 4-16,0 1 1 15,0 0-1-15,6-2-8 16,1-1 18-16,3 0 17 15,3-3-17-15,8-1 8 16,2-5-7-16,5 0 1 16,4 0-9-16,3-3-9 15,-2-6 6-15,-2-2-8 16,-6-1 0-16,-7-1 6 16,-8-2-5-16,-1 0 11 15,-6 1-13-15,-3-2 0 16,0 6 13-16,0-1-13 0,0 2 0 15,0 4 2-15,-5-1-2 16,1 6 2-16,0 0-1 16,-3 0 4-16,0 0-5 15,-1 4-1-15,-2 6 1 16,3 2 0-16,1 0 0 16,0 0 0-16,6 1 0 15,0-1 0-15,0-3 1 16,2-1 7-16,9-2 1 15,10-2 8-15,2-2 6 16,6-2-7-16,1 0-8 16,5 0-8-16,0-3 1 0,-2-8 2 15,-1 1-2-15,-4-2 10 16,-4-2-11-16,-6-2 1 16,-6 1 8-16,-4-1-3 15,-5 2-6-15,-1 0 1 16,-2 3 5-16,0 4-6 15,0 2-8-15,0 2 2 16,0 3-3-16,-6 0-4 16,-3 0 11-16,-2 8-7 15,-3 2 3-15,-1 9 5 16,3-3 0-16,1 2 0 16,1-1 0-16,3 2 0 15,5-4 0-15,2 0 0 0,0 0-6 16,4-1 7-16,9-1 9 15,6 1-8-15,2-2-1 16,1-2 1-16,-2-2-2 16,-3-2-6-16,-3 0-76 15,2-2-77-15,2-2-79 16,-1-2-242-16,-3 0-180 0</inkml:trace>
  <inkml:trace contextRef="#ctx0" brushRef="#br0" timeOffset="34020.8">20794 8966 1204 0,'0'0'354'0,"0"0"-152"0,0 0-146 0,0 0-56 0,0 0-9 16,0 0-261-16,0 0-420 0</inkml:trace>
  <inkml:trace contextRef="#ctx0" brushRef="#br0" timeOffset="35936.72">15465 8993 538 0,'0'0'139'0,"0"0"-12"0,0 0 4 0,0 0 27 0,0 0 27 16,0 0-4 0,0 0-67-16,17-15-37 0,-3 15 10 15,-5 0-3 1,10 0-14-16,-1 0-16 0,11 0-11 16,2 0-3-16,11 0 5 15,7 0-23-15,1 0-6 16,10 0-9-16,0 0 6 15,8-7 5-15,4-2 19 16,2 0 3-16,0 1-14 16,-5 1-9-16,0 4-8 15,0 0-8-15,0 0 11 16,2 0-11-16,-1 1 0 16,2-2 0-16,1 2-1 0,0 1 1 15,0-4 0 1,0 2 1-16,-2-1 4 0,-1 1 4 15,-2 0-8-15,2 0 11 16,-1-3 5-16,-1 4-9 16,-1-2 2-16,-3-1-10 15,-4 1 8-15,-7-2-3 16,-6-2-5-16,-7 4-1 16,-6-2 1-16,-4 0-1 15,-4 0 1-15,1-1 1 16,0 3-1-16,0 0 1 15,2 1-1-15,-3-3-1 16,1 4 0-16,-1-3-1 16,-2 1 1-16,-1 1 0 0,2-1 1 15,2-2 1-15,1 1-2 16,3-1 0 0,4-1 0-16,1 1-1 0,4 3 1 15,2-4 0-15,3 6 0 16,0-5 11-16,-3 4 22 15,1-1 7-15,-4 0 3 16,-7-1-10-16,-10 4 0 16,-2-2-11-16,-9 1-6 15,-2-1 5-15,-6 2-4 16,0 0-2-16,-1 0 11 16,-2 0-12-16,2-1-5 15,0 1 1-15,1 0-9 16,0 0 0-16,-1 0 0 15,3 0-2-15,-1 0 1 0,0 0-20 16,-4 8-65-16,-1 14-167 16,-16-4-256-16,-5-4-325 0</inkml:trace>
  <inkml:trace contextRef="#ctx0" brushRef="#br0" timeOffset="37036.44">13569 11379 380 0,'0'0'126'0,"0"0"-60"0,0 0 6 0,0 0 26 15,0 0 80-15,0 0-29 16,0 0-49-16,41-77 15 16,-37 74 7-16,-3-3 2 15,1 6-11-15,2-2 2 16,-3 2-2-16,1 0-28 15,3 0-34-15,0 8 3 16,0 8 8-16,1 8 19 16,-3 6-26-16,0 5 19 15,-3 7-37-15,0-1-9 16,0 2-4-16,0-5-8 16,0-2-3-16,0-6-5 15,0-7-8-15,0-3 1 16,0-6 5-16,0-4-6 15,0-3-9-15,1-1-38 16,1-3-89-16,1-3-176 0,-2 0-204 16,-1 0-37-16</inkml:trace>
  <inkml:trace contextRef="#ctx0" brushRef="#br0" timeOffset="37452.07">14001 11438 803 0,'0'0'218'16,"0"0"-94"-16,0 0-48 15,0 0 31-15,0 0 79 16,0 0-38-16,0 0-55 16,68-45-9-16,-68 45-8 0,0 0-3 15,-9 0-1-15,-8 2 34 16,-8 7-25-16,-7 4-28 15,-2-3-19-15,-5 7-13 16,2-4 0-16,0 6-8 16,4-2-5-16,4-2 3 15,6 3-3-15,5-1-7 16,9 1 10-16,6-2-11 16,3-2 0-16,0-4 0 15,18 2 1-15,5-2 19 16,6-3-5-16,0 0-7 15,-3 0-7-15,-1-4 5 0,-6 3-5 16,-1-2-1-16,-5 0 0 16,-1 3-32-16,-2-4-89 15,-1 0-67-15,11-3-112 16,-6 0-319-16,0 0-230 0</inkml:trace>
  <inkml:trace contextRef="#ctx0" brushRef="#br0" timeOffset="38286.07">14192 11420 903 0,'0'0'219'0,"0"0"-84"0,0 0-10 0,0 0 119 0,0 0-30 15,0 0-79-15,0 0-44 16,8-30-43-16,-8 43-11 16,0 4 56-16,0 2-25 15,0 7-19-15,0 2-10 16,0 0-13-16,0 1-4 16,0-2-13-16,2-3-1 15,-1-2-7-15,-1-8-1 16,2-4 1-16,-2-7 0 15,2 0-1-15,-2-3 12 16,0 0 6-16,0-3-5 16,0-7-4-16,0-5-9 0,0 0 0 15,0-4 1 1,0-4-1-16,-5-2 0 0,-4-1-2 16,6-4-5-16,-2 0 6 15,2 3 0-15,1 0-1 16,2 0-4-16,0 3-10 15,5 2 7-15,13 1-6 16,4 2 14-16,7 2-5 16,3 1-25-16,1 8 25 15,3 4 0-15,0 4 5 16,-1 0 0-16,-5 12 0 16,-7 4-7-16,-6 7 2 15,-10-1 6-15,-7 2 5 16,-5 3-5-16,-19-1 27 15,-5-1 13-15,-6-9-9 0,6-1-10 16,-1-3 3-16,11-5-7 16,6-1-15-16,6-6-1 15,5 2 1-15,2-2-2 16,0 0-6-16,16 0 6 16,7 0 10-16,5 0-9 15,2 0 1-15,1 0-1 16,-3 3 0-16,-3 3-1 15,-5 2-6-15,-7 3 0 16,-7 3-10-16,-6 3 10 16,0-1 6-16,0 2 7 0,-16-1-6 15,-2-4 0-15,-7-1 20 16,-1-2-20-16,-9-3 8 16,2-3-8-16,0-1 6 15,1 0-6-15,6-3 1 16,5 0-1-16,8 0-1 15,8-3-21-15,5-3-66 16,0 0-94-16,20-6-128 16,7 0-291-16,1 2-167 0</inkml:trace>
  <inkml:trace contextRef="#ctx0" brushRef="#br0" timeOffset="39217.03">15301 11308 831 0,'0'0'318'0,"0"0"-126"0,0 0-19 0,0 0 40 0,0 0-19 15,0 0-68-15,0 0-27 16,97-83-45-16,-77 74-35 16,-3 8-19-16,-4 1-1 15,-4 0-35-15,-4 15-104 16,-5 7-102-16,0 5 26 16,-8 3-6-16,-8 0 54 15,-2 0 86-15,1-9 41 16,4 3 27-16,5-8 14 15,5-7 3-15,3-2 27 16,0-7 90-16,14 0 76 16,10 0-58-16,3-8-6 0,3-5-43 15,1 2-35 1,5-3-19-16,0-3-2 0,-3 3-10 16,-4-2-4-16,-7 2-4 15,-2-5-1-15,-7 2 8 16,-3 1 0-16,-3 2 13 15,-4 4 30-15,-1 4-8 16,-1 4-17-16,-1 2-21 16,0 0-19-16,4 2-5 15,-2 10 5-15,4 4 9 16,3 4 9-16,1-2-12 16,0 4 2-16,3-4 0 15,-3-1-7-15,2-4 11 16,-5-3-4-16,-7-4-8 15,0 2-15-15,-4-5 15 0,-16 1 29 16,-8-1-10-16,-4 3-7 16,-2-3-3-16,6 0-9 15,5-3 0-15,8 0 0 16,8 0-90-16,10 0-121 16,17 0-133-16,7-6-464 0</inkml:trace>
  <inkml:trace contextRef="#ctx0" brushRef="#br0" timeOffset="39616.64">16296 11049 608 0,'0'0'212'0,"0"0"-92"0,0 0 61 15,0 0 35-15,0 0 17 16,0 0-14-16,0 0-61 16,62-72-48-16,-36 63-31 15,13 2-12-15,9 0-14 16,12 0-18-16,5 0-1 15,4 1-8-15,-6-1-16 16,-7 3 0-16,-15 1-4 16,-15 3-6-16,-15 0-11 0,-11 0-77 15,-11 1-103-15,-27 12 30 16,-7 1-185-16,-4 5-59 16,-5-1 96-16,-6 4 94 15,11-4-48-15,14-3-122 16</inkml:trace>
  <inkml:trace contextRef="#ctx0" brushRef="#br0" timeOffset="39800.12">16499 11050 52 0,'0'0'176'16,"0"0"42"-16,0 0-2 16,0 0-22-16,0 0-29 15,0 0-14-15,86 42-9 16,-78-22-1-16,-2 9-38 16,-6 9 37-16,0 2-22 0,0 2-30 15,-3 0-26-15,2-3-31 16,-1-5-15-16,2-4-9 15,0-3-7-15,3-6 0 16,11-5-6-16,1 1-63 16,5-7-93-16,-5-1-106 15,-3-4-243-15</inkml:trace>
  <inkml:trace contextRef="#ctx0" brushRef="#br0" timeOffset="40867.51">16845 11252 970 0,'0'0'269'0,"0"0"-162"15,0 0-12-15,0 0 66 16,101-33-36-16,-72 33-52 15,0 0 9-15,-2 0 6 16,3 12-30-16,-5 5-3 16,-1 4 4-16,-6-2-8 15,-3 2-24-15,-7-1 13 16,-4-7-22-16,-4 4-18 16,-9-4 12-16,-19-2 4 15,-8 1 5-15,-3-4-21 0,-3-4-5 16,7-2-36-1,6-2-11-15,9 0-30 0,7 0 45 16,9-5 18-16,4-4-17 16,3-3-28-16,17 1-11 15,6-2 7-15,7-4 27 16,2-4 7-16,1 2 3 16,0-4 23-16,-2 1 8 15,-6 4 0-15,-6 1 3 16,-7 1 6-16,-1 7 8 15,-8 1 30-15,-3 7-2 16,-3 1-14-16,4 0-29 16,-4 0-2-16,0 13 0 0,0 5 41 15,0 5 11 1,0 1-10-16,0-3-3 0,0-3-13 16,3-3-10-16,4-5-1 15,5-5 0-15,1 2 8 16,7-7-8-16,6 0 1 15,3 0-5-15,3 0-10 16,0-10-1-16,-1-2 2 16,0 0-2-16,-1-3 0 15,-5 0 1-15,-7 0 1 16,-5 1-1-16,-6 4-1 16,-3 1-1-16,-4 4 1 15,0 5-6-15,0 0-12 0,-9 0 17 16,-4 5-11-1,3 7-1-15,0 1 13 0,4-2 0 16,6 1 0-16,0-3 2 16,6-3 3-16,14-3 7 15,6 0 7-15,8-3-3 16,7 0-14-16,0 0 5 16,-3-6-7-16,-1-2 1 15,-5-4 1-15,-6 0-1 16,-4-4 0-16,-5 2 4 15,-7-4-5-15,-6 2-6 16,-4-2 5-16,0 4-6 0,-3 1 6 16,-13 5-6-16,-8 3-14 15,-5 5 21-15,-7 0 0 16,-4 5-7 0,2 10 7-16,1 5 13 0,5 4 1 15,12 0-5-15,12-3-8 16,8 0 2-16,4-5 4 15,22-2-5-15,9-5 23 16,7-2-24-16,3-2 9 16,4-2-2-16,-4 0-8 15,-2 0 0-15,-8-3 0 16,-10 0-39-16,-8 1-51 16,-10-1-34-16,-7 2-10 15,0-1-107-15,-9 1-65 16,-8 5 2-16,2-7-36 0</inkml:trace>
  <inkml:trace contextRef="#ctx0" brushRef="#br0" timeOffset="42664.48">13809 12314 603 0,'0'0'177'0,"0"0"-81"0,0 0 5 0,0 0 6 0,0 0 27 16,0 0 62-16,0 0-46 16,15-27-73-16,-13 38-32 15,-2 11 29-15,0 13 40 16,-2 5-42-16,-9 5-16 0,-5-1-8 16,6-4-22-16,0-6-12 15,4-7-13-15,0-6 7 16,3-5-8-16,0-5 1 15,3-2-1-15,-1-4-44 16,1-3-117-16,0-2-88 16,0 0-19-16,0-10-246 0</inkml:trace>
  <inkml:trace contextRef="#ctx0" brushRef="#br0" timeOffset="43064.94">13793 12144 833 0,'0'0'190'0,"0"0"-45"16,0 0-78-16,0 0 5 16,0 0 102-16,0 0-4 15,0 0-69-15,-19-58-59 16,10 65-18-16,2 6 17 15,-2 4-5-15,4-3-6 16,5-4-10-16,0 0-4 16,5-3-10-16,11-4 10 15,5-3 9-15,2 0-16 16,1-3-7-16,-2-5-1 16,-5-4 7-16,-5 1-1 15,-5 1-5-15,-5 1 10 0,-2 5-12 16,0 0 0-1,-3 4 1-15,-9 0-1 0,3 17-7 16,2 7 1-16,7 9 0 16,0 0-64-16,26 28-188 15,2-15-224-15,2-5-180 0</inkml:trace>
  <inkml:trace contextRef="#ctx0" brushRef="#br0" timeOffset="43549.43">14105 12622 887 0,'0'0'269'0,"0"0"-155"16,0 0 95-16,0 0 29 15,0 0-26-15,0 0-75 16,0 0-19-16,-17-13-44 16,32 0-27-16,2-1 23 15,-2-6-11-15,3 0-2 16,-1-4-14-16,-4-3-21 15,-3-6-12-15,0-1-2 16,-4-10-8-16,-5 1 9 16,-1-4-2-16,0 1-6 15,0 1 4-15,0 2-5 16,2 7 0-16,1 9 0 16,7 3-9-16,0 13-11 0,2 8-21 15,3 3-5 1,-1 3 20-16,0 15 12 0,-1 5-18 15,-7 10 19-15,-6 2-24 16,-3 0-24-16,-21 3-7 16,-7-4 6-16,-10-4 0 15,-4-3 8-15,-3-6 16 16,3-5 25-16,6-4 12 16,9-4 1-16,13-5 0 15,10-3 10-15,7 0 6 16,12 0-7-16,20 0 16 15,14 0-8-15,7-3-16 16,8-3-1-16,7 1-54 16,29 2-220-16,-19 3-204 15,-8-3-67-15</inkml:trace>
  <inkml:trace contextRef="#ctx0" brushRef="#br0" timeOffset="44164.22">15529 12221 791 0,'0'0'341'0,"0"0"-155"0,0 0-51 15,0 0-12-15,0 0 92 16,0 0-82-16,0 0-79 15,35-47-44-15,-37 56 44 16,-13 4 52-16,-7 4-28 0,0 4-21 16,-1-2 2-16,0 2-15 15,-2-5-20-15,1 1-14 16,-1-2-2-16,4-3-1 16,0-2-6-16,5-4 5 15,4-1-6-15,0-2 1 16,6 0 6-16,-3-3-7 15,6 0 2-15,2 0 4 16,1 0-5-16,0 0 7 16,0 0 1-16,0 0-3 0,0 0-5 15,1 0-1 1,2-6 11-16,3 1-10 0,-3-1-1 16,-2 3-1-16,3 0-5 15,-3 2 5-15,-1 1-8 16,0 0 8-16,0 0 1 15,0 0 0-15,0-2 0 16,4 2-1-16,-2-1 1 16,-1-2-1-16,1 3-13 15,-1-3 2-15,1 0 1 16,-2 0-7-16,0 3-15 16,0 0-19-16,0 0 5 15,0-2 3-15,0 2-8 16,0 0-13-16,0 0 3 15,2-3-8-15,1 3-49 0,-1-3-33 16,-1 3-33 0,-1-6-53-16,0 5-93 0,0-5-53 0</inkml:trace>
  <inkml:trace contextRef="#ctx0" brushRef="#br0" timeOffset="44983.4">15383 12213 780 0,'0'0'323'0,"0"0"-210"0,0 0-46 15,0 0 74-15,0 0 59 0,0 0-17 16,9 94-46-16,-19-51-49 15,-5 2-18-15,-1 5-9 16,-2-4-26-16,2 2-14 16,-3-8-14-16,0-2 2 15,3-6-1-15,-1-5-7 16,5-7 0-16,2-3-1 16,3-10 0-16,1-1-24 15,-1-6-40-15,4 0-3 16,2 0 21-16,-3-3 7 15,4-7-45-15,0-7 11 0,0-4 42 16,0-2 23-16,0-7-14 16,2-4-13-16,1-2 4 15,0-8 6-15,6-9 2 16,1-1 14-16,7 0 8 16,5-2 1-16,2 9 0 15,8 5 0-15,3 10 8 16,1 6 1-16,-3 8-2 15,5 5-5-15,-2 6 18 16,0 0 18-16,-1 7 24 16,0 0 25-16,2 0 1 15,-7 0-7-15,-6 11-24 16,-14 5-29-16,-10 5-4 16,0 4 7-16,-12 2-12 0,-8-5-7 15,0-3-3-15,0-2-9 16,1-7 10-16,3-3-1 15,4 0 0-15,3-4 1 16,5-3-10-16,4 0 0 16,0 3 0-16,0-3-20 15,9 4 20-15,8 3 1 16,2-1 10-16,1 1-5 16,-4 2-6-16,0 2 0 15,-7-1-1-15,-4 1-5 16,-5 1 5-16,0-2-6 15,-8 1 7-15,-17-2 18 16,-8-2-2-16,-8 2-4 16,0-4 1-16,0 1-1 15,5-3-3-15,6-3-3 0,8 0-5 16,7 0 8-16,8 0-9 16,7 0-9-16,0 0-96 15,32 0-106-15,-2-6-138 16,5-5-529-16</inkml:trace>
  <inkml:trace contextRef="#ctx0" brushRef="#br0" timeOffset="45546.33">16025 12175 1309 0,'0'0'380'0,"0"0"-162"0,0 0-83 0,0 0 28 0,107-45-18 15,-84 44-94-15,-4 1-41 16,-7 0-10-16,-9 15-78 16,-3 8-117-16,-12 9-76 15,-10 6-130-15,-8 2 18 16,0 5 86-16,4-3 86 15,5-5 0-15,8-7 182 16,8-10 29-16,5-10 188 16,4-10-3-16,16 0 49 15,5-3-15-15,6-10-17 0,6-7-34 16,0-1-53-16,-1 2-36 16,-4-5-28-16,-9 1-13 15,-1 2-25-15,-6 2-3 16,-6-2 5-16,-4 4-15 15,-2 4 6-15,-3 6 12 16,4 1 14-16,0 6-8 16,0 0-16-16,4 0-6 15,1 13 7-15,1 4 2 16,1 6 5-16,-3 4 4 16,-3 0 14-16,-4 0 5 15,-2-1-13-15,0-5 8 16,-17-2 3-16,-3-2 13 15,-5-7-31-15,-2-2 5 0,2-2-11 16,2 0-13-16,6-3-5 16,14-3-123-16,3 0-234 15,0 0-385-15</inkml:trace>
  <inkml:trace contextRef="#ctx0" brushRef="#br0" timeOffset="46010.63">17068 12290 1068 0,'0'0'195'0,"0"0"-125"0,0 0-30 0,0 0 84 0,0 0-27 16,0 0-46-16,0 0-12 15,56-83 30-15,-60 75-38 16,-17 5-15-16,-5 1 6 16,-4 2 39-16,-3 0 18 15,2 8-26-15,4 10-2 16,5-1-18-16,11 3-5 16,5-3-15-16,6 0 0 15,3-1 0-15,15-9 7 16,7-1-4-16,4-6 9 0,3 0-15 15,-3 0-9-15,0-3-1 16,-4-6 0-16,-5-1 0 16,-7 2 0-16,-5 5 1 15,-2 0-1-15,-6 3-9 16,0 0 0-16,0 0-12 16,1 7 21-16,4 6 1 15,5-3 0-15,3-2-1 16,6 1-30-16,13-9-143 15,-7 0-177-15,-1-3-375 0</inkml:trace>
  <inkml:trace contextRef="#ctx0" brushRef="#br0" timeOffset="46296.66">17342 11963 776 0,'0'0'191'0,"0"0"-103"0,0 0 11 0,0 0 60 15,0 0-2-15,0 0 7 16,0 0-18-16,47 86-25 16,-50-53-25-16,-6 1-35 15,0-4-35-15,5-2-11 16,-2-3-12-16,5-1 4 0,-1-7-7 15,2-7-1 1,0 1-44-16,0-1-113 0,3-10-110 16,4 0-228-16,-2 0-288 15</inkml:trace>
  <inkml:trace contextRef="#ctx0" brushRef="#br0" timeOffset="46679.53">17606 12020 960 0,'0'0'228'0,"0"0"-97"15,0 0-12 1,0 0 41-16,0 0-32 0,0 0-84 16,0 0-24-16,-38 19 5 15,22-1-16-15,3 1 2 16,3 4 0-16,3-5-4 15,5 2-6-15,2-4 7 16,0 3-5-16,14-5 7 16,0 2-3-16,0-2-1 15,-1-1 3-15,-4 2-8 16,-7-6 6-16,-2-1-7 16,0 2 0-16,-14-4 16 15,-9 1 6-15,-2-4-15 0,-2 0 6 16,4-2-7-1,3-1-5-15,7 0-1 16,6 0 0-16,7 0-1 16,0-4-30-16,8-6-148 0,34-10-65 15,-4 3-52-15,-1 0-219 0</inkml:trace>
  <inkml:trace contextRef="#ctx0" brushRef="#br0" timeOffset="47394.91">17803 12106 709 0,'0'0'301'16,"0"0"-75"-16,0 0-56 16,0 0 67-16,0 0-40 15,0 0-89-15,0 0-49 16,41-19-33-16,-34 19 12 0,2 6 9 16,3 0 5-16,-2 5-8 15,1 2 0-15,-1-6-8 16,0 0-18-16,-1-1-8 15,-1-3-1-15,0-3-8 16,-1 0 10-16,5 0-2 16,-2 0-8-16,0-2 9 15,2-5-10-15,-1-1 0 16,-1-4 1-16,-3 5-1 16,-4-7-1-16,-3 2-13 15,0 0 3-15,0 0 10 16,-7 1-8-16,-4 6 9 15,-4 5-1-15,0 0 1 16,0 0 0-16,3 0-1 16,1 11-8-16,4 3 2 0,3-1 6 15,4 4 0-15,0-2 0 16,9 0 1-16,4-4 0 16,9-4 5-16,0-1-4 15,2-3 0-15,2-3-1 16,-3 0-33-16,-1 0-41 15,-4-9-3-15,-3 2 13 16,-9-4 30-16,1 2 5 16,-7-1 4-16,0 6 16 15,0-3 8-15,0 7-4 16,0 0 5-16,-7 0 27 16,4 4 2-16,0 7 6 15,3 1-16-15,0-1 6 16,0-2 0-16,10-2 0 0,7-4-3 15,1-2-7-15,1-1 3 16,-1 0-17-16,0 0-1 16,-5-1-9-16,0-11-3 15,-4 5 2-15,-3-7 8 16,-5 5 2-16,-1 1 5 16,0 1-5-16,0 4 0 15,-1 0 0-15,-9 3 1 16,-2 0 4-16,0 6-5 15,1 8-1-15,-6-1-26 16,3 1-469-16,3-11-800 0</inkml:trace>
  <inkml:trace contextRef="#ctx0" brushRef="#br0" timeOffset="48476.11">18597 11804 990 0,'0'0'279'0,"0"0"-54"0,0 0-32 0,0 0 34 0,0 0-53 16,0 0-82-16,0 0-57 16,95-49 5-16,-40 43-13 15,8 1-10-15,3-4-6 16,-1 6-1-16,-10-1-1 15,-13 1-9-15,-17 3-15 16,-18 0-108-16,-9 0-185 0,-28 7 83 16,-16 5-150-16,-3 2 5 15,-3-1 243 1,7 1 107-16,8 2 20 0,10-5 1 16,10 2 15-16,11-7 5 15,6 2 65-15,0 1 54 16,12-2 26-16,4 4-27 15,3 2 3-15,-1 7-12 16,-1 4-6-16,-2 5-24 16,-2 2-9-16,0 6-31 15,-1-2-15-15,0 0-17 16,-4-2-22-16,-1-3 0 16,-5 0 0-16,-2-6-6 15,0-5-7-15,-7-5-45 0,-6-7-67 16,-2-4-10-1,-1-3 42-15,3 0 1 0,5-6 16 16,-1-5 54-16,3-9 15 16,6 3 1-16,0-7-1 15,5-1-10-15,12 1 9 16,7-3 1-16,7 0-5 16,5 0 5-16,4 5-1 15,4 2 2-15,-2 6 9 16,-1 7 23-16,-4 0 14 15,-7 7 23-15,-8 0 8 16,-11 11-16-16,-7 4-21 16,-4 4 26-16,-2-3-2 15,-10 0-29-15,1-5-14 16,8-2-20-16,0-5 0 0,3-1 7 16,0-3-8-16,0 0 0 15,6 0 6-15,14 0 19 16,3-10-24-16,4 1-1 15,0-2-2-15,-3 4 1 16,-5-4 0-16,-2 5 0 16,-2-2 1-16,-1 4 0 15,-4 0 10-15,3-2-3 16,0 2 2-16,-1-2-3 16,-2-1-5-16,0 3 11 0,-5-3-12 15,-1 4 1 1,-4 3 0-16,0 0 0 0,-9 0 17 15,-11 0-17-15,-5 7-1 16,-4 10 14-16,6 0-1 16,5 6 3-16,7-1-6 15,11 2-9-15,4-4 7 16,20 1-7-16,7-4-1 16,21-4-38-16,-7-4-179 15,-7-7-381-15</inkml:trace>
  <inkml:trace contextRef="#ctx0" brushRef="#br0" timeOffset="49394.28">20617 10579 857 0,'0'0'308'0,"0"0"-141"0,0 0-76 0,0 0 53 0,0 0 48 15,0 0-75-15,0 0-30 16,58 51-4-16,-56-14-40 15,2 5-8-15,-4 2-7 16,0-1-26-16,0 2 8 16,-4-11-9-16,2-1-1 15,1-11 6-15,1-4-6 16,0-5-1-16,0-6 0 16,0-1-16-16,0-2-20 15,0 1-31-15,0 0-30 0,0-2 7 16,0 0-64-16,13-1-92 15,1-2-108-15,1 0-135 0</inkml:trace>
  <inkml:trace contextRef="#ctx0" brushRef="#br0" timeOffset="49709.27">21053 10718 652 0,'0'0'231'16,"0"0"-112"-16,0 0-17 16,0 0 78-16,0 0-44 0,0 0-73 15,0 0-2 1,-31-12-7-16,11 12 24 0,-4 9-6 16,2 0-26-16,-1 5-18 15,3 2 0-15,2 3-2 16,4-2-8-16,11 4-12 15,3-5 3-15,0-2-8 16,18 2 18-16,7-5 5 16,4-4-24-16,3-1 19 15,2 2-10-15,-2-4-9 16,0 3-6-16,-3-4-163 16,-10 0-162-16,-7-3-341 0</inkml:trace>
  <inkml:trace contextRef="#ctx0" brushRef="#br0" timeOffset="50409.17">21314 10621 1139 0,'0'0'162'0,"0"0"-117"16,0 0 31-16,0 0 81 0,12 97-20 15,-8-66-45-15,3-3-50 16,-2-2-24-16,-1-5-11 16,-3-4-1-16,1-7 0 15,-2-4-5-15,0-3 6 16,0-3 5-16,0 0 10 15,0 0 4-15,0-6-20 16,-5-7-6-16,0-1 1 16,3-7-1-16,-3-1 2 15,0-2-2-15,-2 0 6 16,1-6-5-16,-1-1-1 16,4 1 0-16,3 6 0 15,0 0-6-15,3 3-1 16,16 8-6-16,4 5 2 0,6 5 9 15,2 3-5-15,3 0-7 16,-6 4 14-16,2 7 0 16,-8 5 0-16,-7 1 0 15,-9 2 5-15,-6 1 32 16,-4 1 3-16,-20-2 18 16,-7-2-9-16,-3-2 2 15,3-3-11-15,3-5-21 16,10-1-13-16,13-1-6 15,5-2-7-15,0 0-13 16,23 3 19-16,8 0 1 0,7 1-2 16,2 7-8-16,-5-1-7 15,-7 5 7 1,-9-2 3-16,-10 8-5 0,-9-4 2 16,0-1 10-16,-21-3 0 15,-9-5 19-15,-6-5 3 16,-3 1-7-16,6-7-14 15,4 0 0-15,9 0-1 16,5 0-37-16,15 0-119 16,0-3-119-16,12-8-487 0</inkml:trace>
  <inkml:trace contextRef="#ctx0" brushRef="#br0" timeOffset="50758.96">21944 10415 646 0,'0'0'316'0,"0"0"-136"0,0 0 1 0,0 0 92 0,0 0-50 16,0 0-99-16,0 0-4 15,67 56 11-15,-54-10-36 16,0 4-30-16,3 5 31 16,2 2-11-16,0-6-24 0,1 2-21 15,-1-9-22 1,-4-3-16-16,-4-12 5 0,-4-5-2 16,-1-8-5-16,-3-6-39 15,-2-3-65-15,0 0-78 16,0-6-35-16,0-1-87 15,-7 0-188-15,2-4-207 0</inkml:trace>
  <inkml:trace contextRef="#ctx0" brushRef="#br0" timeOffset="51057.37">22189 10585 863 0,'0'0'351'15,"0"0"-166"-15,0 0-4 16,0 0 61-16,0 0-46 16,99-29-57-16,-59 28-56 15,2-2 1-15,7 0-35 16,-1 0-22-16,-3 3 0 15,-5 0-21-15,-8 0-5 16,-10 0-1-16,-14 0-56 16,-8 9-160-16,-17 3-9 15,-40 15-276-15,5-6-115 0,1 1 114 16</inkml:trace>
  <inkml:trace contextRef="#ctx0" brushRef="#br0" timeOffset="51207.46">22226 10754 454 0,'0'0'182'15,"0"0"89"-15,0 0 27 16,0 0-38-16,0 0-61 16,121 0-59-16,-76-1-51 15,2-5-30-15,-1 3-37 16,-4 0-22-16,0-2-43 16,-10-1-273-16,-9 0-577 0</inkml:trace>
  <inkml:trace contextRef="#ctx0" brushRef="#br0" timeOffset="51626.37">23094 10498 508 0,'0'0'244'0,"0"0"-31"16,0 0 1-16,0 0 29 15,0 0-36-15,0 0-92 16,0 0 5-16,56 48 48 16,-45-9-46-16,-3 9-42 15,2 0-30-15,-2 0-9 16,-3-4-20-16,-3-6-15 16,-2-8-6-16,0-5-35 15,-12-10-159-15,-16-3-124 16,1-8-222-16,4-4-54 0</inkml:trace>
  <inkml:trace contextRef="#ctx0" brushRef="#br0" timeOffset="52173.92">23058 10543 932 0,'0'0'331'15,"0"0"-168"-15,0 0 44 16,0 0 5-16,0 0-86 16,0 0-35-16,-16-88-54 15,22 77-9-15,8 0-26 16,2 0 11-16,5-1-13 0,3 0-1 16,7-1 1-1,3 0 3-15,2 3-2 0,6 2 0 16,-3 2-1-16,0 5-8 15,-5 1 7-15,-10 0-1 16,-7 4 1-16,-10 9 1 16,-7 0 2-16,-11 5 24 15,-16 2-14-15,-8-2 4 16,-4-1 2-16,6-1-17 16,4-4 9-16,7-3-9 15,9-1-1-15,8-2 0 16,5-1-10-16,0 1 2 15,12 1 1-15,14 2 6 16,5-1-5-16,-1 2-18 16,-4-3-7-16,-4 2 24 0,-10 0 6 15,-9 0-14 1,-3 2 15-16,-5-1 0 0,-17 4 19 16,-6-1 5-16,-3 1 14 15,-5-4-7-15,4 1 5 16,3-4-17-16,2 2-4 15,5-7-8-15,6-1-6 16,6 2-1-16,4-1 0 16,6-1-37-16,9-1-134 15,11 0-353-15,5 0-263 0</inkml:trace>
  <inkml:trace contextRef="#ctx0" brushRef="#br0" timeOffset="52340.78">23792 10796 1557 0,'0'0'404'0,"0"0"-281"0,0 0 17 0,0 0 63 16,0 0-157-16,0 0-46 16,0 0-117-16,-69 35-352 15,30-25-577-15</inkml:trace>
  <inkml:trace contextRef="#ctx0" brushRef="#br0" timeOffset="52940.12">20902 11490 861 0,'0'0'286'16,"0"0"-173"-16,0 0 187 16,0 0 20-16,0 0-84 15,0 0-86-15,0 0-82 16,104-8 27-16,-23-1-7 15,49-1-32-15,64-4-11 16,42 4 7-16,16 4-13 16,-10-2-11-16,-35 3-5 15,-26 2 6-15,-32-5 1 0,-46 2-19 16,-43-1-10 0,-27 4 0-16,-17 0 5 0,-8-4 2 15,-6 0 57-15,-2-3-5 16,0 3-16-16,-4-2-9 15,-2 4 7-15,2 2 5 16,3 3-17-16,1 0-26 16,0 0-4-16,0 0-19 15,-4 7-74-15,-7 4-184 16,-5-2-592-16</inkml:trace>
  <inkml:trace contextRef="#ctx0" brushRef="#br0" timeOffset="53062.13">22885 11465 1420 0,'0'0'0'0,"0"0"-45"16,0 0-1079-16</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13:13:51.445"/>
    </inkml:context>
    <inkml:brush xml:id="br0">
      <inkml:brushProperty name="width" value="0.025" units="cm"/>
      <inkml:brushProperty name="height" value="0.025" units="cm"/>
    </inkml:brush>
  </inkml:definitions>
  <inkml:trace contextRef="#ctx0" brushRef="#br0">124 0 3273,'0'0'6742,"-1"19"-5848,-1 110 2079,2-115-2663,0 1 0,-2 0 0,0 0 0,0-1 0,-1 1 0,-1-1 1,-1 1-1,0-2 0,0 1 0,-10 15 0,-7 14-215,-27 48-25,44-81-96,4-6-6144,1-8 1061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22T13:13:52.334"/>
    </inkml:context>
    <inkml:brush xml:id="br0">
      <inkml:brushProperty name="width" value="0.025" units="cm"/>
      <inkml:brushProperty name="height" value="0.025" units="cm"/>
    </inkml:brush>
  </inkml:definitions>
  <inkml:trace contextRef="#ctx0" brushRef="#br0">99 38 4185,'0'0'10167,"1"-5"-9805,2-3-230,1-17 809,-4 86 1076,-10 81-1,-51 399 1714,57-506-3660,4-34 130,0-8-119,1-79-87,-6-166-136,-1 92-229,0 130 241,-2 222 205,0 7 131,8-182-197,0-16-35,0-7-810,0-35-2263,0 11-1832,0 4-2293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36ACDD-C55B-4FC4-89E7-E9F98F22F217}" type="datetimeFigureOut">
              <a:rPr lang="en-US" smtClean="0"/>
              <a:pPr/>
              <a:t>10/22/2025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D4190E-9D7B-4847-98AB-991B2B42748F}" type="slidenum">
              <a:rPr lang="en-US" smtClean="0"/>
              <a:pPr/>
              <a:t>‹#›</a:t>
            </a:fld>
            <a:endParaRPr lang="en-US" dirty="0"/>
          </a:p>
        </p:txBody>
      </p:sp>
    </p:spTree>
    <p:extLst>
      <p:ext uri="{BB962C8B-B14F-4D97-AF65-F5344CB8AC3E}">
        <p14:creationId xmlns:p14="http://schemas.microsoft.com/office/powerpoint/2010/main" val="32890081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381003" y="2098234"/>
            <a:ext cx="5123095" cy="506724"/>
          </a:xfrm>
        </p:spPr>
        <p:txBody>
          <a:bodyPr>
            <a:noAutofit/>
          </a:bodyPr>
          <a:lstStyle>
            <a:lvl1pPr algn="l">
              <a:lnSpc>
                <a:spcPct val="90000"/>
              </a:lnSpc>
              <a:spcBef>
                <a:spcPts val="100"/>
              </a:spcBef>
              <a:defRPr sz="2400">
                <a:solidFill>
                  <a:srgbClr val="724698"/>
                </a:solidFill>
                <a:latin typeface="+mj-lt"/>
                <a:cs typeface="Calibri Light" panose="020F0302020204030204" pitchFamily="34" charset="0"/>
              </a:defRPr>
            </a:lvl1pPr>
          </a:lstStyle>
          <a:p>
            <a:r>
              <a:rPr lang="en-US" dirty="0"/>
              <a:t>Click to edit Master title style</a:t>
            </a:r>
          </a:p>
        </p:txBody>
      </p:sp>
      <p:sp>
        <p:nvSpPr>
          <p:cNvPr id="3" name="Subtitle 2"/>
          <p:cNvSpPr>
            <a:spLocks noGrp="1"/>
          </p:cNvSpPr>
          <p:nvPr>
            <p:ph type="subTitle" idx="1"/>
          </p:nvPr>
        </p:nvSpPr>
        <p:spPr>
          <a:xfrm>
            <a:off x="381003" y="2624762"/>
            <a:ext cx="5123095" cy="342900"/>
          </a:xfrm>
        </p:spPr>
        <p:txBody>
          <a:bodyPr>
            <a:noAutofit/>
          </a:bodyPr>
          <a:lstStyle>
            <a:lvl1pPr marL="0" marR="0" indent="0" algn="l" defTabSz="685800" rtl="0" eaLnBrk="1" fontAlgn="auto" latinLnBrk="0" hangingPunct="1">
              <a:lnSpc>
                <a:spcPct val="90000"/>
              </a:lnSpc>
              <a:spcBef>
                <a:spcPts val="100"/>
              </a:spcBef>
              <a:spcAft>
                <a:spcPts val="0"/>
              </a:spcAft>
              <a:buClr>
                <a:schemeClr val="tx1">
                  <a:lumMod val="65000"/>
                  <a:lumOff val="35000"/>
                </a:schemeClr>
              </a:buClr>
              <a:buSzTx/>
              <a:buFont typeface="Wingdings" pitchFamily="2" charset="2"/>
              <a:buNone/>
              <a:tabLst/>
              <a:defRPr sz="2000">
                <a:solidFill>
                  <a:schemeClr val="tx1">
                    <a:lumMod val="65000"/>
                    <a:lumOff val="35000"/>
                  </a:schemeClr>
                </a:solidFill>
                <a:latin typeface="+mj-l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dirty="0"/>
              <a:t>Click to edit Master subtitle style</a:t>
            </a:r>
          </a:p>
          <a:p>
            <a:endParaRPr lang="en-US" dirty="0"/>
          </a:p>
        </p:txBody>
      </p:sp>
      <p:sp>
        <p:nvSpPr>
          <p:cNvPr id="10" name="Text Placeholder 5"/>
          <p:cNvSpPr>
            <a:spLocks noGrp="1"/>
          </p:cNvSpPr>
          <p:nvPr>
            <p:ph type="body" sz="quarter" idx="11" hasCustomPrompt="1"/>
          </p:nvPr>
        </p:nvSpPr>
        <p:spPr>
          <a:xfrm>
            <a:off x="399646" y="3740459"/>
            <a:ext cx="1856666" cy="301760"/>
          </a:xfrm>
        </p:spPr>
        <p:txBody>
          <a:bodyPr>
            <a:noAutofit/>
          </a:bodyPr>
          <a:lstStyle>
            <a:lvl1pPr marL="0" indent="0">
              <a:buNone/>
              <a:defRPr sz="1400">
                <a:solidFill>
                  <a:schemeClr val="tx1">
                    <a:lumMod val="65000"/>
                    <a:lumOff val="35000"/>
                  </a:schemeClr>
                </a:solidFill>
                <a:latin typeface="+mn-lt"/>
                <a:cs typeface="Calibri Light" panose="020F0302020204030204" pitchFamily="34" charset="0"/>
              </a:defRPr>
            </a:lvl1pPr>
          </a:lstStyle>
          <a:p>
            <a:pPr lvl="0"/>
            <a:r>
              <a:rPr lang="en-US" dirty="0"/>
              <a:t>Insert Date</a:t>
            </a:r>
          </a:p>
        </p:txBody>
      </p:sp>
      <p:sp>
        <p:nvSpPr>
          <p:cNvPr id="179" name="Rectangle 178"/>
          <p:cNvSpPr/>
          <p:nvPr userDrawn="1"/>
        </p:nvSpPr>
        <p:spPr>
          <a:xfrm rot="5400000">
            <a:off x="-112141" y="2519805"/>
            <a:ext cx="869427" cy="54864"/>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pic>
        <p:nvPicPr>
          <p:cNvPr id="171" name="Picture 17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Tree>
    <p:extLst>
      <p:ext uri="{BB962C8B-B14F-4D97-AF65-F5344CB8AC3E}">
        <p14:creationId xmlns:p14="http://schemas.microsoft.com/office/powerpoint/2010/main" val="3594503030"/>
      </p:ext>
    </p:extLst>
  </p:cSld>
  <p:clrMapOvr>
    <a:masterClrMapping/>
  </p:clrMapOvr>
  <p:extLst>
    <p:ext uri="{DCECCB84-F9BA-43D5-87BE-67443E8EF086}">
      <p15:sldGuideLst xmlns:p15="http://schemas.microsoft.com/office/powerpoint/2012/main">
        <p15:guide id="2" pos="7416">
          <p15:clr>
            <a:srgbClr val="FBAE40"/>
          </p15:clr>
        </p15:guide>
        <p15:guide id="3"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2">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79234" y="882040"/>
            <a:ext cx="5564766" cy="3697873"/>
          </a:xfrm>
          <a:prstGeom prst="rect">
            <a:avLst/>
          </a:prstGeom>
        </p:spPr>
      </p:pic>
      <p:sp>
        <p:nvSpPr>
          <p:cNvPr id="172" name="Rectangle 171"/>
          <p:cNvSpPr/>
          <p:nvPr userDrawn="1"/>
        </p:nvSpPr>
        <p:spPr>
          <a:xfrm>
            <a:off x="-550"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pic>
        <p:nvPicPr>
          <p:cNvPr id="180" name="Picture 17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
        <p:nvSpPr>
          <p:cNvPr id="181" name="TextBox 180"/>
          <p:cNvSpPr txBox="1"/>
          <p:nvPr userDrawn="1"/>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2021 </a:t>
            </a:r>
            <a:r>
              <a:rPr lang="en-US" sz="700" b="1" dirty="0">
                <a:solidFill>
                  <a:schemeClr val="tx1">
                    <a:lumMod val="50000"/>
                    <a:lumOff val="50000"/>
                  </a:schemeClr>
                </a:solidFill>
                <a:latin typeface="+mj-lt"/>
              </a:rPr>
              <a:t>Tata Consultancy Services Limited</a:t>
            </a:r>
          </a:p>
        </p:txBody>
      </p:sp>
      <p:sp>
        <p:nvSpPr>
          <p:cNvPr id="24" name="Title 1"/>
          <p:cNvSpPr>
            <a:spLocks noGrp="1"/>
          </p:cNvSpPr>
          <p:nvPr>
            <p:ph type="ctrTitle"/>
          </p:nvPr>
        </p:nvSpPr>
        <p:spPr>
          <a:xfrm>
            <a:off x="381003" y="2091673"/>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25" name="Subtitle 2"/>
          <p:cNvSpPr>
            <a:spLocks noGrp="1"/>
          </p:cNvSpPr>
          <p:nvPr>
            <p:ph type="subTitle" idx="1"/>
          </p:nvPr>
        </p:nvSpPr>
        <p:spPr>
          <a:xfrm>
            <a:off x="381003" y="2618201"/>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26" name="Text Placeholder 5"/>
          <p:cNvSpPr>
            <a:spLocks noGrp="1"/>
          </p:cNvSpPr>
          <p:nvPr>
            <p:ph type="body" sz="quarter" idx="11" hasCustomPrompt="1"/>
          </p:nvPr>
        </p:nvSpPr>
        <p:spPr>
          <a:xfrm>
            <a:off x="399646" y="3733898"/>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27" name="Rectangle 26"/>
          <p:cNvSpPr/>
          <p:nvPr userDrawn="1"/>
        </p:nvSpPr>
        <p:spPr>
          <a:xfrm rot="5400000">
            <a:off x="-112141" y="2518005"/>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pic>
        <p:nvPicPr>
          <p:cNvPr id="3" name="Picture 2" descr="Logo&#10;&#10;Description automatically generated">
            <a:extLst>
              <a:ext uri="{FF2B5EF4-FFF2-40B4-BE49-F238E27FC236}">
                <a16:creationId xmlns:a16="http://schemas.microsoft.com/office/drawing/2014/main" id="{615E9B08-E83C-4AE8-AAEF-9FE4F4C2C50A}"/>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01625" y="123438"/>
            <a:ext cx="1260839" cy="506724"/>
          </a:xfrm>
          <a:prstGeom prst="rect">
            <a:avLst/>
          </a:prstGeom>
        </p:spPr>
      </p:pic>
    </p:spTree>
    <p:extLst>
      <p:ext uri="{BB962C8B-B14F-4D97-AF65-F5344CB8AC3E}">
        <p14:creationId xmlns:p14="http://schemas.microsoft.com/office/powerpoint/2010/main" val="1389054889"/>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3">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Picture 21"/>
          <p:cNvPicPr>
            <a:picLocks noChangeAspect="1"/>
          </p:cNvPicPr>
          <p:nvPr userDrawn="1"/>
        </p:nvPicPr>
        <p:blipFill rotWithShape="1">
          <a:blip r:embed="rId2" cstate="print">
            <a:extLst>
              <a:ext uri="{28A0092B-C50C-407E-A947-70E740481C1C}">
                <a14:useLocalDpi xmlns:a14="http://schemas.microsoft.com/office/drawing/2010/main" val="0"/>
              </a:ext>
            </a:extLst>
          </a:blip>
          <a:srcRect l="15448"/>
          <a:stretch/>
        </p:blipFill>
        <p:spPr>
          <a:xfrm>
            <a:off x="3577569" y="882041"/>
            <a:ext cx="5571891" cy="3697872"/>
          </a:xfrm>
          <a:prstGeom prst="rect">
            <a:avLst/>
          </a:prstGeom>
        </p:spPr>
      </p:pic>
      <p:sp>
        <p:nvSpPr>
          <p:cNvPr id="172" name="Rectangle 171"/>
          <p:cNvSpPr/>
          <p:nvPr userDrawn="1"/>
        </p:nvSpPr>
        <p:spPr>
          <a:xfrm>
            <a:off x="0"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2" name="Title 1"/>
          <p:cNvSpPr>
            <a:spLocks noGrp="1"/>
          </p:cNvSpPr>
          <p:nvPr>
            <p:ph type="ctrTitle"/>
          </p:nvPr>
        </p:nvSpPr>
        <p:spPr>
          <a:xfrm>
            <a:off x="381003" y="2091673"/>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3" name="Subtitle 2"/>
          <p:cNvSpPr>
            <a:spLocks noGrp="1"/>
          </p:cNvSpPr>
          <p:nvPr>
            <p:ph type="subTitle" idx="1"/>
          </p:nvPr>
        </p:nvSpPr>
        <p:spPr>
          <a:xfrm>
            <a:off x="381003" y="2618201"/>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10" name="Text Placeholder 5"/>
          <p:cNvSpPr>
            <a:spLocks noGrp="1"/>
          </p:cNvSpPr>
          <p:nvPr>
            <p:ph type="body" sz="quarter" idx="11" hasCustomPrompt="1"/>
          </p:nvPr>
        </p:nvSpPr>
        <p:spPr>
          <a:xfrm>
            <a:off x="399646" y="3733898"/>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171" name="Rectangle 170"/>
          <p:cNvSpPr/>
          <p:nvPr userDrawn="1"/>
        </p:nvSpPr>
        <p:spPr>
          <a:xfrm rot="5400000">
            <a:off x="-112141" y="2518005"/>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pic>
        <p:nvPicPr>
          <p:cNvPr id="180" name="Picture 17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
        <p:nvSpPr>
          <p:cNvPr id="21" name="TextBox 20"/>
          <p:cNvSpPr txBox="1"/>
          <p:nvPr userDrawn="1"/>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2021 </a:t>
            </a:r>
            <a:r>
              <a:rPr lang="en-US" sz="700" b="1" dirty="0">
                <a:solidFill>
                  <a:schemeClr val="tx1">
                    <a:lumMod val="50000"/>
                    <a:lumOff val="50000"/>
                  </a:schemeClr>
                </a:solidFill>
                <a:latin typeface="+mj-lt"/>
              </a:rPr>
              <a:t>Tata Consultancy Services Limited</a:t>
            </a:r>
          </a:p>
        </p:txBody>
      </p:sp>
      <p:pic>
        <p:nvPicPr>
          <p:cNvPr id="19" name="Picture 18" descr="Logo&#10;&#10;Description automatically generated">
            <a:extLst>
              <a:ext uri="{FF2B5EF4-FFF2-40B4-BE49-F238E27FC236}">
                <a16:creationId xmlns:a16="http://schemas.microsoft.com/office/drawing/2014/main" id="{7A3964C5-58DA-4136-AC3E-94E5C0CBE81B}"/>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01625" y="123438"/>
            <a:ext cx="1260839" cy="506724"/>
          </a:xfrm>
          <a:prstGeom prst="rect">
            <a:avLst/>
          </a:prstGeom>
        </p:spPr>
      </p:pic>
    </p:spTree>
    <p:extLst>
      <p:ext uri="{BB962C8B-B14F-4D97-AF65-F5344CB8AC3E}">
        <p14:creationId xmlns:p14="http://schemas.microsoft.com/office/powerpoint/2010/main" val="314416835"/>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3">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77569" y="882041"/>
            <a:ext cx="5558210" cy="3697872"/>
          </a:xfrm>
          <a:prstGeom prst="rect">
            <a:avLst/>
          </a:prstGeom>
        </p:spPr>
      </p:pic>
      <p:sp>
        <p:nvSpPr>
          <p:cNvPr id="172" name="Rectangle 171"/>
          <p:cNvSpPr/>
          <p:nvPr userDrawn="1"/>
        </p:nvSpPr>
        <p:spPr>
          <a:xfrm>
            <a:off x="-8220"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2" name="Title 1"/>
          <p:cNvSpPr>
            <a:spLocks noGrp="1"/>
          </p:cNvSpPr>
          <p:nvPr>
            <p:ph type="ctrTitle"/>
          </p:nvPr>
        </p:nvSpPr>
        <p:spPr>
          <a:xfrm>
            <a:off x="381003" y="2091673"/>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3" name="Subtitle 2"/>
          <p:cNvSpPr>
            <a:spLocks noGrp="1"/>
          </p:cNvSpPr>
          <p:nvPr>
            <p:ph type="subTitle" idx="1"/>
          </p:nvPr>
        </p:nvSpPr>
        <p:spPr>
          <a:xfrm>
            <a:off x="381003" y="2618201"/>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10" name="Text Placeholder 5"/>
          <p:cNvSpPr>
            <a:spLocks noGrp="1"/>
          </p:cNvSpPr>
          <p:nvPr>
            <p:ph type="body" sz="quarter" idx="11" hasCustomPrompt="1"/>
          </p:nvPr>
        </p:nvSpPr>
        <p:spPr>
          <a:xfrm>
            <a:off x="399646" y="3733898"/>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171" name="Rectangle 170"/>
          <p:cNvSpPr/>
          <p:nvPr userDrawn="1"/>
        </p:nvSpPr>
        <p:spPr>
          <a:xfrm rot="5400000">
            <a:off x="-112141" y="2518005"/>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pic>
        <p:nvPicPr>
          <p:cNvPr id="180" name="Picture 17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
        <p:nvSpPr>
          <p:cNvPr id="21" name="TextBox 20"/>
          <p:cNvSpPr txBox="1"/>
          <p:nvPr userDrawn="1"/>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2021 </a:t>
            </a:r>
            <a:r>
              <a:rPr lang="en-US" sz="700" b="1" dirty="0">
                <a:solidFill>
                  <a:schemeClr val="tx1">
                    <a:lumMod val="50000"/>
                    <a:lumOff val="50000"/>
                  </a:schemeClr>
                </a:solidFill>
                <a:latin typeface="+mj-lt"/>
              </a:rPr>
              <a:t>Tata Consultancy Services Limited</a:t>
            </a:r>
          </a:p>
        </p:txBody>
      </p:sp>
      <p:pic>
        <p:nvPicPr>
          <p:cNvPr id="19" name="Picture 18" descr="Logo&#10;&#10;Description automatically generated">
            <a:extLst>
              <a:ext uri="{FF2B5EF4-FFF2-40B4-BE49-F238E27FC236}">
                <a16:creationId xmlns:a16="http://schemas.microsoft.com/office/drawing/2014/main" id="{F27A1AE8-A56F-45BA-8BE3-A71E4802211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01625" y="123438"/>
            <a:ext cx="1260839" cy="506724"/>
          </a:xfrm>
          <a:prstGeom prst="rect">
            <a:avLst/>
          </a:prstGeom>
        </p:spPr>
      </p:pic>
    </p:spTree>
    <p:extLst>
      <p:ext uri="{BB962C8B-B14F-4D97-AF65-F5344CB8AC3E}">
        <p14:creationId xmlns:p14="http://schemas.microsoft.com/office/powerpoint/2010/main" val="2575123645"/>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Slide 3">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6523" y="889736"/>
            <a:ext cx="5529256" cy="3690177"/>
          </a:xfrm>
          <a:prstGeom prst="rect">
            <a:avLst/>
          </a:prstGeom>
        </p:spPr>
      </p:pic>
      <p:sp>
        <p:nvSpPr>
          <p:cNvPr id="172" name="Rectangle 171"/>
          <p:cNvSpPr/>
          <p:nvPr userDrawn="1"/>
        </p:nvSpPr>
        <p:spPr>
          <a:xfrm>
            <a:off x="-8220"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2" name="Title 1"/>
          <p:cNvSpPr>
            <a:spLocks noGrp="1"/>
          </p:cNvSpPr>
          <p:nvPr>
            <p:ph type="ctrTitle"/>
          </p:nvPr>
        </p:nvSpPr>
        <p:spPr>
          <a:xfrm>
            <a:off x="381003" y="2091673"/>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3" name="Subtitle 2"/>
          <p:cNvSpPr>
            <a:spLocks noGrp="1"/>
          </p:cNvSpPr>
          <p:nvPr>
            <p:ph type="subTitle" idx="1"/>
          </p:nvPr>
        </p:nvSpPr>
        <p:spPr>
          <a:xfrm>
            <a:off x="381003" y="2618201"/>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10" name="Text Placeholder 5"/>
          <p:cNvSpPr>
            <a:spLocks noGrp="1"/>
          </p:cNvSpPr>
          <p:nvPr>
            <p:ph type="body" sz="quarter" idx="11" hasCustomPrompt="1"/>
          </p:nvPr>
        </p:nvSpPr>
        <p:spPr>
          <a:xfrm>
            <a:off x="399646" y="3733898"/>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171" name="Rectangle 170"/>
          <p:cNvSpPr/>
          <p:nvPr userDrawn="1"/>
        </p:nvSpPr>
        <p:spPr>
          <a:xfrm rot="5400000">
            <a:off x="-112141" y="2518005"/>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pic>
        <p:nvPicPr>
          <p:cNvPr id="180" name="Picture 17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
        <p:nvSpPr>
          <p:cNvPr id="21" name="TextBox 20"/>
          <p:cNvSpPr txBox="1"/>
          <p:nvPr userDrawn="1"/>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2021 </a:t>
            </a:r>
            <a:r>
              <a:rPr lang="en-US" sz="700" b="1" dirty="0">
                <a:solidFill>
                  <a:schemeClr val="tx1">
                    <a:lumMod val="50000"/>
                    <a:lumOff val="50000"/>
                  </a:schemeClr>
                </a:solidFill>
                <a:latin typeface="+mj-lt"/>
              </a:rPr>
              <a:t>Tata Consultancy Services Limited</a:t>
            </a:r>
          </a:p>
        </p:txBody>
      </p:sp>
      <p:pic>
        <p:nvPicPr>
          <p:cNvPr id="19" name="Picture 18" descr="Logo&#10;&#10;Description automatically generated">
            <a:extLst>
              <a:ext uri="{FF2B5EF4-FFF2-40B4-BE49-F238E27FC236}">
                <a16:creationId xmlns:a16="http://schemas.microsoft.com/office/drawing/2014/main" id="{372531AF-C7C4-47A6-9634-DFEDDA9FC2C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01625" y="123438"/>
            <a:ext cx="1260839" cy="506724"/>
          </a:xfrm>
          <a:prstGeom prst="rect">
            <a:avLst/>
          </a:prstGeom>
        </p:spPr>
      </p:pic>
    </p:spTree>
    <p:extLst>
      <p:ext uri="{BB962C8B-B14F-4D97-AF65-F5344CB8AC3E}">
        <p14:creationId xmlns:p14="http://schemas.microsoft.com/office/powerpoint/2010/main" val="189250677"/>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Slide 3">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3860" y="889736"/>
            <a:ext cx="5531919" cy="3690178"/>
          </a:xfrm>
          <a:prstGeom prst="rect">
            <a:avLst/>
          </a:prstGeom>
        </p:spPr>
      </p:pic>
      <p:sp>
        <p:nvSpPr>
          <p:cNvPr id="172" name="Rectangle 171"/>
          <p:cNvSpPr/>
          <p:nvPr userDrawn="1"/>
        </p:nvSpPr>
        <p:spPr>
          <a:xfrm>
            <a:off x="-8220"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2" name="Title 1"/>
          <p:cNvSpPr>
            <a:spLocks noGrp="1"/>
          </p:cNvSpPr>
          <p:nvPr>
            <p:ph type="ctrTitle"/>
          </p:nvPr>
        </p:nvSpPr>
        <p:spPr>
          <a:xfrm>
            <a:off x="381003" y="2091673"/>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3" name="Subtitle 2"/>
          <p:cNvSpPr>
            <a:spLocks noGrp="1"/>
          </p:cNvSpPr>
          <p:nvPr>
            <p:ph type="subTitle" idx="1"/>
          </p:nvPr>
        </p:nvSpPr>
        <p:spPr>
          <a:xfrm>
            <a:off x="381003" y="2618201"/>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10" name="Text Placeholder 5"/>
          <p:cNvSpPr>
            <a:spLocks noGrp="1"/>
          </p:cNvSpPr>
          <p:nvPr>
            <p:ph type="body" sz="quarter" idx="11" hasCustomPrompt="1"/>
          </p:nvPr>
        </p:nvSpPr>
        <p:spPr>
          <a:xfrm>
            <a:off x="399646" y="3733898"/>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171" name="Rectangle 170"/>
          <p:cNvSpPr/>
          <p:nvPr userDrawn="1"/>
        </p:nvSpPr>
        <p:spPr>
          <a:xfrm rot="5400000">
            <a:off x="-112141" y="2518005"/>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pic>
        <p:nvPicPr>
          <p:cNvPr id="180" name="Picture 17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
        <p:nvSpPr>
          <p:cNvPr id="21" name="TextBox 20"/>
          <p:cNvSpPr txBox="1"/>
          <p:nvPr userDrawn="1"/>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2021 </a:t>
            </a:r>
            <a:r>
              <a:rPr lang="en-US" sz="700" b="1" dirty="0">
                <a:solidFill>
                  <a:schemeClr val="tx1">
                    <a:lumMod val="50000"/>
                    <a:lumOff val="50000"/>
                  </a:schemeClr>
                </a:solidFill>
                <a:latin typeface="+mj-lt"/>
              </a:rPr>
              <a:t>Tata Consultancy Services Limited</a:t>
            </a:r>
          </a:p>
        </p:txBody>
      </p:sp>
      <p:pic>
        <p:nvPicPr>
          <p:cNvPr id="19" name="Picture 18" descr="Logo&#10;&#10;Description automatically generated">
            <a:extLst>
              <a:ext uri="{FF2B5EF4-FFF2-40B4-BE49-F238E27FC236}">
                <a16:creationId xmlns:a16="http://schemas.microsoft.com/office/drawing/2014/main" id="{C76AAF61-AED4-4E30-953A-C1727674A1C3}"/>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01625" y="123438"/>
            <a:ext cx="1260839" cy="506724"/>
          </a:xfrm>
          <a:prstGeom prst="rect">
            <a:avLst/>
          </a:prstGeom>
        </p:spPr>
      </p:pic>
    </p:spTree>
    <p:extLst>
      <p:ext uri="{BB962C8B-B14F-4D97-AF65-F5344CB8AC3E}">
        <p14:creationId xmlns:p14="http://schemas.microsoft.com/office/powerpoint/2010/main" val="3617157787"/>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Title Slide 3">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11472" y="891563"/>
            <a:ext cx="5532528" cy="3688352"/>
          </a:xfrm>
          <a:prstGeom prst="rect">
            <a:avLst/>
          </a:prstGeom>
        </p:spPr>
      </p:pic>
      <p:sp>
        <p:nvSpPr>
          <p:cNvPr id="172" name="Rectangle 171"/>
          <p:cNvSpPr/>
          <p:nvPr userDrawn="1"/>
        </p:nvSpPr>
        <p:spPr>
          <a:xfrm>
            <a:off x="-8220"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2" name="Title 1"/>
          <p:cNvSpPr>
            <a:spLocks noGrp="1"/>
          </p:cNvSpPr>
          <p:nvPr>
            <p:ph type="ctrTitle"/>
          </p:nvPr>
        </p:nvSpPr>
        <p:spPr>
          <a:xfrm>
            <a:off x="381003" y="2091673"/>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3" name="Subtitle 2"/>
          <p:cNvSpPr>
            <a:spLocks noGrp="1"/>
          </p:cNvSpPr>
          <p:nvPr>
            <p:ph type="subTitle" idx="1"/>
          </p:nvPr>
        </p:nvSpPr>
        <p:spPr>
          <a:xfrm>
            <a:off x="381003" y="2618201"/>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10" name="Text Placeholder 5"/>
          <p:cNvSpPr>
            <a:spLocks noGrp="1"/>
          </p:cNvSpPr>
          <p:nvPr>
            <p:ph type="body" sz="quarter" idx="11" hasCustomPrompt="1"/>
          </p:nvPr>
        </p:nvSpPr>
        <p:spPr>
          <a:xfrm>
            <a:off x="399646" y="3733898"/>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171" name="Rectangle 170"/>
          <p:cNvSpPr/>
          <p:nvPr userDrawn="1"/>
        </p:nvSpPr>
        <p:spPr>
          <a:xfrm rot="5400000">
            <a:off x="-112141" y="2518005"/>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pic>
        <p:nvPicPr>
          <p:cNvPr id="180" name="Picture 17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
        <p:nvSpPr>
          <p:cNvPr id="21" name="TextBox 20"/>
          <p:cNvSpPr txBox="1"/>
          <p:nvPr userDrawn="1"/>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2021 </a:t>
            </a:r>
            <a:r>
              <a:rPr lang="en-US" sz="700" b="1" dirty="0">
                <a:solidFill>
                  <a:schemeClr val="tx1">
                    <a:lumMod val="50000"/>
                    <a:lumOff val="50000"/>
                  </a:schemeClr>
                </a:solidFill>
                <a:latin typeface="+mj-lt"/>
              </a:rPr>
              <a:t>Tata Consultancy Services Limited</a:t>
            </a:r>
          </a:p>
        </p:txBody>
      </p:sp>
      <p:pic>
        <p:nvPicPr>
          <p:cNvPr id="19" name="Picture 18" descr="Logo&#10;&#10;Description automatically generated">
            <a:extLst>
              <a:ext uri="{FF2B5EF4-FFF2-40B4-BE49-F238E27FC236}">
                <a16:creationId xmlns:a16="http://schemas.microsoft.com/office/drawing/2014/main" id="{46C3F199-1A0A-4B12-AE2E-B375F813F4CB}"/>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01625" y="123438"/>
            <a:ext cx="1260839" cy="506724"/>
          </a:xfrm>
          <a:prstGeom prst="rect">
            <a:avLst/>
          </a:prstGeom>
        </p:spPr>
      </p:pic>
    </p:spTree>
    <p:extLst>
      <p:ext uri="{BB962C8B-B14F-4D97-AF65-F5344CB8AC3E}">
        <p14:creationId xmlns:p14="http://schemas.microsoft.com/office/powerpoint/2010/main" val="4131945454"/>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Title Slide 3">
    <p:spTree>
      <p:nvGrpSpPr>
        <p:cNvPr id="1" name=""/>
        <p:cNvGrpSpPr/>
        <p:nvPr/>
      </p:nvGrpSpPr>
      <p:grpSpPr>
        <a:xfrm>
          <a:off x="0" y="0"/>
          <a:ext cx="0" cy="0"/>
          <a:chOff x="0" y="0"/>
          <a:chExt cx="0" cy="0"/>
        </a:xfrm>
      </p:grpSpPr>
      <p:sp>
        <p:nvSpPr>
          <p:cNvPr id="5" name="Rectangle 4"/>
          <p:cNvSpPr/>
          <p:nvPr userDrawn="1"/>
        </p:nvSpPr>
        <p:spPr>
          <a:xfrm>
            <a:off x="0" y="0"/>
            <a:ext cx="9144000" cy="51435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userDrawn="1"/>
        </p:nvPicPr>
        <p:blipFill rotWithShape="1">
          <a:blip r:embed="rId2" cstate="print">
            <a:extLst>
              <a:ext uri="{28A0092B-C50C-407E-A947-70E740481C1C}">
                <a14:useLocalDpi xmlns:a14="http://schemas.microsoft.com/office/drawing/2010/main" val="0"/>
              </a:ext>
            </a:extLst>
          </a:blip>
          <a:srcRect l="7197" t="23400" b="15213"/>
          <a:stretch/>
        </p:blipFill>
        <p:spPr>
          <a:xfrm flipH="1">
            <a:off x="763694" y="891563"/>
            <a:ext cx="8382259" cy="3696412"/>
          </a:xfrm>
          <a:prstGeom prst="rect">
            <a:avLst/>
          </a:prstGeom>
        </p:spPr>
      </p:pic>
      <p:sp>
        <p:nvSpPr>
          <p:cNvPr id="172" name="Rectangle 171"/>
          <p:cNvSpPr/>
          <p:nvPr userDrawn="1"/>
        </p:nvSpPr>
        <p:spPr>
          <a:xfrm>
            <a:off x="-1953" y="882041"/>
            <a:ext cx="9143999" cy="3697873"/>
          </a:xfrm>
          <a:prstGeom prst="rect">
            <a:avLst/>
          </a:prstGeom>
          <a:gradFill flip="none" rotWithShape="1">
            <a:gsLst>
              <a:gs pos="0">
                <a:srgbClr val="73459B"/>
              </a:gs>
              <a:gs pos="60000">
                <a:srgbClr val="D43A5F">
                  <a:alpha val="62000"/>
                </a:srgbClr>
              </a:gs>
              <a:gs pos="39000">
                <a:srgbClr val="BA2983"/>
              </a:gs>
              <a:gs pos="100000">
                <a:srgbClr val="F04D38">
                  <a:alpha val="3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2" name="Title 1"/>
          <p:cNvSpPr>
            <a:spLocks noGrp="1"/>
          </p:cNvSpPr>
          <p:nvPr>
            <p:ph type="ctrTitle"/>
          </p:nvPr>
        </p:nvSpPr>
        <p:spPr>
          <a:xfrm>
            <a:off x="381003" y="2091673"/>
            <a:ext cx="5123095" cy="506724"/>
          </a:xfrm>
        </p:spPr>
        <p:txBody>
          <a:bodyPr vert="horz" wrap="square" lIns="68580" tIns="34290" rIns="68580" bIns="34290" rtlCol="0" anchor="ctr">
            <a:noAutofit/>
          </a:bodyPr>
          <a:lstStyle>
            <a:lvl1pPr>
              <a:defRPr lang="en-US" sz="2400" dirty="0">
                <a:solidFill>
                  <a:schemeClr val="bg1"/>
                </a:solidFill>
                <a:latin typeface="+mj-lt"/>
              </a:defRPr>
            </a:lvl1pPr>
          </a:lstStyle>
          <a:p>
            <a:pPr lvl="0">
              <a:lnSpc>
                <a:spcPct val="90000"/>
              </a:lnSpc>
              <a:spcBef>
                <a:spcPts val="100"/>
              </a:spcBef>
            </a:pPr>
            <a:r>
              <a:rPr lang="en-US" dirty="0"/>
              <a:t>Click to edit Master title style</a:t>
            </a:r>
          </a:p>
        </p:txBody>
      </p:sp>
      <p:sp>
        <p:nvSpPr>
          <p:cNvPr id="3" name="Subtitle 2"/>
          <p:cNvSpPr>
            <a:spLocks noGrp="1"/>
          </p:cNvSpPr>
          <p:nvPr>
            <p:ph type="subTitle" idx="1"/>
          </p:nvPr>
        </p:nvSpPr>
        <p:spPr>
          <a:xfrm>
            <a:off x="381003" y="2618201"/>
            <a:ext cx="5123095" cy="342900"/>
          </a:xfrm>
        </p:spPr>
        <p:txBody>
          <a:bodyPr vert="horz" lIns="68580" tIns="34290" rIns="68580" bIns="34290" rtlCol="0">
            <a:noAutofit/>
          </a:bodyPr>
          <a:lstStyle>
            <a:lvl1pPr marL="0" indent="0">
              <a:buNone/>
              <a:defRPr lang="en-US" sz="2000" dirty="0">
                <a:solidFill>
                  <a:schemeClr val="bg1"/>
                </a:solidFill>
              </a:defRPr>
            </a:lvl1pPr>
          </a:lstStyle>
          <a:p>
            <a:pPr marL="257175" marR="0" lvl="0" indent="-257175" fontAlgn="auto">
              <a:lnSpc>
                <a:spcPct val="90000"/>
              </a:lnSpc>
              <a:spcBef>
                <a:spcPts val="100"/>
              </a:spcBef>
              <a:spcAft>
                <a:spcPts val="0"/>
              </a:spcAft>
              <a:buSzTx/>
              <a:tabLst/>
            </a:pPr>
            <a:r>
              <a:rPr lang="en-US" dirty="0"/>
              <a:t>Click to edit Master subtitle style</a:t>
            </a:r>
          </a:p>
        </p:txBody>
      </p:sp>
      <p:sp>
        <p:nvSpPr>
          <p:cNvPr id="10" name="Text Placeholder 5"/>
          <p:cNvSpPr>
            <a:spLocks noGrp="1"/>
          </p:cNvSpPr>
          <p:nvPr>
            <p:ph type="body" sz="quarter" idx="11" hasCustomPrompt="1"/>
          </p:nvPr>
        </p:nvSpPr>
        <p:spPr>
          <a:xfrm>
            <a:off x="399646" y="3733898"/>
            <a:ext cx="1856666" cy="301760"/>
          </a:xfrm>
        </p:spPr>
        <p:txBody>
          <a:bodyPr vert="horz" lIns="68580" tIns="34290" rIns="68580" bIns="34290" rtlCol="0">
            <a:noAutofit/>
          </a:bodyPr>
          <a:lstStyle>
            <a:lvl1pPr marL="0" indent="0">
              <a:buNone/>
              <a:defRPr lang="en-US" sz="1400" dirty="0" smtClean="0">
                <a:solidFill>
                  <a:schemeClr val="bg1"/>
                </a:solidFill>
                <a:latin typeface="+mn-lt"/>
                <a:cs typeface="Calibri Light" panose="020F0302020204030204" pitchFamily="34" charset="0"/>
              </a:defRPr>
            </a:lvl1pPr>
          </a:lstStyle>
          <a:p>
            <a:pPr marL="257175" lvl="0" indent="-257175"/>
            <a:r>
              <a:rPr lang="en-US" dirty="0"/>
              <a:t>Insert Date</a:t>
            </a:r>
          </a:p>
        </p:txBody>
      </p:sp>
      <p:sp>
        <p:nvSpPr>
          <p:cNvPr id="171" name="Rectangle 170"/>
          <p:cNvSpPr/>
          <p:nvPr userDrawn="1"/>
        </p:nvSpPr>
        <p:spPr>
          <a:xfrm rot="5400000">
            <a:off x="-112141" y="2518005"/>
            <a:ext cx="869427" cy="45342"/>
          </a:xfrm>
          <a:prstGeom prst="rect">
            <a:avLst/>
          </a:prstGeom>
          <a:solidFill>
            <a:schemeClr val="bg1"/>
          </a:solidFill>
          <a:ln>
            <a:noFill/>
          </a:ln>
        </p:spPr>
        <p:txBody>
          <a:bodyPr rtlCol="0" anchor="ctr"/>
          <a:lstStyle/>
          <a:p>
            <a:pPr lvl="0" algn="ctr" defTabSz="685766"/>
            <a:endParaRPr lang="en-IN" dirty="0">
              <a:solidFill>
                <a:prstClr val="white"/>
              </a:solidFill>
            </a:endParaRPr>
          </a:p>
        </p:txBody>
      </p:sp>
      <p:grpSp>
        <p:nvGrpSpPr>
          <p:cNvPr id="173" name="Group 172"/>
          <p:cNvGrpSpPr/>
          <p:nvPr userDrawn="1"/>
        </p:nvGrpSpPr>
        <p:grpSpPr>
          <a:xfrm>
            <a:off x="283755" y="163261"/>
            <a:ext cx="2129833" cy="471311"/>
            <a:chOff x="283755" y="165687"/>
            <a:chExt cx="1564837" cy="346283"/>
          </a:xfrm>
        </p:grpSpPr>
        <p:grpSp>
          <p:nvGrpSpPr>
            <p:cNvPr id="174" name="Group 173"/>
            <p:cNvGrpSpPr/>
            <p:nvPr userDrawn="1"/>
          </p:nvGrpSpPr>
          <p:grpSpPr>
            <a:xfrm>
              <a:off x="1029100" y="165687"/>
              <a:ext cx="819492" cy="346282"/>
              <a:chOff x="1323430" y="208452"/>
              <a:chExt cx="838843" cy="354460"/>
            </a:xfrm>
            <a:solidFill>
              <a:srgbClr val="007DC5"/>
            </a:solidFill>
          </p:grpSpPr>
          <p:sp>
            <p:nvSpPr>
              <p:cNvPr id="177" name="Freeform 176"/>
              <p:cNvSpPr>
                <a:spLocks noEditPoints="1"/>
              </p:cNvSpPr>
              <p:nvPr userDrawn="1"/>
            </p:nvSpPr>
            <p:spPr bwMode="auto">
              <a:xfrm>
                <a:off x="1478162" y="472445"/>
                <a:ext cx="525842" cy="90467"/>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8" name="Freeform 177"/>
              <p:cNvSpPr>
                <a:spLocks noEditPoints="1"/>
              </p:cNvSpPr>
              <p:nvPr userDrawn="1"/>
            </p:nvSpPr>
            <p:spPr bwMode="auto">
              <a:xfrm>
                <a:off x="1323430" y="339059"/>
                <a:ext cx="838843" cy="90467"/>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sp>
            <p:nvSpPr>
              <p:cNvPr id="179" name="Freeform 178"/>
              <p:cNvSpPr>
                <a:spLocks noEditPoints="1"/>
              </p:cNvSpPr>
              <p:nvPr userDrawn="1"/>
            </p:nvSpPr>
            <p:spPr bwMode="auto">
              <a:xfrm>
                <a:off x="1562183" y="208452"/>
                <a:ext cx="363379" cy="90524"/>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dirty="0">
                  <a:solidFill>
                    <a:schemeClr val="bg1"/>
                  </a:solidFill>
                  <a:latin typeface="Myriad Pro"/>
                </a:endParaRPr>
              </a:p>
            </p:txBody>
          </p:sp>
        </p:grpSp>
        <p:cxnSp>
          <p:nvCxnSpPr>
            <p:cNvPr id="175" name="Straight Connector 174"/>
            <p:cNvCxnSpPr/>
            <p:nvPr/>
          </p:nvCxnSpPr>
          <p:spPr>
            <a:xfrm>
              <a:off x="922267" y="166149"/>
              <a:ext cx="0" cy="342581"/>
            </a:xfrm>
            <a:prstGeom prst="line">
              <a:avLst/>
            </a:prstGeom>
            <a:solidFill>
              <a:schemeClr val="tx1"/>
            </a:solidFill>
            <a:ln w="12700">
              <a:solidFill>
                <a:srgbClr val="007DC5"/>
              </a:solidFill>
            </a:ln>
          </p:spPr>
          <p:style>
            <a:lnRef idx="1">
              <a:schemeClr val="accent1"/>
            </a:lnRef>
            <a:fillRef idx="0">
              <a:schemeClr val="accent1"/>
            </a:fillRef>
            <a:effectRef idx="0">
              <a:schemeClr val="accent1"/>
            </a:effectRef>
            <a:fontRef idx="minor">
              <a:schemeClr val="tx1"/>
            </a:fontRef>
          </p:style>
        </p:cxnSp>
        <p:pic>
          <p:nvPicPr>
            <p:cNvPr id="176" name="Picture 17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83755" y="174956"/>
              <a:ext cx="531679" cy="337014"/>
            </a:xfrm>
            <a:prstGeom prst="rect">
              <a:avLst/>
            </a:prstGeom>
          </p:spPr>
        </p:pic>
      </p:grpSp>
      <p:pic>
        <p:nvPicPr>
          <p:cNvPr id="180" name="Picture 17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sp>
        <p:nvSpPr>
          <p:cNvPr id="21" name="TextBox 20"/>
          <p:cNvSpPr txBox="1"/>
          <p:nvPr userDrawn="1"/>
        </p:nvSpPr>
        <p:spPr>
          <a:xfrm>
            <a:off x="366308" y="4669962"/>
            <a:ext cx="2117887" cy="200055"/>
          </a:xfrm>
          <a:prstGeom prst="rect">
            <a:avLst/>
          </a:prstGeom>
          <a:noFill/>
        </p:spPr>
        <p:txBody>
          <a:bodyPr wrap="none" rtlCol="0">
            <a:spAutoFit/>
          </a:bodyPr>
          <a:lstStyle/>
          <a:p>
            <a:pPr algn="r"/>
            <a:r>
              <a:rPr lang="en-US" sz="700" dirty="0">
                <a:solidFill>
                  <a:schemeClr val="tx1">
                    <a:lumMod val="50000"/>
                    <a:lumOff val="50000"/>
                  </a:schemeClr>
                </a:solidFill>
                <a:latin typeface="+mj-lt"/>
              </a:rPr>
              <a:t>Copyright © 2021 </a:t>
            </a:r>
            <a:r>
              <a:rPr lang="en-US" sz="700" b="1" dirty="0">
                <a:solidFill>
                  <a:schemeClr val="tx1">
                    <a:lumMod val="50000"/>
                    <a:lumOff val="50000"/>
                  </a:schemeClr>
                </a:solidFill>
                <a:latin typeface="+mj-lt"/>
              </a:rPr>
              <a:t>Tata Consultancy Services Limited</a:t>
            </a:r>
          </a:p>
        </p:txBody>
      </p:sp>
      <p:pic>
        <p:nvPicPr>
          <p:cNvPr id="19" name="Picture 18" descr="Logo&#10;&#10;Description automatically generated">
            <a:extLst>
              <a:ext uri="{FF2B5EF4-FFF2-40B4-BE49-F238E27FC236}">
                <a16:creationId xmlns:a16="http://schemas.microsoft.com/office/drawing/2014/main" id="{BA93BE3B-31F8-458A-9A8C-59855610FFF3}"/>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801625" y="123438"/>
            <a:ext cx="1260839" cy="506724"/>
          </a:xfrm>
          <a:prstGeom prst="rect">
            <a:avLst/>
          </a:prstGeom>
        </p:spPr>
      </p:pic>
    </p:spTree>
    <p:extLst>
      <p:ext uri="{BB962C8B-B14F-4D97-AF65-F5344CB8AC3E}">
        <p14:creationId xmlns:p14="http://schemas.microsoft.com/office/powerpoint/2010/main" val="2597645293"/>
      </p:ext>
    </p:extLst>
  </p:cSld>
  <p:clrMapOvr>
    <a:masterClrMapping/>
  </p:clrMapOvr>
  <p:extLst>
    <p:ext uri="{DCECCB84-F9BA-43D5-87BE-67443E8EF086}">
      <p15:sldGuideLst xmlns:p15="http://schemas.microsoft.com/office/powerpoint/2012/main">
        <p15:guide id="2" pos="7416">
          <p15:clr>
            <a:srgbClr val="FBAE40"/>
          </p15:clr>
        </p15:guide>
        <p15:guide id="3"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16181" y="45555"/>
            <a:ext cx="8552914" cy="481985"/>
          </a:xfrm>
        </p:spPr>
        <p:txBody>
          <a:bodyPr vert="horz" wrap="square" lIns="68580" tIns="34290" rIns="68580" bIns="34290" rtlCol="0" anchor="ctr">
            <a:normAutofit/>
          </a:bodyPr>
          <a:lstStyle>
            <a:lvl1pPr>
              <a:defRPr lang="en-US" dirty="0"/>
            </a:lvl1pPr>
          </a:lstStyle>
          <a:p>
            <a:pPr lvl="0"/>
            <a:r>
              <a:rPr lang="en-US" dirty="0"/>
              <a:t>Click to edit Master title style</a:t>
            </a:r>
          </a:p>
        </p:txBody>
      </p:sp>
    </p:spTree>
    <p:extLst>
      <p:ext uri="{BB962C8B-B14F-4D97-AF65-F5344CB8AC3E}">
        <p14:creationId xmlns:p14="http://schemas.microsoft.com/office/powerpoint/2010/main" val="2917426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parator Slide">
    <p:spTree>
      <p:nvGrpSpPr>
        <p:cNvPr id="1" name=""/>
        <p:cNvGrpSpPr/>
        <p:nvPr/>
      </p:nvGrpSpPr>
      <p:grpSpPr>
        <a:xfrm>
          <a:off x="0" y="0"/>
          <a:ext cx="0" cy="0"/>
          <a:chOff x="0" y="0"/>
          <a:chExt cx="0" cy="0"/>
        </a:xfrm>
      </p:grpSpPr>
      <p:sp>
        <p:nvSpPr>
          <p:cNvPr id="2" name="Title 1"/>
          <p:cNvSpPr>
            <a:spLocks noGrp="1"/>
          </p:cNvSpPr>
          <p:nvPr>
            <p:ph type="title"/>
          </p:nvPr>
        </p:nvSpPr>
        <p:spPr>
          <a:xfrm>
            <a:off x="356970" y="1987302"/>
            <a:ext cx="4924276" cy="553998"/>
          </a:xfrm>
        </p:spPr>
        <p:txBody>
          <a:bodyPr vert="horz" wrap="square" lIns="68580" tIns="34290" rIns="68580" bIns="34290" rtlCol="0" anchor="ctr">
            <a:noAutofit/>
          </a:bodyPr>
          <a:lstStyle>
            <a:lvl1pPr>
              <a:defRPr lang="en-US" dirty="0"/>
            </a:lvl1pPr>
          </a:lstStyle>
          <a:p>
            <a:pPr lvl="0">
              <a:lnSpc>
                <a:spcPct val="90000"/>
              </a:lnSpc>
              <a:spcBef>
                <a:spcPts val="100"/>
              </a:spcBef>
            </a:pPr>
            <a:r>
              <a:rPr lang="en-US" dirty="0"/>
              <a:t>Click to edit Master title style</a:t>
            </a:r>
          </a:p>
        </p:txBody>
      </p:sp>
    </p:spTree>
    <p:extLst>
      <p:ext uri="{BB962C8B-B14F-4D97-AF65-F5344CB8AC3E}">
        <p14:creationId xmlns:p14="http://schemas.microsoft.com/office/powerpoint/2010/main" val="23350251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878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0.xml"/><Relationship Id="rId4" Type="http://schemas.openxmlformats.org/officeDocument/2006/relationships/image" Target="../media/image5.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11.xml"/><Relationship Id="rId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6181" y="45555"/>
            <a:ext cx="8552914" cy="481985"/>
          </a:xfrm>
          <a:prstGeom prst="rect">
            <a:avLst/>
          </a:prstGeom>
        </p:spPr>
        <p:txBody>
          <a:bodyPr vert="horz" wrap="square" lIns="68580" tIns="34290" rIns="68580" bIns="34290" rtlCol="0" anchor="ctr">
            <a:normAutofit/>
          </a:bodyPr>
          <a:lstStyle/>
          <a:p>
            <a:r>
              <a:rPr lang="en-US" dirty="0"/>
              <a:t>Click to edit Master title style</a:t>
            </a:r>
          </a:p>
        </p:txBody>
      </p:sp>
      <p:sp>
        <p:nvSpPr>
          <p:cNvPr id="3" name="Text Placeholder 2"/>
          <p:cNvSpPr>
            <a:spLocks noGrp="1"/>
          </p:cNvSpPr>
          <p:nvPr>
            <p:ph type="body" idx="1"/>
          </p:nvPr>
        </p:nvSpPr>
        <p:spPr>
          <a:xfrm>
            <a:off x="316180" y="693709"/>
            <a:ext cx="8511639" cy="3394472"/>
          </a:xfrm>
          <a:prstGeom prst="rect">
            <a:avLst/>
          </a:prstGeom>
        </p:spPr>
        <p:txBody>
          <a:bodyPr vert="horz" lIns="68580" tIns="34290" rIns="68580" bIns="3429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3"/>
            <a:endParaRPr lang="en-US" dirty="0"/>
          </a:p>
        </p:txBody>
      </p:sp>
      <p:sp>
        <p:nvSpPr>
          <p:cNvPr id="18" name="Rectangle 17"/>
          <p:cNvSpPr/>
          <p:nvPr userDrawn="1"/>
        </p:nvSpPr>
        <p:spPr>
          <a:xfrm rot="5400000">
            <a:off x="-154141" y="283773"/>
            <a:ext cx="625061" cy="57515"/>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sp>
        <p:nvSpPr>
          <p:cNvPr id="71" name="Text Placeholder 4"/>
          <p:cNvSpPr txBox="1">
            <a:spLocks/>
          </p:cNvSpPr>
          <p:nvPr userDrawn="1"/>
        </p:nvSpPr>
        <p:spPr>
          <a:xfrm>
            <a:off x="4662608" y="4891759"/>
            <a:ext cx="1210588" cy="215444"/>
          </a:xfrm>
          <a:prstGeom prst="rect">
            <a:avLst/>
          </a:prstGeom>
          <a:noFill/>
        </p:spPr>
        <p:txBody>
          <a:bodyPr wrap="none" rtlCol="0" anchor="ctr" anchorCtr="0">
            <a:noAutofit/>
          </a:bodyPr>
          <a:lstStyle>
            <a:defPPr>
              <a:defRPr lang="en-US"/>
            </a:defPPr>
            <a:lvl1pPr defTabSz="914400">
              <a:defRPr sz="800" b="1">
                <a:solidFill>
                  <a:schemeClr val="tx1">
                    <a:lumMod val="75000"/>
                  </a:schemeClr>
                </a:solidFill>
                <a:latin typeface="+mj-lt"/>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lvl="0"/>
            <a:r>
              <a:rPr lang="en-US" sz="800" b="0" dirty="0">
                <a:solidFill>
                  <a:schemeClr val="tx1">
                    <a:lumMod val="75000"/>
                    <a:lumOff val="25000"/>
                  </a:schemeClr>
                </a:solidFill>
              </a:rPr>
              <a:t>External</a:t>
            </a:r>
          </a:p>
        </p:txBody>
      </p:sp>
      <p:sp>
        <p:nvSpPr>
          <p:cNvPr id="63" name="Rectangle 71"/>
          <p:cNvSpPr txBox="1">
            <a:spLocks noChangeArrowheads="1"/>
          </p:cNvSpPr>
          <p:nvPr userDrawn="1"/>
        </p:nvSpPr>
        <p:spPr bwMode="auto">
          <a:xfrm>
            <a:off x="4421706" y="4864345"/>
            <a:ext cx="300588" cy="270272"/>
          </a:xfrm>
          <a:prstGeom prst="rect">
            <a:avLst/>
          </a:prstGeom>
          <a:noFill/>
          <a:ln w="9525">
            <a:noFill/>
            <a:miter lim="800000"/>
            <a:headEnd/>
            <a:tailEnd/>
          </a:ln>
          <a:effectLst/>
        </p:spPr>
        <p:txBody>
          <a:bodyPr vert="horz" wrap="square" lIns="68580" tIns="34290" rIns="68580" bIns="34290" numCol="1" anchor="ctr" anchorCtr="0" compatLnSpc="1">
            <a:prstTxWarp prst="textNoShape">
              <a:avLst/>
            </a:prstTxWarp>
          </a:bodyPr>
          <a:lstStyle>
            <a:defPPr>
              <a:defRPr lang="en-US"/>
            </a:defPPr>
            <a:lvl1pPr marR="0" lvl="0" indent="0" algn="ctr" defTabSz="914400" fontAlgn="auto">
              <a:lnSpc>
                <a:spcPct val="100000"/>
              </a:lnSpc>
              <a:spcBef>
                <a:spcPts val="0"/>
              </a:spcBef>
              <a:spcAft>
                <a:spcPts val="0"/>
              </a:spcAft>
              <a:buClrTx/>
              <a:buSzTx/>
              <a:buFontTx/>
              <a:buNone/>
              <a:tabLst/>
              <a:defRPr sz="800" b="1">
                <a:solidFill>
                  <a:schemeClr val="bg1">
                    <a:lumMod val="50000"/>
                  </a:schemeClr>
                </a:solidFill>
                <a:latin typeface="+mj-lt"/>
                <a:cs typeface="Arial" pitchFamily="34" charset="0"/>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pPr lvl="0"/>
            <a:fld id="{13B55AB4-0D57-4FBE-946B-A81E4A9D2A4C}" type="slidenum">
              <a:rPr lang="en-US" noProof="0" smtClean="0"/>
              <a:pPr lvl="0"/>
              <a:t>‹#›</a:t>
            </a:fld>
            <a:r>
              <a:rPr lang="en-US" noProof="0" dirty="0"/>
              <a:t> </a:t>
            </a:r>
          </a:p>
        </p:txBody>
      </p:sp>
      <p:cxnSp>
        <p:nvCxnSpPr>
          <p:cNvPr id="64" name="Straight Connector 63"/>
          <p:cNvCxnSpPr/>
          <p:nvPr userDrawn="1"/>
        </p:nvCxnSpPr>
        <p:spPr>
          <a:xfrm>
            <a:off x="4687360" y="4945062"/>
            <a:ext cx="0" cy="127170"/>
          </a:xfrm>
          <a:prstGeom prst="line">
            <a:avLst/>
          </a:prstGeom>
          <a:ln>
            <a:solidFill>
              <a:srgbClr val="0070C0"/>
            </a:solidFill>
          </a:ln>
        </p:spPr>
        <p:style>
          <a:lnRef idx="1">
            <a:schemeClr val="accent1"/>
          </a:lnRef>
          <a:fillRef idx="0">
            <a:schemeClr val="accent1"/>
          </a:fillRef>
          <a:effectRef idx="0">
            <a:schemeClr val="accent1"/>
          </a:effectRef>
          <a:fontRef idx="minor">
            <a:schemeClr val="tx1"/>
          </a:fontRef>
        </p:style>
      </p:cxnSp>
      <p:pic>
        <p:nvPicPr>
          <p:cNvPr id="170" name="Picture 169"/>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pic>
        <p:nvPicPr>
          <p:cNvPr id="5" name="Picture 4" descr="Logo&#10;&#10;Description automatically generated">
            <a:extLst>
              <a:ext uri="{FF2B5EF4-FFF2-40B4-BE49-F238E27FC236}">
                <a16:creationId xmlns:a16="http://schemas.microsoft.com/office/drawing/2014/main" id="{4DEFFE69-D5FF-4A87-B6F2-FB54E497FFA9}"/>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8018365" y="4641142"/>
            <a:ext cx="855192" cy="343697"/>
          </a:xfrm>
          <a:prstGeom prst="rect">
            <a:avLst/>
          </a:prstGeom>
        </p:spPr>
      </p:pic>
    </p:spTree>
    <p:extLst>
      <p:ext uri="{BB962C8B-B14F-4D97-AF65-F5344CB8AC3E}">
        <p14:creationId xmlns:p14="http://schemas.microsoft.com/office/powerpoint/2010/main" val="1332330236"/>
      </p:ext>
    </p:extLst>
  </p:cSld>
  <p:clrMap bg1="lt1" tx1="dk1" bg2="lt2" tx2="dk2" accent1="accent1" accent2="accent2" accent3="accent3" accent4="accent4" accent5="accent5" accent6="accent6" hlink="hlink" folHlink="folHlink"/>
  <p:sldLayoutIdLst>
    <p:sldLayoutId id="2147483748" r:id="rId1"/>
    <p:sldLayoutId id="2147484052" r:id="rId2"/>
    <p:sldLayoutId id="2147484055" r:id="rId3"/>
    <p:sldLayoutId id="2147484056" r:id="rId4"/>
    <p:sldLayoutId id="2147484057" r:id="rId5"/>
    <p:sldLayoutId id="2147484058" r:id="rId6"/>
    <p:sldLayoutId id="2147484059" r:id="rId7"/>
    <p:sldLayoutId id="2147484060" r:id="rId8"/>
    <p:sldLayoutId id="2147483751" r:id="rId9"/>
  </p:sldLayoutIdLst>
  <p:hf sldNum="0" hdr="0" ftr="0" dt="0"/>
  <p:txStyles>
    <p:titleStyle>
      <a:lvl1pPr algn="l" defTabSz="685800" rtl="0" eaLnBrk="1" latinLnBrk="0" hangingPunct="1">
        <a:spcBef>
          <a:spcPct val="0"/>
        </a:spcBef>
        <a:buNone/>
        <a:defRPr sz="2100" kern="1200">
          <a:solidFill>
            <a:srgbClr val="724698"/>
          </a:solidFill>
          <a:latin typeface="+mn-lt"/>
          <a:ea typeface="+mj-ea"/>
          <a:cs typeface="Calibri Light" panose="020F0302020204030204" pitchFamily="34" charset="0"/>
        </a:defRPr>
      </a:lvl1pPr>
    </p:titleStyle>
    <p:body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1620" userDrawn="1">
          <p15:clr>
            <a:srgbClr val="F26B43"/>
          </p15:clr>
        </p15:guide>
        <p15:guide id="3" pos="5642" userDrawn="1">
          <p15:clr>
            <a:srgbClr val="F26B43"/>
          </p15:clr>
        </p15:guide>
        <p15:guide id="4" pos="118" userDrawn="1">
          <p15:clr>
            <a:srgbClr val="F26B43"/>
          </p15:clr>
        </p15:guide>
        <p15:guide id="5" orient="horz" pos="432" userDrawn="1">
          <p15:clr>
            <a:srgbClr val="F26B43"/>
          </p15:clr>
        </p15:guide>
        <p15:guide id="6" orient="horz" pos="2939" userDrawn="1">
          <p15:clr>
            <a:srgbClr val="F26B43"/>
          </p15:clr>
        </p15:guide>
        <p15:guide id="7" pos="2880" userDrawn="1">
          <p15:clr>
            <a:srgbClr val="F26B43"/>
          </p15:clr>
        </p15:guide>
        <p15:guide id="8" orient="horz" pos="1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6970" y="1987302"/>
            <a:ext cx="4924276" cy="553998"/>
          </a:xfrm>
          <a:prstGeom prst="rect">
            <a:avLst/>
          </a:prstGeom>
        </p:spPr>
        <p:txBody>
          <a:bodyPr vert="horz" wrap="square" lIns="68580" tIns="34290" rIns="68580" bIns="34290" rtlCol="0" anchor="ctr">
            <a:noAutofit/>
          </a:bodyPr>
          <a:lstStyle/>
          <a:p>
            <a:pPr lvl="0">
              <a:lnSpc>
                <a:spcPct val="90000"/>
              </a:lnSpc>
              <a:spcBef>
                <a:spcPts val="100"/>
              </a:spcBef>
            </a:pPr>
            <a:r>
              <a:rPr lang="en-US" dirty="0"/>
              <a:t>Click to edit Master title style</a:t>
            </a:r>
          </a:p>
        </p:txBody>
      </p:sp>
      <p:sp>
        <p:nvSpPr>
          <p:cNvPr id="27" name="Rectangle 26"/>
          <p:cNvSpPr/>
          <p:nvPr userDrawn="1"/>
        </p:nvSpPr>
        <p:spPr>
          <a:xfrm>
            <a:off x="356970" y="2549813"/>
            <a:ext cx="4924276" cy="44607"/>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pic>
        <p:nvPicPr>
          <p:cNvPr id="167" name="Picture 16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pic>
        <p:nvPicPr>
          <p:cNvPr id="6" name="Picture 5" descr="Logo&#10;&#10;Description automatically generated">
            <a:extLst>
              <a:ext uri="{FF2B5EF4-FFF2-40B4-BE49-F238E27FC236}">
                <a16:creationId xmlns:a16="http://schemas.microsoft.com/office/drawing/2014/main" id="{02D2DF18-524F-4CE9-B4ED-9E4A0879DD9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7504" y="39249"/>
            <a:ext cx="1260839" cy="506724"/>
          </a:xfrm>
          <a:prstGeom prst="rect">
            <a:avLst/>
          </a:prstGeom>
        </p:spPr>
      </p:pic>
    </p:spTree>
    <p:extLst>
      <p:ext uri="{BB962C8B-B14F-4D97-AF65-F5344CB8AC3E}">
        <p14:creationId xmlns:p14="http://schemas.microsoft.com/office/powerpoint/2010/main" val="3049699617"/>
      </p:ext>
    </p:extLst>
  </p:cSld>
  <p:clrMap bg1="lt1" tx1="dk1" bg2="lt2" tx2="dk2" accent1="accent1" accent2="accent2" accent3="accent3" accent4="accent4" accent5="accent5" accent6="accent6" hlink="hlink" folHlink="folHlink"/>
  <p:sldLayoutIdLst>
    <p:sldLayoutId id="2147484037" r:id="rId1"/>
  </p:sldLayoutIdLst>
  <p:hf sldNum="0" hdr="0" ftr="0" dt="0"/>
  <p:txStyles>
    <p:titleStyle>
      <a:lvl1pPr algn="l" defTabSz="685800" rtl="0" eaLnBrk="1" latinLnBrk="0" hangingPunct="1">
        <a:spcBef>
          <a:spcPct val="0"/>
        </a:spcBef>
        <a:buNone/>
        <a:defRPr lang="en-US" sz="2400" kern="1200" dirty="0">
          <a:solidFill>
            <a:srgbClr val="724698"/>
          </a:solidFill>
          <a:latin typeface="+mj-lt"/>
          <a:ea typeface="+mj-ea"/>
          <a:cs typeface="Calibri Light" panose="020F0302020204030204" pitchFamily="34" charset="0"/>
        </a:defRPr>
      </a:lvl1pPr>
    </p:titleStyle>
    <p:bodyStyle>
      <a:lvl1pPr marL="257175" indent="-257175" algn="l" defTabSz="685800" rtl="0" eaLnBrk="1" latinLnBrk="0" hangingPunct="1">
        <a:spcBef>
          <a:spcPct val="20000"/>
        </a:spcBef>
        <a:buFont typeface="Arial" pitchFamily="34" charset="0"/>
        <a:buChar char="•"/>
        <a:defRPr lang="en-US" sz="3000" kern="1200" dirty="0" smtClean="0">
          <a:solidFill>
            <a:schemeClr val="bg1">
              <a:lumMod val="50000"/>
            </a:schemeClr>
          </a:solidFill>
          <a:latin typeface="Calibri" panose="020F0502020204030204" pitchFamily="34" charset="0"/>
          <a:ea typeface="+mj-ea"/>
          <a:cs typeface="Arial" pitchFamily="34" charset="0"/>
        </a:defRPr>
      </a:lvl1pPr>
      <a:lvl2pPr marL="557213" indent="-214313"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Box 2"/>
          <p:cNvSpPr txBox="1"/>
          <p:nvPr userDrawn="1"/>
        </p:nvSpPr>
        <p:spPr>
          <a:xfrm>
            <a:off x="356970" y="1987302"/>
            <a:ext cx="3961966" cy="553998"/>
          </a:xfrm>
          <a:prstGeom prst="rect">
            <a:avLst/>
          </a:prstGeom>
        </p:spPr>
        <p:txBody>
          <a:bodyPr vert="horz" wrap="square" lIns="68580" tIns="34290" rIns="68580" bIns="34290" rtlCol="0" anchor="ctr">
            <a:noAutofit/>
          </a:bodyPr>
          <a:lstStyle>
            <a:lvl1pPr>
              <a:lnSpc>
                <a:spcPct val="90000"/>
              </a:lnSpc>
              <a:spcBef>
                <a:spcPts val="100"/>
              </a:spcBef>
              <a:buNone/>
              <a:defRPr sz="2400">
                <a:solidFill>
                  <a:srgbClr val="724698"/>
                </a:solidFill>
                <a:latin typeface="+mj-lt"/>
                <a:ea typeface="+mj-ea"/>
                <a:cs typeface="Calibri Light" panose="020F0302020204030204" pitchFamily="34" charset="0"/>
              </a:defRPr>
            </a:lvl1pPr>
          </a:lstStyle>
          <a:p>
            <a:pPr lvl="0"/>
            <a:r>
              <a:rPr lang="en-US" dirty="0"/>
              <a:t>Thank You</a:t>
            </a:r>
          </a:p>
        </p:txBody>
      </p:sp>
      <p:sp>
        <p:nvSpPr>
          <p:cNvPr id="164" name="Rectangle 163"/>
          <p:cNvSpPr/>
          <p:nvPr userDrawn="1"/>
        </p:nvSpPr>
        <p:spPr>
          <a:xfrm>
            <a:off x="356970" y="2549813"/>
            <a:ext cx="4100296" cy="44607"/>
          </a:xfrm>
          <a:prstGeom prst="rect">
            <a:avLst/>
          </a:prstGeom>
          <a:gradFill flip="none" rotWithShape="1">
            <a:gsLst>
              <a:gs pos="0">
                <a:srgbClr val="73459B"/>
              </a:gs>
              <a:gs pos="50000">
                <a:srgbClr val="BA2983"/>
              </a:gs>
              <a:gs pos="100000">
                <a:srgbClr val="F04D38"/>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766"/>
            <a:endParaRPr lang="en-IN" dirty="0">
              <a:solidFill>
                <a:prstClr val="white"/>
              </a:solidFill>
            </a:endParaRPr>
          </a:p>
        </p:txBody>
      </p:sp>
      <p:pic>
        <p:nvPicPr>
          <p:cNvPr id="167" name="Picture 16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4826180"/>
            <a:ext cx="4891635" cy="317319"/>
          </a:xfrm>
          <a:prstGeom prst="rect">
            <a:avLst/>
          </a:prstGeom>
        </p:spPr>
      </p:pic>
      <p:pic>
        <p:nvPicPr>
          <p:cNvPr id="6" name="Picture 5" descr="Logo&#10;&#10;Description automatically generated">
            <a:extLst>
              <a:ext uri="{FF2B5EF4-FFF2-40B4-BE49-F238E27FC236}">
                <a16:creationId xmlns:a16="http://schemas.microsoft.com/office/drawing/2014/main" id="{93109F89-EB5A-40FF-A12F-613D202AB8A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520" y="125010"/>
            <a:ext cx="1260839" cy="506724"/>
          </a:xfrm>
          <a:prstGeom prst="rect">
            <a:avLst/>
          </a:prstGeom>
        </p:spPr>
      </p:pic>
    </p:spTree>
    <p:extLst>
      <p:ext uri="{BB962C8B-B14F-4D97-AF65-F5344CB8AC3E}">
        <p14:creationId xmlns:p14="http://schemas.microsoft.com/office/powerpoint/2010/main" val="2161881035"/>
      </p:ext>
    </p:extLst>
  </p:cSld>
  <p:clrMap bg1="lt1" tx1="dk1" bg2="lt2" tx2="dk2" accent1="accent1" accent2="accent2" accent3="accent3" accent4="accent4" accent5="accent5" accent6="accent6" hlink="hlink" folHlink="folHlink"/>
  <p:sldLayoutIdLst>
    <p:sldLayoutId id="2147484039" r:id="rId1"/>
  </p:sldLayoutIdLst>
  <p:hf sldNum="0" hdr="0" ftr="0" dt="0"/>
  <p:txStyles>
    <p:titleStyle>
      <a:lvl1pPr algn="l" defTabSz="685800" rtl="0" eaLnBrk="1" latinLnBrk="0" hangingPunct="1">
        <a:spcBef>
          <a:spcPct val="0"/>
        </a:spcBef>
        <a:buNone/>
        <a:defRPr sz="2300" kern="1200">
          <a:solidFill>
            <a:schemeClr val="bg1"/>
          </a:solidFill>
          <a:latin typeface="Myriad Pro" pitchFamily="34" charset="0"/>
          <a:ea typeface="+mj-ea"/>
          <a:cs typeface="+mj-cs"/>
        </a:defRPr>
      </a:lvl1pPr>
    </p:titleStyle>
    <p:bodyStyle>
      <a:lvl1pPr marL="257175" indent="-257175" algn="l" defTabSz="685800" rtl="0" eaLnBrk="1" latinLnBrk="0" hangingPunct="1">
        <a:spcBef>
          <a:spcPct val="20000"/>
        </a:spcBef>
        <a:buFont typeface="Arial" pitchFamily="34" charset="0"/>
        <a:buChar char="•"/>
        <a:defRPr lang="en-US" sz="3000" kern="1200" dirty="0" smtClean="0">
          <a:solidFill>
            <a:schemeClr val="bg1">
              <a:lumMod val="50000"/>
            </a:schemeClr>
          </a:solidFill>
          <a:latin typeface="Calibri" panose="020F0502020204030204" pitchFamily="34" charset="0"/>
          <a:ea typeface="+mj-ea"/>
          <a:cs typeface="Arial" pitchFamily="34" charset="0"/>
        </a:defRPr>
      </a:lvl1pPr>
      <a:lvl2pPr marL="557213" indent="-214313"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lang="en-US" sz="1400" kern="1200" dirty="0" smtClean="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16.png"/><Relationship Id="rId1" Type="http://schemas.openxmlformats.org/officeDocument/2006/relationships/slideLayout" Target="../slideLayouts/slideLayout9.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6.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7.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customXml" Target="../ink/ink8.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9.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9.xml"/><Relationship Id="rId1" Type="http://schemas.openxmlformats.org/officeDocument/2006/relationships/slideLayout" Target="../slideLayouts/slideLayout9.xml"/><Relationship Id="rId5" Type="http://schemas.openxmlformats.org/officeDocument/2006/relationships/image" Target="../media/image30.png"/><Relationship Id="rId4" Type="http://schemas.openxmlformats.org/officeDocument/2006/relationships/customXml" Target="../ink/ink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44627" y="2372866"/>
            <a:ext cx="6999309" cy="342900"/>
          </a:xfrm>
        </p:spPr>
        <p:txBody>
          <a:bodyPr/>
          <a:lstStyle/>
          <a:p>
            <a:r>
              <a:rPr lang="en-US"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Introduction to Logical Agents</a:t>
            </a:r>
            <a:endParaRPr lang="en-US" sz="24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2" name="Text Placeholder 3">
            <a:extLst>
              <a:ext uri="{FF2B5EF4-FFF2-40B4-BE49-F238E27FC236}">
                <a16:creationId xmlns:a16="http://schemas.microsoft.com/office/drawing/2014/main" id="{A8BDAB70-7A34-1F09-FB02-A4999B9278C1}"/>
              </a:ext>
            </a:extLst>
          </p:cNvPr>
          <p:cNvSpPr txBox="1">
            <a:spLocks/>
          </p:cNvSpPr>
          <p:nvPr/>
        </p:nvSpPr>
        <p:spPr>
          <a:xfrm>
            <a:off x="4605670" y="3998182"/>
            <a:ext cx="3854762" cy="301760"/>
          </a:xfrm>
          <a:prstGeom prst="rect">
            <a:avLst/>
          </a:prstGeom>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gn="r"/>
            <a:r>
              <a:rPr lang="en-US" b="1" dirty="0">
                <a:solidFill>
                  <a:srgbClr val="034EA2"/>
                </a:solidFill>
              </a:rPr>
              <a:t>Prof. Tarachand Amgoth</a:t>
            </a:r>
          </a:p>
          <a:p>
            <a:pPr algn="r"/>
            <a:endParaRPr lang="en-US" dirty="0">
              <a:solidFill>
                <a:srgbClr val="C00000"/>
              </a:solidFill>
            </a:endParaRPr>
          </a:p>
        </p:txBody>
      </p:sp>
      <p:sp>
        <p:nvSpPr>
          <p:cNvPr id="6" name="Text Placeholder 3">
            <a:extLst>
              <a:ext uri="{FF2B5EF4-FFF2-40B4-BE49-F238E27FC236}">
                <a16:creationId xmlns:a16="http://schemas.microsoft.com/office/drawing/2014/main" id="{876C32B9-10B6-E691-28C9-BDD858B991AD}"/>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4" name="Subtitle 2">
            <a:extLst>
              <a:ext uri="{FF2B5EF4-FFF2-40B4-BE49-F238E27FC236}">
                <a16:creationId xmlns:a16="http://schemas.microsoft.com/office/drawing/2014/main" id="{8858B8A9-05BB-EF9F-4232-62A7D5D5DCBD}"/>
              </a:ext>
            </a:extLst>
          </p:cNvPr>
          <p:cNvSpPr txBox="1">
            <a:spLocks/>
          </p:cNvSpPr>
          <p:nvPr/>
        </p:nvSpPr>
        <p:spPr>
          <a:xfrm>
            <a:off x="236987" y="123478"/>
            <a:ext cx="6999309" cy="342900"/>
          </a:xfrm>
          <a:prstGeom prst="rect">
            <a:avLst/>
          </a:prstGeom>
        </p:spPr>
        <p:txBody>
          <a:bodyPr vert="horz" lIns="68580" tIns="34290" rIns="68580" bIns="34290" rtlCol="0">
            <a:noAutofit/>
          </a:bodyPr>
          <a:lstStyle>
            <a:lvl1pPr marL="0" marR="0" indent="0" algn="l" defTabSz="685800" rtl="0" eaLnBrk="1" fontAlgn="auto" latinLnBrk="0" hangingPunct="1">
              <a:lnSpc>
                <a:spcPct val="90000"/>
              </a:lnSpc>
              <a:spcBef>
                <a:spcPts val="100"/>
              </a:spcBef>
              <a:spcAft>
                <a:spcPts val="0"/>
              </a:spcAft>
              <a:buClr>
                <a:schemeClr val="tx1">
                  <a:lumMod val="65000"/>
                  <a:lumOff val="35000"/>
                </a:schemeClr>
              </a:buClr>
              <a:buSzTx/>
              <a:buFont typeface="Wingdings" pitchFamily="2" charset="2"/>
              <a:buNone/>
              <a:tabLst/>
              <a:defRPr sz="2000" kern="1200">
                <a:solidFill>
                  <a:schemeClr val="tx1">
                    <a:lumMod val="65000"/>
                    <a:lumOff val="35000"/>
                  </a:schemeClr>
                </a:solidFill>
                <a:latin typeface="+mj-lt"/>
                <a:ea typeface="+mn-ea"/>
                <a:cs typeface="Arial" pitchFamily="34" charset="0"/>
              </a:defRPr>
            </a:lvl1pPr>
            <a:lvl2pPr marL="342900" indent="0" algn="ctr" defTabSz="685800" rtl="0" eaLnBrk="1" latinLnBrk="0" hangingPunct="1">
              <a:spcBef>
                <a:spcPct val="20000"/>
              </a:spcBef>
              <a:buClr>
                <a:schemeClr val="tx1">
                  <a:lumMod val="65000"/>
                  <a:lumOff val="35000"/>
                </a:schemeClr>
              </a:buClr>
              <a:buFont typeface="Myriad Pro" pitchFamily="34" charset="0"/>
              <a:buNone/>
              <a:defRPr sz="1500" kern="1200">
                <a:solidFill>
                  <a:schemeClr val="tx1">
                    <a:tint val="75000"/>
                  </a:schemeClr>
                </a:solidFill>
                <a:latin typeface="+mj-lt"/>
                <a:ea typeface="+mn-ea"/>
                <a:cs typeface="Arial" pitchFamily="34" charset="0"/>
              </a:defRPr>
            </a:lvl2pPr>
            <a:lvl3pPr marL="685800" indent="0" algn="ctr" defTabSz="685800" rtl="0" eaLnBrk="1" latinLnBrk="0" hangingPunct="1">
              <a:spcBef>
                <a:spcPct val="20000"/>
              </a:spcBef>
              <a:buClr>
                <a:schemeClr val="tx1">
                  <a:lumMod val="65000"/>
                  <a:lumOff val="35000"/>
                </a:schemeClr>
              </a:buClr>
              <a:buFont typeface="Courier New" pitchFamily="49" charset="0"/>
              <a:buNone/>
              <a:defRPr sz="1400" kern="1200">
                <a:solidFill>
                  <a:schemeClr val="tx1">
                    <a:tint val="75000"/>
                  </a:schemeClr>
                </a:solidFill>
                <a:latin typeface="+mj-lt"/>
                <a:ea typeface="+mn-ea"/>
                <a:cs typeface="Arial" pitchFamily="34" charset="0"/>
              </a:defRPr>
            </a:lvl3pPr>
            <a:lvl4pPr marL="1028700" indent="0" algn="ctr" defTabSz="685800" rtl="0" eaLnBrk="1" latinLnBrk="0" hangingPunct="1">
              <a:spcBef>
                <a:spcPct val="20000"/>
              </a:spcBef>
              <a:buClr>
                <a:schemeClr val="tx1">
                  <a:lumMod val="65000"/>
                  <a:lumOff val="35000"/>
                </a:schemeClr>
              </a:buClr>
              <a:buFont typeface="Arial" pitchFamily="34" charset="0"/>
              <a:buNone/>
              <a:defRPr sz="1200" kern="1200" baseline="0">
                <a:solidFill>
                  <a:schemeClr val="tx1">
                    <a:tint val="75000"/>
                  </a:schemeClr>
                </a:solidFill>
                <a:latin typeface="+mj-lt"/>
                <a:ea typeface="+mn-ea"/>
                <a:cs typeface="Arial" pitchFamily="34" charset="0"/>
              </a:defRPr>
            </a:lvl4pPr>
            <a:lvl5pPr marL="1371600" indent="0" algn="ctr" defTabSz="685800" rtl="0" eaLnBrk="1" latinLnBrk="0" hangingPunct="1">
              <a:spcBef>
                <a:spcPct val="20000"/>
              </a:spcBef>
              <a:buFont typeface="Arial" pitchFamily="34" charset="0"/>
              <a:buNone/>
              <a:defRPr sz="1500" kern="1200">
                <a:solidFill>
                  <a:schemeClr val="tx1">
                    <a:tint val="75000"/>
                  </a:schemeClr>
                </a:solidFill>
                <a:latin typeface="Myriad Pro" pitchFamily="34" charset="0"/>
                <a:ea typeface="+mn-ea"/>
                <a:cs typeface="+mn-cs"/>
              </a:defRPr>
            </a:lvl5pPr>
            <a:lvl6pPr marL="17145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6pPr>
            <a:lvl7pPr marL="20574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7pPr>
            <a:lvl8pPr marL="24003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8pPr>
            <a:lvl9pPr marL="2743200" indent="0" algn="ctr" defTabSz="685800" rtl="0" eaLnBrk="1" latinLnBrk="0" hangingPunct="1">
              <a:spcBef>
                <a:spcPct val="20000"/>
              </a:spcBef>
              <a:buFont typeface="Arial" pitchFamily="34" charset="0"/>
              <a:buNone/>
              <a:defRPr sz="1500" kern="1200">
                <a:solidFill>
                  <a:schemeClr val="tx1">
                    <a:tint val="75000"/>
                  </a:schemeClr>
                </a:solidFill>
                <a:latin typeface="+mn-lt"/>
                <a:ea typeface="+mn-ea"/>
                <a:cs typeface="+mn-cs"/>
              </a:defRPr>
            </a:lvl9pPr>
          </a:lstStyle>
          <a:p>
            <a:r>
              <a:rPr lang="en-US" sz="22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Logical Agents </a:t>
            </a:r>
            <a:endParaRPr lang="en-US" sz="22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p:txBody>
      </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92A180A8-DD87-F167-A97A-863B307294C9}"/>
                  </a:ext>
                </a:extLst>
              </p14:cNvPr>
              <p14:cNvContentPartPr/>
              <p14:nvPr/>
            </p14:nvContentPartPr>
            <p14:xfrm>
              <a:off x="3048840" y="1649880"/>
              <a:ext cx="1007280" cy="353160"/>
            </p14:xfrm>
          </p:contentPart>
        </mc:Choice>
        <mc:Fallback>
          <p:pic>
            <p:nvPicPr>
              <p:cNvPr id="5" name="Ink 4">
                <a:extLst>
                  <a:ext uri="{FF2B5EF4-FFF2-40B4-BE49-F238E27FC236}">
                    <a16:creationId xmlns:a16="http://schemas.microsoft.com/office/drawing/2014/main" id="{92A180A8-DD87-F167-A97A-863B307294C9}"/>
                  </a:ext>
                </a:extLst>
              </p:cNvPr>
              <p:cNvPicPr/>
              <p:nvPr/>
            </p:nvPicPr>
            <p:blipFill>
              <a:blip r:embed="rId3"/>
              <a:stretch>
                <a:fillRect/>
              </a:stretch>
            </p:blipFill>
            <p:spPr>
              <a:xfrm>
                <a:off x="3039480" y="1640520"/>
                <a:ext cx="1026000" cy="371880"/>
              </a:xfrm>
              <a:prstGeom prst="rect">
                <a:avLst/>
              </a:prstGeom>
            </p:spPr>
          </p:pic>
        </mc:Fallback>
      </mc:AlternateContent>
    </p:spTree>
    <p:extLst>
      <p:ext uri="{BB962C8B-B14F-4D97-AF65-F5344CB8AC3E}">
        <p14:creationId xmlns:p14="http://schemas.microsoft.com/office/powerpoint/2010/main" val="2611437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Introduction to Logical Agents</a:t>
            </a:r>
            <a:r>
              <a:rPr lang="en-IN" sz="1400" dirty="0">
                <a:solidFill>
                  <a:srgbClr val="034EA2"/>
                </a:solidFill>
                <a:latin typeface="Calibri Light" panose="020F0302020204030204" pitchFamily="34" charset="0"/>
                <a:ea typeface="Calibri Light" panose="020F0302020204030204" pitchFamily="34" charset="0"/>
              </a:rPr>
              <a:t>   </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4" name="Content Placeholder 2"/>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3" name="TextBox 2">
            <a:extLst>
              <a:ext uri="{FF2B5EF4-FFF2-40B4-BE49-F238E27FC236}">
                <a16:creationId xmlns:a16="http://schemas.microsoft.com/office/drawing/2014/main" id="{ABA9622D-524A-F11B-9360-F4DEACF41266}"/>
              </a:ext>
            </a:extLst>
          </p:cNvPr>
          <p:cNvSpPr txBox="1"/>
          <p:nvPr/>
        </p:nvSpPr>
        <p:spPr>
          <a:xfrm>
            <a:off x="179511" y="843558"/>
            <a:ext cx="7090853" cy="2862322"/>
          </a:xfrm>
          <a:prstGeom prst="rect">
            <a:avLst/>
          </a:prstGeom>
          <a:noFill/>
        </p:spPr>
        <p:txBody>
          <a:bodyPr wrap="square" rtlCol="0">
            <a:spAutoFit/>
          </a:bodyPr>
          <a:lstStyle/>
          <a:p>
            <a:pPr marL="342900" indent="-342900" algn="l">
              <a:buFont typeface="Wingdings" panose="05000000000000000000" pitchFamily="2" charset="2"/>
              <a:buChar char="§"/>
            </a:pPr>
            <a:r>
              <a:rPr lang="en-US" sz="20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Humans, it seems, know things; and what they know helps them do things. </a:t>
            </a:r>
          </a:p>
          <a:p>
            <a:pPr marL="342900" indent="-342900" algn="l">
              <a:buFont typeface="Wingdings" panose="05000000000000000000" pitchFamily="2" charset="2"/>
              <a:buChar char="§"/>
            </a:pPr>
            <a:r>
              <a:rPr lang="en-US" sz="20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These are not empty statements. </a:t>
            </a:r>
          </a:p>
          <a:p>
            <a:pPr marL="342900" indent="-342900" algn="l">
              <a:buFont typeface="Wingdings" panose="05000000000000000000" pitchFamily="2" charset="2"/>
              <a:buChar char="§"/>
            </a:pPr>
            <a:r>
              <a:rPr lang="en-US" sz="20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They make strong claims about how the intelligence of humans is achieved—not by purely reflex mechanisms but by processes of reasoning that operate on internal representations of knowledge. </a:t>
            </a:r>
          </a:p>
          <a:p>
            <a:pPr marL="342900" indent="-342900" algn="l">
              <a:buFont typeface="Wingdings" panose="05000000000000000000" pitchFamily="2" charset="2"/>
              <a:buChar char="§"/>
            </a:pPr>
            <a:r>
              <a:rPr lang="en-US" sz="20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In AI, this approach to intelligence is embodied in knowledge-based agents.</a:t>
            </a:r>
            <a:endParaRPr lang="en-US" sz="2000" b="0" i="0" dirty="0">
              <a:solidFill>
                <a:srgbClr val="034EA2"/>
              </a:solidFill>
              <a:effectLst/>
              <a:highlight>
                <a:srgbClr val="FFFFFF"/>
              </a:highlight>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mc:AlternateContent xmlns:mc="http://schemas.openxmlformats.org/markup-compatibility/2006">
        <mc:Choice xmlns:p14="http://schemas.microsoft.com/office/powerpoint/2010/main" Requires="p14">
          <p:contentPart p14:bwMode="auto" r:id="rId2">
            <p14:nvContentPartPr>
              <p14:cNvPr id="7" name="Ink 6">
                <a:extLst>
                  <a:ext uri="{FF2B5EF4-FFF2-40B4-BE49-F238E27FC236}">
                    <a16:creationId xmlns:a16="http://schemas.microsoft.com/office/drawing/2014/main" id="{A9A8A0BB-9BF1-2227-80C1-5C7F4BC72394}"/>
                  </a:ext>
                </a:extLst>
              </p14:cNvPr>
              <p14:cNvContentPartPr/>
              <p14:nvPr/>
            </p14:nvContentPartPr>
            <p14:xfrm>
              <a:off x="636120" y="1064160"/>
              <a:ext cx="8020800" cy="3803040"/>
            </p14:xfrm>
          </p:contentPart>
        </mc:Choice>
        <mc:Fallback>
          <p:pic>
            <p:nvPicPr>
              <p:cNvPr id="7" name="Ink 6">
                <a:extLst>
                  <a:ext uri="{FF2B5EF4-FFF2-40B4-BE49-F238E27FC236}">
                    <a16:creationId xmlns:a16="http://schemas.microsoft.com/office/drawing/2014/main" id="{A9A8A0BB-9BF1-2227-80C1-5C7F4BC72394}"/>
                  </a:ext>
                </a:extLst>
              </p:cNvPr>
              <p:cNvPicPr/>
              <p:nvPr/>
            </p:nvPicPr>
            <p:blipFill>
              <a:blip r:embed="rId3"/>
              <a:stretch>
                <a:fillRect/>
              </a:stretch>
            </p:blipFill>
            <p:spPr>
              <a:xfrm>
                <a:off x="626760" y="1054800"/>
                <a:ext cx="8039520" cy="3821760"/>
              </a:xfrm>
              <a:prstGeom prst="rect">
                <a:avLst/>
              </a:prstGeom>
            </p:spPr>
          </p:pic>
        </mc:Fallback>
      </mc:AlternateContent>
    </p:spTree>
    <p:extLst>
      <p:ext uri="{BB962C8B-B14F-4D97-AF65-F5344CB8AC3E}">
        <p14:creationId xmlns:p14="http://schemas.microsoft.com/office/powerpoint/2010/main" val="28629232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r>
              <a:rPr lang="en-IN" sz="2200" b="1" dirty="0">
                <a:solidFill>
                  <a:srgbClr val="93478C"/>
                </a:solidFill>
                <a:latin typeface="Calibri Light" panose="020F0302020204030204" pitchFamily="34" charset="0"/>
                <a:ea typeface="Calibri Light" panose="020F0302020204030204" pitchFamily="34" charset="0"/>
              </a:rPr>
              <a:t>Introduction to Logical Agents</a:t>
            </a:r>
            <a:r>
              <a:rPr lang="en-IN" sz="1400" dirty="0">
                <a:solidFill>
                  <a:srgbClr val="034EA2"/>
                </a:solidFill>
                <a:latin typeface="Calibri Light" panose="020F0302020204030204" pitchFamily="34" charset="0"/>
                <a:ea typeface="Calibri Light" panose="020F0302020204030204" pitchFamily="34" charset="0"/>
              </a:rPr>
              <a:t>   </a:t>
            </a:r>
            <a:endParaRPr lang="en-US" sz="1400" dirty="0">
              <a:solidFill>
                <a:srgbClr val="034EA2"/>
              </a:solidFill>
              <a:latin typeface="Calibri Light" panose="020F0302020204030204" pitchFamily="34" charset="0"/>
              <a:ea typeface="Calibri Light" panose="020F0302020204030204" pitchFamily="34" charset="0"/>
            </a:endParaRPr>
          </a:p>
        </p:txBody>
      </p:sp>
      <p:sp>
        <p:nvSpPr>
          <p:cNvPr id="3" name="TextBox 2">
            <a:extLst>
              <a:ext uri="{FF2B5EF4-FFF2-40B4-BE49-F238E27FC236}">
                <a16:creationId xmlns:a16="http://schemas.microsoft.com/office/drawing/2014/main" id="{ABA9622D-524A-F11B-9360-F4DEACF41266}"/>
              </a:ext>
            </a:extLst>
          </p:cNvPr>
          <p:cNvSpPr txBox="1"/>
          <p:nvPr/>
        </p:nvSpPr>
        <p:spPr>
          <a:xfrm>
            <a:off x="179511" y="843558"/>
            <a:ext cx="7992889" cy="3156826"/>
          </a:xfrm>
          <a:prstGeom prst="rect">
            <a:avLst/>
          </a:prstGeom>
          <a:noFill/>
        </p:spPr>
        <p:txBody>
          <a:bodyPr wrap="square" rtlCol="0">
            <a:spAutoFit/>
          </a:bodyPr>
          <a:lstStyle/>
          <a:p>
            <a:pPr marL="457200" indent="-342900">
              <a:lnSpc>
                <a:spcPct val="107000"/>
              </a:lnSpc>
              <a:spcAft>
                <a:spcPts val="800"/>
              </a:spcAft>
              <a:buSzPts val="1000"/>
              <a:buFont typeface="Wingdings" panose="05000000000000000000" pitchFamily="2" charset="2"/>
              <a:buChar char="§"/>
              <a:tabLst>
                <a:tab pos="914400" algn="l"/>
              </a:tabLst>
            </a:pPr>
            <a:r>
              <a:rPr lang="en-IN" sz="1800" b="1" kern="100" dirty="0">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What are Logical Agents?</a:t>
            </a:r>
            <a:endParaRPr lang="en-IN" sz="1800" kern="100" dirty="0">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914400" lvl="1" indent="-342900">
              <a:lnSpc>
                <a:spcPct val="107000"/>
              </a:lnSpc>
              <a:spcAft>
                <a:spcPts val="800"/>
              </a:spcAft>
              <a:buSzPts val="1000"/>
              <a:buFont typeface="Wingdings" panose="05000000000000000000" pitchFamily="2" charset="2"/>
              <a:buChar char="§"/>
              <a:tabLst>
                <a:tab pos="1371600" algn="l"/>
              </a:tabLst>
            </a:pPr>
            <a:r>
              <a:rPr lang="en-IN" sz="1800" kern="100" dirty="0">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Logical agents are AI systems that use formal logic to represent and reason about knowledge. </a:t>
            </a:r>
          </a:p>
          <a:p>
            <a:pPr marL="914400" lvl="1" indent="-342900">
              <a:lnSpc>
                <a:spcPct val="107000"/>
              </a:lnSpc>
              <a:spcAft>
                <a:spcPts val="800"/>
              </a:spcAft>
              <a:buSzPts val="1000"/>
              <a:buFont typeface="Wingdings" panose="05000000000000000000" pitchFamily="2" charset="2"/>
              <a:buChar char="§"/>
              <a:tabLst>
                <a:tab pos="1371600" algn="l"/>
              </a:tabLst>
            </a:pPr>
            <a:r>
              <a:rPr lang="en-IN" sz="1800" kern="100" dirty="0">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They can derive new information from existing knowledge and use this to make decisions.</a:t>
            </a:r>
          </a:p>
          <a:p>
            <a:pPr marL="457200" indent="-342900">
              <a:lnSpc>
                <a:spcPct val="107000"/>
              </a:lnSpc>
              <a:spcAft>
                <a:spcPts val="800"/>
              </a:spcAft>
              <a:buSzPts val="1000"/>
              <a:buFont typeface="Wingdings" panose="05000000000000000000" pitchFamily="2" charset="2"/>
              <a:buChar char="§"/>
              <a:tabLst>
                <a:tab pos="914400" algn="l"/>
              </a:tabLst>
            </a:pPr>
            <a:r>
              <a:rPr lang="en-IN" sz="1800" b="1" kern="100" dirty="0">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Why Logical Agents?</a:t>
            </a:r>
            <a:endParaRPr lang="en-IN" sz="1800" kern="100" dirty="0">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914400" lvl="1" indent="-342900">
              <a:lnSpc>
                <a:spcPct val="107000"/>
              </a:lnSpc>
              <a:spcAft>
                <a:spcPts val="800"/>
              </a:spcAft>
              <a:buSzPts val="1000"/>
              <a:buFont typeface="Wingdings" panose="05000000000000000000" pitchFamily="2" charset="2"/>
              <a:buChar char="§"/>
              <a:tabLst>
                <a:tab pos="1371600" algn="l"/>
              </a:tabLst>
            </a:pPr>
            <a:r>
              <a:rPr lang="en-IN" sz="1800" kern="100" dirty="0">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Logical reasoning provides a solid foundation for developing AI that can operate in complex environments, making decisions based on a structured understanding of the world</a:t>
            </a:r>
            <a:r>
              <a:rPr lang="en-IN" sz="1800" kern="100" dirty="0">
                <a:effectLst/>
                <a:latin typeface="Calibri Light" panose="020F0302020204030204" pitchFamily="34" charset="0"/>
                <a:ea typeface="Calibri Light" panose="020F0302020204030204" pitchFamily="34" charset="0"/>
                <a:cs typeface="Calibri Light" panose="020F0302020204030204" pitchFamily="34" charset="0"/>
              </a:rPr>
              <a:t>.</a:t>
            </a: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13B3D828-2FCF-288D-B5FA-C7DDA9AEC25F}"/>
                  </a:ext>
                </a:extLst>
              </p14:cNvPr>
              <p14:cNvContentPartPr/>
              <p14:nvPr/>
            </p14:nvContentPartPr>
            <p14:xfrm>
              <a:off x="3010320" y="1045440"/>
              <a:ext cx="589680" cy="1942920"/>
            </p14:xfrm>
          </p:contentPart>
        </mc:Choice>
        <mc:Fallback>
          <p:pic>
            <p:nvPicPr>
              <p:cNvPr id="4" name="Ink 3">
                <a:extLst>
                  <a:ext uri="{FF2B5EF4-FFF2-40B4-BE49-F238E27FC236}">
                    <a16:creationId xmlns:a16="http://schemas.microsoft.com/office/drawing/2014/main" id="{13B3D828-2FCF-288D-B5FA-C7DDA9AEC25F}"/>
                  </a:ext>
                </a:extLst>
              </p:cNvPr>
              <p:cNvPicPr/>
              <p:nvPr/>
            </p:nvPicPr>
            <p:blipFill>
              <a:blip r:embed="rId3"/>
              <a:stretch>
                <a:fillRect/>
              </a:stretch>
            </p:blipFill>
            <p:spPr>
              <a:xfrm>
                <a:off x="3000960" y="1036080"/>
                <a:ext cx="608400" cy="1961640"/>
              </a:xfrm>
              <a:prstGeom prst="rect">
                <a:avLst/>
              </a:prstGeom>
            </p:spPr>
          </p:pic>
        </mc:Fallback>
      </mc:AlternateContent>
    </p:spTree>
    <p:extLst>
      <p:ext uri="{BB962C8B-B14F-4D97-AF65-F5344CB8AC3E}">
        <p14:creationId xmlns:p14="http://schemas.microsoft.com/office/powerpoint/2010/main" val="3707492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r>
              <a:rPr lang="en-IN" sz="2200" b="1" dirty="0">
                <a:effectLst/>
                <a:latin typeface="Calibri Light" panose="020F0302020204030204" pitchFamily="34" charset="0"/>
                <a:ea typeface="Calibri Light" panose="020F0302020204030204" pitchFamily="34" charset="0"/>
              </a:rPr>
              <a:t>Key Components of Logical Agents</a:t>
            </a:r>
            <a:endParaRPr lang="en-US" sz="2200" dirty="0">
              <a:solidFill>
                <a:srgbClr val="034EA2"/>
              </a:solidFill>
              <a:latin typeface="Calibri Light" panose="020F0302020204030204" pitchFamily="34" charset="0"/>
              <a:ea typeface="Calibri Light" panose="020F0302020204030204" pitchFamily="34" charset="0"/>
            </a:endParaRPr>
          </a:p>
        </p:txBody>
      </p:sp>
      <p:sp>
        <p:nvSpPr>
          <p:cNvPr id="3" name="TextBox 2">
            <a:extLst>
              <a:ext uri="{FF2B5EF4-FFF2-40B4-BE49-F238E27FC236}">
                <a16:creationId xmlns:a16="http://schemas.microsoft.com/office/drawing/2014/main" id="{ABA9622D-524A-F11B-9360-F4DEACF41266}"/>
              </a:ext>
            </a:extLst>
          </p:cNvPr>
          <p:cNvSpPr txBox="1"/>
          <p:nvPr/>
        </p:nvSpPr>
        <p:spPr>
          <a:xfrm>
            <a:off x="179511" y="843558"/>
            <a:ext cx="7704857" cy="2361416"/>
          </a:xfrm>
          <a:prstGeom prst="rect">
            <a:avLst/>
          </a:prstGeom>
          <a:noFill/>
        </p:spPr>
        <p:txBody>
          <a:bodyPr wrap="square" rtlCol="0">
            <a:spAutoFit/>
          </a:bodyPr>
          <a:lstStyle/>
          <a:p>
            <a:pPr marL="342900" lvl="0" indent="-342900">
              <a:lnSpc>
                <a:spcPct val="107000"/>
              </a:lnSpc>
              <a:spcAft>
                <a:spcPts val="800"/>
              </a:spcAft>
              <a:buFont typeface="Wingdings" panose="05000000000000000000" pitchFamily="2" charset="2"/>
              <a:buChar char="§"/>
            </a:pPr>
            <a:r>
              <a:rPr lang="en-IN" sz="2000" b="1" kern="100" dirty="0">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Knowledge Base (KB)</a:t>
            </a:r>
            <a:r>
              <a:rPr lang="en-IN" sz="2000" kern="100" dirty="0">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800100" lvl="1" indent="-342900">
              <a:lnSpc>
                <a:spcPct val="107000"/>
              </a:lnSpc>
              <a:spcAft>
                <a:spcPts val="800"/>
              </a:spcAft>
              <a:buFont typeface="Wingdings" panose="05000000000000000000" pitchFamily="2" charset="2"/>
              <a:buChar char="§"/>
            </a:pPr>
            <a:r>
              <a:rPr lang="en-IN" sz="2000" kern="100" dirty="0">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 repository of facts and rules about the world, represented in a formal language.</a:t>
            </a:r>
          </a:p>
          <a:p>
            <a:pPr marL="342900" lvl="0" indent="-342900">
              <a:lnSpc>
                <a:spcPct val="107000"/>
              </a:lnSpc>
              <a:spcAft>
                <a:spcPts val="800"/>
              </a:spcAft>
              <a:buFont typeface="Wingdings" panose="05000000000000000000" pitchFamily="2" charset="2"/>
              <a:buChar char="§"/>
            </a:pPr>
            <a:r>
              <a:rPr lang="en-IN" sz="2000" b="1" kern="100" dirty="0">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Inference Mechanism</a:t>
            </a:r>
            <a:r>
              <a:rPr lang="en-IN" sz="2000" kern="100" dirty="0">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800100" lvl="1" indent="-342900">
              <a:lnSpc>
                <a:spcPct val="107000"/>
              </a:lnSpc>
              <a:spcAft>
                <a:spcPts val="800"/>
              </a:spcAft>
              <a:buFont typeface="Wingdings" panose="05000000000000000000" pitchFamily="2" charset="2"/>
              <a:buChar char="§"/>
            </a:pPr>
            <a:r>
              <a:rPr lang="en-IN" sz="2000" kern="100" dirty="0">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A set of logical rules or algorithms that the agent uses to derive new information from the KB.</a:t>
            </a: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66083F12-1B9D-326A-B6C3-6B03E9C72ECF}"/>
                  </a:ext>
                </a:extLst>
              </p14:cNvPr>
              <p14:cNvContentPartPr/>
              <p14:nvPr/>
            </p14:nvContentPartPr>
            <p14:xfrm>
              <a:off x="704520" y="1158120"/>
              <a:ext cx="6329880" cy="2710080"/>
            </p14:xfrm>
          </p:contentPart>
        </mc:Choice>
        <mc:Fallback>
          <p:pic>
            <p:nvPicPr>
              <p:cNvPr id="4" name="Ink 3">
                <a:extLst>
                  <a:ext uri="{FF2B5EF4-FFF2-40B4-BE49-F238E27FC236}">
                    <a16:creationId xmlns:a16="http://schemas.microsoft.com/office/drawing/2014/main" id="{66083F12-1B9D-326A-B6C3-6B03E9C72ECF}"/>
                  </a:ext>
                </a:extLst>
              </p:cNvPr>
              <p:cNvPicPr/>
              <p:nvPr/>
            </p:nvPicPr>
            <p:blipFill>
              <a:blip r:embed="rId3"/>
              <a:stretch>
                <a:fillRect/>
              </a:stretch>
            </p:blipFill>
            <p:spPr>
              <a:xfrm>
                <a:off x="695160" y="1148760"/>
                <a:ext cx="6348600" cy="2728800"/>
              </a:xfrm>
              <a:prstGeom prst="rect">
                <a:avLst/>
              </a:prstGeom>
            </p:spPr>
          </p:pic>
        </mc:Fallback>
      </mc:AlternateContent>
    </p:spTree>
    <p:extLst>
      <p:ext uri="{BB962C8B-B14F-4D97-AF65-F5344CB8AC3E}">
        <p14:creationId xmlns:p14="http://schemas.microsoft.com/office/powerpoint/2010/main" val="121802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pPr>
              <a:lnSpc>
                <a:spcPct val="107000"/>
              </a:lnSpc>
              <a:spcAft>
                <a:spcPts val="800"/>
              </a:spcAft>
            </a:pPr>
            <a:r>
              <a:rPr lang="en-IN" sz="1800" b="1" kern="100" dirty="0">
                <a:effectLst/>
                <a:latin typeface="Aptos" panose="020B0004020202020204" pitchFamily="34" charset="0"/>
                <a:ea typeface="Aptos" panose="020B0004020202020204" pitchFamily="34" charset="0"/>
                <a:cs typeface="Times New Roman" panose="02020603050405020304" pitchFamily="18" charset="0"/>
              </a:rPr>
              <a:t>The Wumpus World Example</a:t>
            </a:r>
            <a:endParaRPr lang="en-IN"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Content Placeholder 2"/>
          <p:cNvSpPr txBox="1">
            <a:spLocks/>
          </p:cNvSpPr>
          <p:nvPr/>
        </p:nvSpPr>
        <p:spPr>
          <a:xfrm>
            <a:off x="316181" y="987575"/>
            <a:ext cx="8288267" cy="2232248"/>
          </a:xfrm>
          <a:prstGeom prst="rect">
            <a:avLst/>
          </a:prstGeom>
        </p:spPr>
        <p:txBody>
          <a:bodyPr/>
          <a:lstStyle>
            <a:lvl1pPr marL="257175" indent="-257175" algn="l" defTabSz="685800" rtl="0" eaLnBrk="1" latinLnBrk="0" hangingPunct="1">
              <a:spcBef>
                <a:spcPct val="20000"/>
              </a:spcBef>
              <a:buClr>
                <a:schemeClr val="tx1">
                  <a:lumMod val="65000"/>
                  <a:lumOff val="35000"/>
                </a:schemeClr>
              </a:buClr>
              <a:buFont typeface="Wingdings" pitchFamily="2" charset="2"/>
              <a:buChar char="§"/>
              <a:defRPr sz="1500" kern="1200">
                <a:solidFill>
                  <a:schemeClr val="tx1">
                    <a:lumMod val="75000"/>
                    <a:lumOff val="25000"/>
                  </a:schemeClr>
                </a:solidFill>
                <a:latin typeface="+mj-lt"/>
                <a:ea typeface="+mn-ea"/>
                <a:cs typeface="Arial"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50000"/>
              </a:lnSpc>
              <a:spcBef>
                <a:spcPts val="0"/>
              </a:spcBef>
              <a:buFont typeface="Wingdings" pitchFamily="2" charset="2"/>
              <a:buNone/>
              <a:defRPr/>
            </a:pPr>
            <a:endParaRPr lang="en-IN" sz="1600" b="1" dirty="0"/>
          </a:p>
        </p:txBody>
      </p:sp>
      <p:sp>
        <p:nvSpPr>
          <p:cNvPr id="3" name="TextBox 2">
            <a:extLst>
              <a:ext uri="{FF2B5EF4-FFF2-40B4-BE49-F238E27FC236}">
                <a16:creationId xmlns:a16="http://schemas.microsoft.com/office/drawing/2014/main" id="{ABA9622D-524A-F11B-9360-F4DEACF41266}"/>
              </a:ext>
            </a:extLst>
          </p:cNvPr>
          <p:cNvSpPr txBox="1"/>
          <p:nvPr/>
        </p:nvSpPr>
        <p:spPr>
          <a:xfrm>
            <a:off x="179511" y="843558"/>
            <a:ext cx="4896545" cy="2862322"/>
          </a:xfrm>
          <a:prstGeom prst="rect">
            <a:avLst/>
          </a:prstGeom>
          <a:noFill/>
        </p:spPr>
        <p:txBody>
          <a:bodyPr wrap="square" rtlCol="0">
            <a:spAutoFit/>
          </a:bodyPr>
          <a:lstStyle/>
          <a:p>
            <a:pPr marL="285750" indent="-285750">
              <a:buFont typeface="Wingdings" panose="05000000000000000000" pitchFamily="2" charset="2"/>
              <a:buChar char="§"/>
            </a:pPr>
            <a:r>
              <a:rPr lang="en-US" sz="20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Overview</a:t>
            </a:r>
            <a:r>
              <a:rPr lang="en-US" sz="20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Wumpus World is a popular AI problem used to illustrate logical reasoning and decision-making in uncertain environments.</a:t>
            </a:r>
          </a:p>
          <a:p>
            <a:pPr marL="285750" indent="-285750">
              <a:buFont typeface="Wingdings" panose="05000000000000000000" pitchFamily="2" charset="2"/>
              <a:buChar char="§"/>
            </a:pPr>
            <a:endParaRPr lang="en-US" sz="20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
            </a:pPr>
            <a:r>
              <a:rPr lang="en-US" sz="20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Purpose</a:t>
            </a:r>
            <a:r>
              <a:rPr lang="en-US" sz="20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a:t>
            </a:r>
          </a:p>
          <a:p>
            <a:pPr marL="742950" lvl="1" indent="-285750">
              <a:buFont typeface="Wingdings" panose="05000000000000000000" pitchFamily="2" charset="2"/>
              <a:buChar char="§"/>
            </a:pPr>
            <a:r>
              <a:rPr lang="en-US" sz="20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To demonstrate how an agent can navigate a world full of hazards using logic to deduce safe actions.</a:t>
            </a:r>
            <a:endParaRPr lang="en-IN" sz="2000" kern="1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pic>
        <p:nvPicPr>
          <p:cNvPr id="8" name="Picture 7">
            <a:extLst>
              <a:ext uri="{FF2B5EF4-FFF2-40B4-BE49-F238E27FC236}">
                <a16:creationId xmlns:a16="http://schemas.microsoft.com/office/drawing/2014/main" id="{88340E23-24A9-0AC3-79FB-4C0FD7001B14}"/>
              </a:ext>
            </a:extLst>
          </p:cNvPr>
          <p:cNvPicPr>
            <a:picLocks noChangeAspect="1"/>
          </p:cNvPicPr>
          <p:nvPr/>
        </p:nvPicPr>
        <p:blipFill>
          <a:blip r:embed="rId2"/>
          <a:stretch>
            <a:fillRect/>
          </a:stretch>
        </p:blipFill>
        <p:spPr>
          <a:xfrm>
            <a:off x="5356831" y="843558"/>
            <a:ext cx="3456169" cy="2952328"/>
          </a:xfrm>
          <a:prstGeom prst="rect">
            <a:avLst/>
          </a:prstGeom>
        </p:spPr>
      </p:pic>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8A81CFD2-0B61-1F60-541B-44C97F43FB0D}"/>
                  </a:ext>
                </a:extLst>
              </p14:cNvPr>
              <p14:cNvContentPartPr/>
              <p14:nvPr/>
            </p14:nvContentPartPr>
            <p14:xfrm>
              <a:off x="4534560" y="1876320"/>
              <a:ext cx="4123800" cy="2425320"/>
            </p14:xfrm>
          </p:contentPart>
        </mc:Choice>
        <mc:Fallback>
          <p:pic>
            <p:nvPicPr>
              <p:cNvPr id="7" name="Ink 6">
                <a:extLst>
                  <a:ext uri="{FF2B5EF4-FFF2-40B4-BE49-F238E27FC236}">
                    <a16:creationId xmlns:a16="http://schemas.microsoft.com/office/drawing/2014/main" id="{8A81CFD2-0B61-1F60-541B-44C97F43FB0D}"/>
                  </a:ext>
                </a:extLst>
              </p:cNvPr>
              <p:cNvPicPr/>
              <p:nvPr/>
            </p:nvPicPr>
            <p:blipFill>
              <a:blip r:embed="rId4"/>
              <a:stretch>
                <a:fillRect/>
              </a:stretch>
            </p:blipFill>
            <p:spPr>
              <a:xfrm>
                <a:off x="4525200" y="1866960"/>
                <a:ext cx="4142520" cy="2444040"/>
              </a:xfrm>
              <a:prstGeom prst="rect">
                <a:avLst/>
              </a:prstGeom>
            </p:spPr>
          </p:pic>
        </mc:Fallback>
      </mc:AlternateContent>
    </p:spTree>
    <p:extLst>
      <p:ext uri="{BB962C8B-B14F-4D97-AF65-F5344CB8AC3E}">
        <p14:creationId xmlns:p14="http://schemas.microsoft.com/office/powerpoint/2010/main" val="2988900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pPr>
              <a:lnSpc>
                <a:spcPct val="107000"/>
              </a:lnSpc>
              <a:spcAft>
                <a:spcPts val="800"/>
              </a:spcAft>
            </a:pPr>
            <a:r>
              <a:rPr lang="en-IN" sz="2200" dirty="0">
                <a:latin typeface="Calibri Light" panose="020F0302020204030204" pitchFamily="34" charset="0"/>
                <a:ea typeface="Calibri Light" panose="020F0302020204030204" pitchFamily="34" charset="0"/>
              </a:rPr>
              <a:t>Wumpus World: The Environment</a:t>
            </a:r>
            <a:endParaRPr lang="en-IN" sz="2200" kern="100" dirty="0">
              <a:effectLst/>
              <a:latin typeface="Calibri Light" panose="020F0302020204030204" pitchFamily="34" charset="0"/>
              <a:ea typeface="Calibri Light" panose="020F0302020204030204" pitchFamily="34" charset="0"/>
            </a:endParaRPr>
          </a:p>
        </p:txBody>
      </p:sp>
      <p:sp>
        <p:nvSpPr>
          <p:cNvPr id="3" name="TextBox 2">
            <a:extLst>
              <a:ext uri="{FF2B5EF4-FFF2-40B4-BE49-F238E27FC236}">
                <a16:creationId xmlns:a16="http://schemas.microsoft.com/office/drawing/2014/main" id="{ABA9622D-524A-F11B-9360-F4DEACF41266}"/>
              </a:ext>
            </a:extLst>
          </p:cNvPr>
          <p:cNvSpPr txBox="1"/>
          <p:nvPr/>
        </p:nvSpPr>
        <p:spPr>
          <a:xfrm>
            <a:off x="179511" y="627534"/>
            <a:ext cx="5616625" cy="4247317"/>
          </a:xfrm>
          <a:prstGeom prst="rect">
            <a:avLst/>
          </a:prstGeom>
          <a:noFill/>
        </p:spPr>
        <p:txBody>
          <a:bodyPr wrap="square" rtlCol="0">
            <a:spAutoFit/>
          </a:bodyPr>
          <a:lstStyle/>
          <a:p>
            <a:pPr marL="285750" indent="-285750">
              <a:buFont typeface="Wingdings" panose="05000000000000000000" pitchFamily="2" charset="2"/>
              <a:buChar char="§"/>
            </a:pPr>
            <a:r>
              <a:rPr lang="en-US" sz="1800" b="1" dirty="0">
                <a:solidFill>
                  <a:srgbClr val="FF0000"/>
                </a:solidFill>
                <a:latin typeface="Calibri Light" panose="020F0302020204030204" pitchFamily="34" charset="0"/>
                <a:ea typeface="Calibri Light" panose="020F0302020204030204" pitchFamily="34" charset="0"/>
                <a:cs typeface="Calibri Light" panose="020F0302020204030204" pitchFamily="34" charset="0"/>
              </a:rPr>
              <a:t>Structure</a:t>
            </a:r>
            <a:r>
              <a:rPr lang="en-US" sz="1800" dirty="0">
                <a:solidFill>
                  <a:srgbClr val="FF0000"/>
                </a:solidFill>
                <a:latin typeface="Calibri Light" panose="020F0302020204030204" pitchFamily="34" charset="0"/>
                <a:ea typeface="Calibri Light" panose="020F0302020204030204" pitchFamily="34" charset="0"/>
                <a:cs typeface="Calibri Light" panose="020F0302020204030204" pitchFamily="34" charset="0"/>
              </a:rPr>
              <a:t>: </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A 4x4 grid world, where each square can contain hazards (pits or the Wumpus) or rewards (gold).</a:t>
            </a:r>
          </a:p>
          <a:p>
            <a:pPr marL="285750" indent="-285750">
              <a:buFont typeface="Wingdings" panose="05000000000000000000" pitchFamily="2" charset="2"/>
              <a:buChar char="§"/>
            </a:pPr>
            <a:r>
              <a:rPr lang="en-US" sz="1800" b="1" dirty="0">
                <a:solidFill>
                  <a:srgbClr val="FF0000"/>
                </a:solidFill>
                <a:latin typeface="Calibri Light" panose="020F0302020204030204" pitchFamily="34" charset="0"/>
                <a:ea typeface="Calibri Light" panose="020F0302020204030204" pitchFamily="34" charset="0"/>
                <a:cs typeface="Calibri Light" panose="020F0302020204030204" pitchFamily="34" charset="0"/>
              </a:rPr>
              <a:t>Key Components</a:t>
            </a:r>
            <a:r>
              <a:rPr lang="en-US" sz="1800" dirty="0">
                <a:solidFill>
                  <a:srgbClr val="FF0000"/>
                </a:solidFill>
                <a:latin typeface="Calibri Light" panose="020F0302020204030204" pitchFamily="34" charset="0"/>
                <a:ea typeface="Calibri Light" panose="020F0302020204030204" pitchFamily="34" charset="0"/>
                <a:cs typeface="Calibri Light" panose="020F0302020204030204" pitchFamily="34" charset="0"/>
              </a:rPr>
              <a:t>:</a:t>
            </a:r>
          </a:p>
          <a:p>
            <a:pPr marL="742950" lvl="1" indent="-285750">
              <a:buFont typeface="Wingdings" panose="05000000000000000000" pitchFamily="2" charset="2"/>
              <a:buChar char="§"/>
            </a:pPr>
            <a:r>
              <a:rPr lang="en-US" sz="18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Agent</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Starts in the bottom-left corner (1,1).</a:t>
            </a:r>
          </a:p>
          <a:p>
            <a:pPr marL="742950" lvl="1" indent="-285750">
              <a:buFont typeface="Wingdings" panose="05000000000000000000" pitchFamily="2" charset="2"/>
              <a:buChar char="§"/>
            </a:pPr>
            <a:r>
              <a:rPr lang="en-US" sz="18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Wumpus</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A monster that kills the agent if they move into its square.</a:t>
            </a:r>
          </a:p>
          <a:p>
            <a:pPr marL="742950" lvl="1" indent="-285750">
              <a:buFont typeface="Wingdings" panose="05000000000000000000" pitchFamily="2" charset="2"/>
              <a:buChar char="§"/>
            </a:pPr>
            <a:r>
              <a:rPr lang="en-US" sz="18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Pits</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Deadly traps that kill the agent if they fall into them.</a:t>
            </a:r>
          </a:p>
          <a:p>
            <a:pPr marL="742950" lvl="1" indent="-285750">
              <a:buFont typeface="Wingdings" panose="05000000000000000000" pitchFamily="2" charset="2"/>
              <a:buChar char="§"/>
            </a:pPr>
            <a:r>
              <a:rPr lang="en-US" sz="18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Gold</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The objective of the agent; must find and carry it back to the starting point.</a:t>
            </a:r>
          </a:p>
          <a:p>
            <a:pPr marL="285750" indent="-285750">
              <a:buFont typeface="Wingdings" panose="05000000000000000000" pitchFamily="2" charset="2"/>
              <a:buChar char="§"/>
            </a:pPr>
            <a:r>
              <a:rPr lang="en-US" sz="1800" b="1" dirty="0">
                <a:solidFill>
                  <a:srgbClr val="FF0000"/>
                </a:solidFill>
                <a:latin typeface="Calibri Light" panose="020F0302020204030204" pitchFamily="34" charset="0"/>
                <a:ea typeface="Calibri Light" panose="020F0302020204030204" pitchFamily="34" charset="0"/>
                <a:cs typeface="Calibri Light" panose="020F0302020204030204" pitchFamily="34" charset="0"/>
              </a:rPr>
              <a:t>Percepts</a:t>
            </a:r>
            <a:r>
              <a:rPr lang="en-US" sz="1800" dirty="0">
                <a:solidFill>
                  <a:srgbClr val="FF0000"/>
                </a:solidFill>
                <a:latin typeface="Calibri Light" panose="020F0302020204030204" pitchFamily="34" charset="0"/>
                <a:ea typeface="Calibri Light" panose="020F0302020204030204" pitchFamily="34" charset="0"/>
                <a:cs typeface="Calibri Light" panose="020F0302020204030204" pitchFamily="34" charset="0"/>
              </a:rPr>
              <a:t>:</a:t>
            </a:r>
          </a:p>
          <a:p>
            <a:pPr marL="742950" lvl="1" indent="-285750">
              <a:buFont typeface="Wingdings" panose="05000000000000000000" pitchFamily="2" charset="2"/>
              <a:buChar char="§"/>
            </a:pPr>
            <a:r>
              <a:rPr lang="en-US" sz="18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Breeze</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Felt in squares adjacent to a pit.</a:t>
            </a:r>
          </a:p>
          <a:p>
            <a:pPr marL="742950" lvl="1" indent="-285750">
              <a:buFont typeface="Wingdings" panose="05000000000000000000" pitchFamily="2" charset="2"/>
              <a:buChar char="§"/>
            </a:pPr>
            <a:r>
              <a:rPr lang="en-US" sz="18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Stench</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Smelled in squares adjacent to the Wumpus.</a:t>
            </a:r>
          </a:p>
          <a:p>
            <a:pPr marL="742950" lvl="1" indent="-285750">
              <a:buFont typeface="Wingdings" panose="05000000000000000000" pitchFamily="2" charset="2"/>
              <a:buChar char="§"/>
            </a:pPr>
            <a:r>
              <a:rPr lang="en-US" sz="18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Glitter</a:t>
            </a:r>
            <a:r>
              <a:rPr lang="en-US" sz="18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Seen in the square with the gold.</a:t>
            </a: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pic>
        <p:nvPicPr>
          <p:cNvPr id="10" name="Picture 9">
            <a:extLst>
              <a:ext uri="{FF2B5EF4-FFF2-40B4-BE49-F238E27FC236}">
                <a16:creationId xmlns:a16="http://schemas.microsoft.com/office/drawing/2014/main" id="{18E6E1EB-A524-521A-2B5D-E4E64EBD7D58}"/>
              </a:ext>
            </a:extLst>
          </p:cNvPr>
          <p:cNvPicPr>
            <a:picLocks noChangeAspect="1"/>
          </p:cNvPicPr>
          <p:nvPr/>
        </p:nvPicPr>
        <p:blipFill>
          <a:blip r:embed="rId2"/>
          <a:stretch>
            <a:fillRect/>
          </a:stretch>
        </p:blipFill>
        <p:spPr>
          <a:xfrm>
            <a:off x="5794411" y="987574"/>
            <a:ext cx="3118982" cy="2664296"/>
          </a:xfrm>
          <a:prstGeom prst="rect">
            <a:avLst/>
          </a:prstGeom>
        </p:spPr>
      </p:pic>
    </p:spTree>
    <p:extLst>
      <p:ext uri="{BB962C8B-B14F-4D97-AF65-F5344CB8AC3E}">
        <p14:creationId xmlns:p14="http://schemas.microsoft.com/office/powerpoint/2010/main" val="2594576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pPr>
              <a:lnSpc>
                <a:spcPct val="107000"/>
              </a:lnSpc>
              <a:spcAft>
                <a:spcPts val="800"/>
              </a:spcAft>
            </a:pPr>
            <a:r>
              <a:rPr lang="en-IN" sz="2200" dirty="0">
                <a:latin typeface="Calibri Light" panose="020F0302020204030204" pitchFamily="34" charset="0"/>
                <a:ea typeface="Calibri Light" panose="020F0302020204030204" pitchFamily="34" charset="0"/>
              </a:rPr>
              <a:t>Wumpus World: Agent’s Objective</a:t>
            </a:r>
            <a:endParaRPr lang="en-IN" sz="2200" kern="100" dirty="0">
              <a:effectLst/>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8" name="Rectangle 3">
            <a:extLst>
              <a:ext uri="{FF2B5EF4-FFF2-40B4-BE49-F238E27FC236}">
                <a16:creationId xmlns:a16="http://schemas.microsoft.com/office/drawing/2014/main" id="{FAD62418-99C7-CA54-A233-FF6518A72A7B}"/>
              </a:ext>
            </a:extLst>
          </p:cNvPr>
          <p:cNvSpPr>
            <a:spLocks noChangeArrowheads="1"/>
          </p:cNvSpPr>
          <p:nvPr/>
        </p:nvSpPr>
        <p:spPr bwMode="auto">
          <a:xfrm rot="10800000" flipV="1">
            <a:off x="316181" y="848201"/>
            <a:ext cx="5436096"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rgbClr val="FF0000"/>
                </a:solidFill>
                <a:effectLst/>
                <a:latin typeface="Calibri Light" panose="020F0302020204030204" pitchFamily="34" charset="0"/>
                <a:ea typeface="Calibri Light" panose="020F0302020204030204" pitchFamily="34" charset="0"/>
                <a:cs typeface="Calibri Light" panose="020F0302020204030204" pitchFamily="34" charset="0"/>
              </a:rPr>
              <a:t>Goal</a:t>
            </a:r>
            <a:r>
              <a:rPr kumimoji="0" lang="en-US" altLang="en-US" sz="2000" b="0" i="0" u="none" strike="noStrike" cap="none" normalizeH="0" baseline="0" dirty="0">
                <a:ln>
                  <a:noFill/>
                </a:ln>
                <a:solidFill>
                  <a:srgbClr val="FF0000"/>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Safely navigate the grid to find the gold and return to the starting point (1,1).</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rgbClr val="FF0000"/>
                </a:solidFill>
                <a:effectLst/>
                <a:latin typeface="Calibri Light" panose="020F0302020204030204" pitchFamily="34" charset="0"/>
                <a:ea typeface="Calibri Light" panose="020F0302020204030204" pitchFamily="34" charset="0"/>
                <a:cs typeface="Calibri Light" panose="020F0302020204030204" pitchFamily="34" charset="0"/>
              </a:rPr>
              <a:t>Challenges</a:t>
            </a:r>
            <a:r>
              <a:rPr kumimoji="0" lang="en-US" altLang="en-US" sz="2000" b="0" i="0" u="none" strike="noStrike" cap="none" normalizeH="0" baseline="0" dirty="0">
                <a:ln>
                  <a:noFill/>
                </a:ln>
                <a:solidFill>
                  <a:srgbClr val="FF0000"/>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The world is partially observable; the agent only perceives local information (breeze, stench, glitter).</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The agent must make decisions with incomplete information, using logical inference to deduce safe paths</a:t>
            </a:r>
            <a:r>
              <a:rPr kumimoji="0" lang="en-US" altLang="en-US" sz="1800" b="0" i="0" u="none" strike="noStrike" cap="none" normalizeH="0" baseline="0" dirty="0">
                <a:ln>
                  <a:noFill/>
                </a:ln>
                <a:solidFill>
                  <a:srgbClr val="034EA2"/>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rgbClr val="034EA2"/>
              </a:solidFill>
              <a:effectLst/>
              <a:latin typeface="Arial" panose="020B0604020202020204" pitchFamily="34" charset="0"/>
            </a:endParaRPr>
          </a:p>
        </p:txBody>
      </p:sp>
      <p:pic>
        <p:nvPicPr>
          <p:cNvPr id="10" name="Picture 9">
            <a:extLst>
              <a:ext uri="{FF2B5EF4-FFF2-40B4-BE49-F238E27FC236}">
                <a16:creationId xmlns:a16="http://schemas.microsoft.com/office/drawing/2014/main" id="{3B58F71A-E80E-E391-57EC-F1C26A9201E3}"/>
              </a:ext>
            </a:extLst>
          </p:cNvPr>
          <p:cNvPicPr>
            <a:picLocks noChangeAspect="1"/>
          </p:cNvPicPr>
          <p:nvPr/>
        </p:nvPicPr>
        <p:blipFill>
          <a:blip r:embed="rId2"/>
          <a:stretch>
            <a:fillRect/>
          </a:stretch>
        </p:blipFill>
        <p:spPr>
          <a:xfrm>
            <a:off x="5720484" y="1131591"/>
            <a:ext cx="2990678" cy="2554696"/>
          </a:xfrm>
          <a:prstGeom prst="rect">
            <a:avLst/>
          </a:prstGeom>
        </p:spPr>
      </p:pic>
    </p:spTree>
    <p:extLst>
      <p:ext uri="{BB962C8B-B14F-4D97-AF65-F5344CB8AC3E}">
        <p14:creationId xmlns:p14="http://schemas.microsoft.com/office/powerpoint/2010/main" val="1981967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pPr>
              <a:lnSpc>
                <a:spcPct val="107000"/>
              </a:lnSpc>
              <a:spcAft>
                <a:spcPts val="800"/>
              </a:spcAft>
            </a:pPr>
            <a:r>
              <a:rPr lang="en-IN" sz="2200" dirty="0">
                <a:latin typeface="Calibri Light" panose="020F0302020204030204" pitchFamily="34" charset="0"/>
                <a:ea typeface="Calibri Light" panose="020F0302020204030204" pitchFamily="34" charset="0"/>
              </a:rPr>
              <a:t>Agent’s Percept and Actions</a:t>
            </a:r>
            <a:endParaRPr lang="en-IN" sz="2200" kern="100" dirty="0">
              <a:effectLst/>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718262"/>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3" name="Rectangle 1">
            <a:extLst>
              <a:ext uri="{FF2B5EF4-FFF2-40B4-BE49-F238E27FC236}">
                <a16:creationId xmlns:a16="http://schemas.microsoft.com/office/drawing/2014/main" id="{C753D95A-9555-8FAF-FEBB-15DFE1E05241}"/>
              </a:ext>
            </a:extLst>
          </p:cNvPr>
          <p:cNvSpPr>
            <a:spLocks noChangeArrowheads="1"/>
          </p:cNvSpPr>
          <p:nvPr/>
        </p:nvSpPr>
        <p:spPr bwMode="auto">
          <a:xfrm rot="10800000" flipV="1">
            <a:off x="277040" y="495706"/>
            <a:ext cx="573512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FF0000"/>
                </a:solidFill>
                <a:effectLst/>
                <a:latin typeface="Calibri Light" panose="020F0302020204030204" pitchFamily="34" charset="0"/>
                <a:ea typeface="Calibri Light" panose="020F0302020204030204" pitchFamily="34" charset="0"/>
                <a:cs typeface="Calibri Light" panose="020F0302020204030204" pitchFamily="34" charset="0"/>
              </a:rPr>
              <a:t>Percepts</a:t>
            </a:r>
            <a:r>
              <a:rPr kumimoji="0" lang="en-US" altLang="en-US" sz="1800" b="0" i="0" u="none" strike="noStrike" cap="none" normalizeH="0" baseline="0" dirty="0">
                <a:ln>
                  <a:noFill/>
                </a:ln>
                <a:solidFill>
                  <a:srgbClr val="FF0000"/>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628650" lvl="1" indent="-285750" defTabSz="914400" eaLnBrk="0" fontAlgn="base" hangingPunct="0">
              <a:spcBef>
                <a:spcPct val="0"/>
              </a:spcBef>
              <a:spcAft>
                <a:spcPct val="0"/>
              </a:spcAft>
              <a:buFont typeface="Wingdings" panose="05000000000000000000" pitchFamily="2" charset="2"/>
              <a:buChar char="§"/>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Breeze</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Indicates a pit in an adjacent square.</a:t>
            </a:r>
          </a:p>
          <a:p>
            <a:pPr marL="628650" lvl="1" indent="-285750" defTabSz="914400" eaLnBrk="0" fontAlgn="base" hangingPunct="0">
              <a:spcBef>
                <a:spcPct val="0"/>
              </a:spcBef>
              <a:spcAft>
                <a:spcPct val="0"/>
              </a:spcAft>
              <a:buFont typeface="Wingdings" panose="05000000000000000000" pitchFamily="2" charset="2"/>
              <a:buChar char="§"/>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Stench</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Indicates the Wumpus is in an adjacent square.</a:t>
            </a:r>
          </a:p>
          <a:p>
            <a:pPr marL="628650" lvl="1" indent="-285750" defTabSz="914400" eaLnBrk="0" fontAlgn="base" hangingPunct="0">
              <a:spcBef>
                <a:spcPct val="0"/>
              </a:spcBef>
              <a:spcAft>
                <a:spcPct val="0"/>
              </a:spcAft>
              <a:buFont typeface="Wingdings" panose="05000000000000000000" pitchFamily="2" charset="2"/>
              <a:buChar char="§"/>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Glitter</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Indicates the presence of gold in the current square.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FF0000"/>
                </a:solidFill>
                <a:effectLst/>
                <a:latin typeface="Calibri Light" panose="020F0302020204030204" pitchFamily="34" charset="0"/>
                <a:ea typeface="Calibri Light" panose="020F0302020204030204" pitchFamily="34" charset="0"/>
                <a:cs typeface="Calibri Light" panose="020F0302020204030204" pitchFamily="34" charset="0"/>
              </a:rPr>
              <a:t>Actions</a:t>
            </a:r>
            <a:r>
              <a:rPr kumimoji="0" lang="en-US" altLang="en-US" sz="1800" b="0" i="0" u="none" strike="noStrike" cap="none" normalizeH="0" baseline="0" dirty="0">
                <a:ln>
                  <a:noFill/>
                </a:ln>
                <a:solidFill>
                  <a:srgbClr val="FF0000"/>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628650" lvl="1" indent="-285750" defTabSz="914400" eaLnBrk="0" fontAlgn="base" hangingPunct="0">
              <a:spcBef>
                <a:spcPct val="0"/>
              </a:spcBef>
              <a:spcAft>
                <a:spcPct val="0"/>
              </a:spcAft>
              <a:buFont typeface="Wingdings" panose="05000000000000000000" pitchFamily="2" charset="2"/>
              <a:buChar char="§"/>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Move Forward</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The agent can move to an adjacent square.</a:t>
            </a:r>
          </a:p>
          <a:p>
            <a:pPr marL="628650" lvl="1" indent="-285750" defTabSz="914400" eaLnBrk="0" fontAlgn="base" hangingPunct="0">
              <a:spcBef>
                <a:spcPct val="0"/>
              </a:spcBef>
              <a:spcAft>
                <a:spcPct val="0"/>
              </a:spcAft>
              <a:buFont typeface="Wingdings" panose="05000000000000000000" pitchFamily="2" charset="2"/>
              <a:buChar char="§"/>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Turn Left/Right</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Changes the agent’s direction.</a:t>
            </a:r>
          </a:p>
          <a:p>
            <a:pPr marL="628650" lvl="1" indent="-285750" defTabSz="914400" eaLnBrk="0" fontAlgn="base" hangingPunct="0">
              <a:spcBef>
                <a:spcPct val="0"/>
              </a:spcBef>
              <a:spcAft>
                <a:spcPct val="0"/>
              </a:spcAft>
              <a:buFont typeface="Wingdings" panose="05000000000000000000" pitchFamily="2" charset="2"/>
              <a:buChar char="§"/>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Grab</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Picks up the gold if the agent is in the same square.</a:t>
            </a:r>
          </a:p>
          <a:p>
            <a:pPr marL="628650" lvl="1" indent="-285750" defTabSz="914400" eaLnBrk="0" fontAlgn="base" hangingPunct="0">
              <a:spcBef>
                <a:spcPct val="0"/>
              </a:spcBef>
              <a:spcAft>
                <a:spcPct val="0"/>
              </a:spcAft>
              <a:buFont typeface="Wingdings" panose="05000000000000000000" pitchFamily="2" charset="2"/>
              <a:buChar char="§"/>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Shoot</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Fires an arrow in the direction the agent is facing, killing the Wumpus if it is in that direction.</a:t>
            </a:r>
          </a:p>
          <a:p>
            <a:pPr marL="628650" lvl="1" indent="-285750" defTabSz="914400" eaLnBrk="0" fontAlgn="base" hangingPunct="0">
              <a:spcBef>
                <a:spcPct val="0"/>
              </a:spcBef>
              <a:spcAft>
                <a:spcPct val="0"/>
              </a:spcAft>
              <a:buFont typeface="Wingdings" panose="05000000000000000000" pitchFamily="2" charset="2"/>
              <a:buChar char="§"/>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Climb</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Exits the cave if the agent is in the starting square.</a:t>
            </a:r>
          </a:p>
        </p:txBody>
      </p:sp>
      <p:pic>
        <p:nvPicPr>
          <p:cNvPr id="7" name="Picture 6">
            <a:extLst>
              <a:ext uri="{FF2B5EF4-FFF2-40B4-BE49-F238E27FC236}">
                <a16:creationId xmlns:a16="http://schemas.microsoft.com/office/drawing/2014/main" id="{F1B65504-F4FA-E694-328F-7F55627A2DA8}"/>
              </a:ext>
            </a:extLst>
          </p:cNvPr>
          <p:cNvPicPr>
            <a:picLocks noChangeAspect="1"/>
          </p:cNvPicPr>
          <p:nvPr/>
        </p:nvPicPr>
        <p:blipFill>
          <a:blip r:embed="rId2"/>
          <a:stretch>
            <a:fillRect/>
          </a:stretch>
        </p:blipFill>
        <p:spPr>
          <a:xfrm>
            <a:off x="5831278" y="1131590"/>
            <a:ext cx="3133210" cy="2676450"/>
          </a:xfrm>
          <a:prstGeom prst="rect">
            <a:avLst/>
          </a:prstGeom>
        </p:spPr>
      </p:pic>
    </p:spTree>
    <p:extLst>
      <p:ext uri="{BB962C8B-B14F-4D97-AF65-F5344CB8AC3E}">
        <p14:creationId xmlns:p14="http://schemas.microsoft.com/office/powerpoint/2010/main" val="3774408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pPr>
              <a:lnSpc>
                <a:spcPct val="107000"/>
              </a:lnSpc>
              <a:spcAft>
                <a:spcPts val="800"/>
              </a:spcAft>
            </a:pPr>
            <a:r>
              <a:rPr lang="en-IN" sz="2000" dirty="0"/>
              <a:t>Wumpus World: Logical Reasoning</a:t>
            </a:r>
            <a:endParaRPr lang="en-IN" sz="2200" kern="100" dirty="0">
              <a:effectLst/>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4" name="Rectangle 1">
            <a:extLst>
              <a:ext uri="{FF2B5EF4-FFF2-40B4-BE49-F238E27FC236}">
                <a16:creationId xmlns:a16="http://schemas.microsoft.com/office/drawing/2014/main" id="{5857179B-7C6A-36AC-976B-E8CBAAEC43AF}"/>
              </a:ext>
            </a:extLst>
          </p:cNvPr>
          <p:cNvSpPr>
            <a:spLocks noChangeArrowheads="1"/>
          </p:cNvSpPr>
          <p:nvPr/>
        </p:nvSpPr>
        <p:spPr bwMode="auto">
          <a:xfrm>
            <a:off x="195824" y="562198"/>
            <a:ext cx="5960352"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FF0000"/>
                </a:solidFill>
                <a:effectLst/>
                <a:latin typeface="Calibri Light" panose="020F0302020204030204" pitchFamily="34" charset="0"/>
                <a:ea typeface="Calibri Light" panose="020F0302020204030204" pitchFamily="34" charset="0"/>
                <a:cs typeface="Calibri Light" panose="020F0302020204030204" pitchFamily="34" charset="0"/>
              </a:rPr>
              <a:t>Reasoning Process</a:t>
            </a:r>
            <a:r>
              <a:rPr kumimoji="0" lang="en-US" altLang="en-US" sz="1800" b="0" i="0" u="none" strike="noStrike" cap="none" normalizeH="0" baseline="0" dirty="0">
                <a:ln>
                  <a:noFill/>
                </a:ln>
                <a:solidFill>
                  <a:srgbClr val="FF0000"/>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The agent uses logical reasoning to infer the safest actions based on its percepts.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FF0000"/>
                </a:solidFill>
                <a:effectLst/>
                <a:latin typeface="Calibri Light" panose="020F0302020204030204" pitchFamily="34" charset="0"/>
                <a:ea typeface="Calibri Light" panose="020F0302020204030204" pitchFamily="34" charset="0"/>
                <a:cs typeface="Calibri Light" panose="020F0302020204030204" pitchFamily="34" charset="0"/>
              </a:rPr>
              <a:t>Example</a:t>
            </a:r>
            <a:r>
              <a:rPr kumimoji="0" lang="en-US" altLang="en-US" sz="1800" b="0" i="0" u="none" strike="noStrike" cap="none" normalizeH="0" baseline="0" dirty="0">
                <a:ln>
                  <a:noFill/>
                </a:ln>
                <a:solidFill>
                  <a:srgbClr val="FF0000"/>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400050" indent="-285750" defTabSz="914400" eaLnBrk="0" fontAlgn="base" hangingPunct="0">
              <a:spcBef>
                <a:spcPct val="0"/>
              </a:spcBef>
              <a:spcAft>
                <a:spcPct val="0"/>
              </a:spcAft>
              <a:buFont typeface="Wingdings" panose="05000000000000000000" pitchFamily="2" charset="2"/>
              <a:buChar char="§"/>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Percept</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The agent feels a breeze at (2,1).</a:t>
            </a:r>
          </a:p>
          <a:p>
            <a:pPr marL="400050" indent="-285750" defTabSz="914400" eaLnBrk="0" fontAlgn="base" hangingPunct="0">
              <a:spcBef>
                <a:spcPct val="0"/>
              </a:spcBef>
              <a:spcAft>
                <a:spcPct val="0"/>
              </a:spcAft>
              <a:buFont typeface="Wingdings" panose="05000000000000000000" pitchFamily="2" charset="2"/>
              <a:buChar char="§"/>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Inference</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There is at least one pit in the adjacent squares (1,1), (2,2), or (3,1).</a:t>
            </a:r>
          </a:p>
          <a:p>
            <a:pPr marL="400050" indent="-285750" defTabSz="914400" eaLnBrk="0" fontAlgn="base" hangingPunct="0">
              <a:spcBef>
                <a:spcPct val="0"/>
              </a:spcBef>
              <a:spcAft>
                <a:spcPct val="0"/>
              </a:spcAft>
              <a:buFont typeface="Wingdings" panose="05000000000000000000" pitchFamily="2" charset="2"/>
              <a:buChar char="§"/>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Decision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The agent avoids these squares until further information narrows down the exact location of the pit.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Knowledge Base (KB)</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The agent maintains a knowledge base of known facts and uses inference rules to deduce new information.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Example</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If the agent knows "There is a breeze in (2,1)" and "A breeze means there is a pit nearby," it adds this to its KB and reasons accordingly.</a:t>
            </a:r>
          </a:p>
        </p:txBody>
      </p:sp>
      <p:pic>
        <p:nvPicPr>
          <p:cNvPr id="8" name="Picture 7">
            <a:extLst>
              <a:ext uri="{FF2B5EF4-FFF2-40B4-BE49-F238E27FC236}">
                <a16:creationId xmlns:a16="http://schemas.microsoft.com/office/drawing/2014/main" id="{A991BA91-705A-C8B2-5AD6-C199C8FF6814}"/>
              </a:ext>
            </a:extLst>
          </p:cNvPr>
          <p:cNvPicPr>
            <a:picLocks noChangeAspect="1"/>
          </p:cNvPicPr>
          <p:nvPr/>
        </p:nvPicPr>
        <p:blipFill>
          <a:blip r:embed="rId2"/>
          <a:stretch>
            <a:fillRect/>
          </a:stretch>
        </p:blipFill>
        <p:spPr>
          <a:xfrm>
            <a:off x="6300192" y="51470"/>
            <a:ext cx="2304256" cy="2354504"/>
          </a:xfrm>
          <a:prstGeom prst="rect">
            <a:avLst/>
          </a:prstGeom>
        </p:spPr>
      </p:pic>
      <p:pic>
        <p:nvPicPr>
          <p:cNvPr id="10" name="Picture 9">
            <a:extLst>
              <a:ext uri="{FF2B5EF4-FFF2-40B4-BE49-F238E27FC236}">
                <a16:creationId xmlns:a16="http://schemas.microsoft.com/office/drawing/2014/main" id="{43492095-6A3D-4645-C20F-78399E9E8263}"/>
              </a:ext>
            </a:extLst>
          </p:cNvPr>
          <p:cNvPicPr>
            <a:picLocks noChangeAspect="1"/>
          </p:cNvPicPr>
          <p:nvPr/>
        </p:nvPicPr>
        <p:blipFill>
          <a:blip r:embed="rId3"/>
          <a:stretch>
            <a:fillRect/>
          </a:stretch>
        </p:blipFill>
        <p:spPr>
          <a:xfrm>
            <a:off x="6300192" y="2489940"/>
            <a:ext cx="2364589" cy="2328433"/>
          </a:xfrm>
          <a:prstGeom prst="rect">
            <a:avLst/>
          </a:prstGeom>
        </p:spPr>
      </p:pic>
    </p:spTree>
    <p:extLst>
      <p:ext uri="{BB962C8B-B14F-4D97-AF65-F5344CB8AC3E}">
        <p14:creationId xmlns:p14="http://schemas.microsoft.com/office/powerpoint/2010/main" val="792564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pPr>
              <a:lnSpc>
                <a:spcPct val="107000"/>
              </a:lnSpc>
              <a:spcAft>
                <a:spcPts val="800"/>
              </a:spcAft>
            </a:pPr>
            <a:r>
              <a:rPr lang="en-US" sz="2200" dirty="0">
                <a:latin typeface="Calibri Light" panose="020F0302020204030204" pitchFamily="34" charset="0"/>
                <a:ea typeface="Calibri Light" panose="020F0302020204030204" pitchFamily="34" charset="0"/>
              </a:rPr>
              <a:t>Wumpus World Example: Decision-Making Process</a:t>
            </a:r>
            <a:endParaRPr lang="en-IN" sz="2200" kern="100" dirty="0">
              <a:effectLst/>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3" name="Rectangle 1">
            <a:extLst>
              <a:ext uri="{FF2B5EF4-FFF2-40B4-BE49-F238E27FC236}">
                <a16:creationId xmlns:a16="http://schemas.microsoft.com/office/drawing/2014/main" id="{FA676752-240E-B415-2F6B-8C1B3299F41B}"/>
              </a:ext>
            </a:extLst>
          </p:cNvPr>
          <p:cNvSpPr>
            <a:spLocks noChangeArrowheads="1"/>
          </p:cNvSpPr>
          <p:nvPr/>
        </p:nvSpPr>
        <p:spPr bwMode="auto">
          <a:xfrm rot="10800000" flipV="1">
            <a:off x="35496" y="883621"/>
            <a:ext cx="5897315"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Scenario</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The agent is in (2,2), perceives a breeze, and has previous knowledge about adjacent squares.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Decision Process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Step 1</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The agent checks its KB for known safe squares.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Step 2</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The agent infers potential pit locations based on the breeze percept.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Step 3</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The agent uses this information to decide where to move next.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Action</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The agent chooses a square to move to, avoiding high-risk areas.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B41BA8D0-118D-B0E8-1C67-D1542E9D8A7E}"/>
              </a:ext>
            </a:extLst>
          </p:cNvPr>
          <p:cNvPicPr>
            <a:picLocks noChangeAspect="1"/>
          </p:cNvPicPr>
          <p:nvPr/>
        </p:nvPicPr>
        <p:blipFill>
          <a:blip r:embed="rId2"/>
          <a:stretch>
            <a:fillRect/>
          </a:stretch>
        </p:blipFill>
        <p:spPr>
          <a:xfrm>
            <a:off x="6436862" y="1389539"/>
            <a:ext cx="2455618" cy="2478355"/>
          </a:xfrm>
          <a:prstGeom prst="rect">
            <a:avLst/>
          </a:prstGeom>
        </p:spPr>
      </p:pic>
    </p:spTree>
    <p:extLst>
      <p:ext uri="{BB962C8B-B14F-4D97-AF65-F5344CB8AC3E}">
        <p14:creationId xmlns:p14="http://schemas.microsoft.com/office/powerpoint/2010/main" val="4224302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pPr>
              <a:lnSpc>
                <a:spcPct val="107000"/>
              </a:lnSpc>
              <a:spcAft>
                <a:spcPts val="800"/>
              </a:spcAft>
            </a:pPr>
            <a:r>
              <a:rPr lang="en-US" sz="2000" dirty="0">
                <a:latin typeface="Calibri Light" panose="020F0302020204030204" pitchFamily="34" charset="0"/>
                <a:ea typeface="Calibri Light" panose="020F0302020204030204" pitchFamily="34" charset="0"/>
              </a:rPr>
              <a:t>Example Walkthrough: A Complete Run</a:t>
            </a:r>
            <a:endParaRPr lang="en-IN" sz="2200" kern="100" dirty="0">
              <a:effectLst/>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4" name="Rectangle 1">
            <a:extLst>
              <a:ext uri="{FF2B5EF4-FFF2-40B4-BE49-F238E27FC236}">
                <a16:creationId xmlns:a16="http://schemas.microsoft.com/office/drawing/2014/main" id="{8F9C73FD-6536-C92A-0877-1ACA5330757D}"/>
              </a:ext>
            </a:extLst>
          </p:cNvPr>
          <p:cNvSpPr>
            <a:spLocks noChangeArrowheads="1"/>
          </p:cNvSpPr>
          <p:nvPr/>
        </p:nvSpPr>
        <p:spPr bwMode="auto">
          <a:xfrm>
            <a:off x="107504" y="771550"/>
            <a:ext cx="565212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Initial State</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The agent starts at (1,1), where there are no percepts (no breeze, no stench).</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Move 1</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The agent moves to (2,1) and perceives a breeze.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Inference</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The agent deduces that there is a pit in one of the adjacent squares (1,1), (2,2), or (3,1).</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Next Moves</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The agent continues exploring, carefully choosing moves that minimize risk, updating its KB after each move.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End Game</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The agent finds the gold at (2,3) and returns to (1,1) to exit the cave.</a:t>
            </a:r>
          </a:p>
        </p:txBody>
      </p:sp>
      <p:pic>
        <p:nvPicPr>
          <p:cNvPr id="10" name="Picture 9">
            <a:extLst>
              <a:ext uri="{FF2B5EF4-FFF2-40B4-BE49-F238E27FC236}">
                <a16:creationId xmlns:a16="http://schemas.microsoft.com/office/drawing/2014/main" id="{A91DBE95-1E84-D501-DBEF-D154F36E9E5C}"/>
              </a:ext>
            </a:extLst>
          </p:cNvPr>
          <p:cNvPicPr>
            <a:picLocks noChangeAspect="1"/>
          </p:cNvPicPr>
          <p:nvPr/>
        </p:nvPicPr>
        <p:blipFill>
          <a:blip r:embed="rId2"/>
          <a:stretch>
            <a:fillRect/>
          </a:stretch>
        </p:blipFill>
        <p:spPr>
          <a:xfrm>
            <a:off x="6006551" y="1089063"/>
            <a:ext cx="2527625" cy="2504293"/>
          </a:xfrm>
          <a:prstGeom prst="rect">
            <a:avLst/>
          </a:prstGeom>
        </p:spPr>
      </p:pic>
    </p:spTree>
    <p:extLst>
      <p:ext uri="{BB962C8B-B14F-4D97-AF65-F5344CB8AC3E}">
        <p14:creationId xmlns:p14="http://schemas.microsoft.com/office/powerpoint/2010/main" val="13700339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pPr>
              <a:lnSpc>
                <a:spcPct val="107000"/>
              </a:lnSpc>
              <a:spcAft>
                <a:spcPts val="800"/>
              </a:spcAft>
            </a:pPr>
            <a:r>
              <a:rPr lang="en-IN" sz="2200" dirty="0">
                <a:latin typeface="Calibri Light" panose="020F0302020204030204" pitchFamily="34" charset="0"/>
                <a:ea typeface="Calibri Light" panose="020F0302020204030204" pitchFamily="34" charset="0"/>
              </a:rPr>
              <a:t>Logic: Syntax and Semantics</a:t>
            </a:r>
            <a:endParaRPr lang="en-IN" sz="2200" kern="100" dirty="0">
              <a:effectLst/>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7" name="Rectangle 2">
            <a:extLst>
              <a:ext uri="{FF2B5EF4-FFF2-40B4-BE49-F238E27FC236}">
                <a16:creationId xmlns:a16="http://schemas.microsoft.com/office/drawing/2014/main" id="{8EB7DA1B-02AE-24DC-1E66-039359681F0D}"/>
              </a:ext>
            </a:extLst>
          </p:cNvPr>
          <p:cNvSpPr>
            <a:spLocks noChangeArrowheads="1"/>
          </p:cNvSpPr>
          <p:nvPr/>
        </p:nvSpPr>
        <p:spPr bwMode="auto">
          <a:xfrm>
            <a:off x="253964" y="991930"/>
            <a:ext cx="7270364"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9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Syntax</a:t>
            </a:r>
            <a:r>
              <a:rPr kumimoji="0" lang="en-US" altLang="en-US" sz="19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19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defines the formal structure of sentences in a logical language. It is the set of rules that determines how symbols can be combined to create valid expressions.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9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Semantics</a:t>
            </a:r>
            <a:r>
              <a:rPr kumimoji="0" lang="en-US" altLang="en-US" sz="19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19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assigns meaning to the syntax. It interprets the logical sentences by defining truth values based on an interpretation or model.</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9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Interpretation</a:t>
            </a:r>
            <a:r>
              <a:rPr kumimoji="0" lang="en-US" altLang="en-US" sz="19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An interpretation is a specific assignment of truth values to the atomic sentences.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9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Model</a:t>
            </a:r>
            <a:r>
              <a:rPr kumimoji="0" lang="en-US" altLang="en-US" sz="19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 A model is an interpretation in which all sentences in the knowledge base are true.</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854D50EE-EB3E-8EC8-477D-412EFCE449A0}"/>
                  </a:ext>
                </a:extLst>
              </p14:cNvPr>
              <p14:cNvContentPartPr/>
              <p14:nvPr/>
            </p14:nvContentPartPr>
            <p14:xfrm>
              <a:off x="588960" y="2711520"/>
              <a:ext cx="8283240" cy="2223360"/>
            </p14:xfrm>
          </p:contentPart>
        </mc:Choice>
        <mc:Fallback>
          <p:pic>
            <p:nvPicPr>
              <p:cNvPr id="3" name="Ink 2">
                <a:extLst>
                  <a:ext uri="{FF2B5EF4-FFF2-40B4-BE49-F238E27FC236}">
                    <a16:creationId xmlns:a16="http://schemas.microsoft.com/office/drawing/2014/main" id="{854D50EE-EB3E-8EC8-477D-412EFCE449A0}"/>
                  </a:ext>
                </a:extLst>
              </p:cNvPr>
              <p:cNvPicPr/>
              <p:nvPr/>
            </p:nvPicPr>
            <p:blipFill>
              <a:blip r:embed="rId3"/>
              <a:stretch>
                <a:fillRect/>
              </a:stretch>
            </p:blipFill>
            <p:spPr>
              <a:xfrm>
                <a:off x="579600" y="2702160"/>
                <a:ext cx="8301960" cy="2242080"/>
              </a:xfrm>
              <a:prstGeom prst="rect">
                <a:avLst/>
              </a:prstGeom>
            </p:spPr>
          </p:pic>
        </mc:Fallback>
      </mc:AlternateContent>
    </p:spTree>
    <p:extLst>
      <p:ext uri="{BB962C8B-B14F-4D97-AF65-F5344CB8AC3E}">
        <p14:creationId xmlns:p14="http://schemas.microsoft.com/office/powerpoint/2010/main" val="2016697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pPr>
              <a:lnSpc>
                <a:spcPct val="107000"/>
              </a:lnSpc>
              <a:spcAft>
                <a:spcPts val="800"/>
              </a:spcAft>
            </a:pPr>
            <a:r>
              <a:rPr lang="en-IN" sz="2200" dirty="0">
                <a:latin typeface="Calibri Light" panose="020F0302020204030204" pitchFamily="34" charset="0"/>
                <a:ea typeface="Calibri Light" panose="020F0302020204030204" pitchFamily="34" charset="0"/>
              </a:rPr>
              <a:t>Model and Model Checking</a:t>
            </a:r>
            <a:endParaRPr lang="en-IN" sz="2200" kern="100" dirty="0">
              <a:effectLst/>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3" name="Rectangle 1">
            <a:extLst>
              <a:ext uri="{FF2B5EF4-FFF2-40B4-BE49-F238E27FC236}">
                <a16:creationId xmlns:a16="http://schemas.microsoft.com/office/drawing/2014/main" id="{5468E15B-7F59-4FAD-7BCF-98A42CC03D81}"/>
              </a:ext>
            </a:extLst>
          </p:cNvPr>
          <p:cNvSpPr>
            <a:spLocks noChangeArrowheads="1"/>
          </p:cNvSpPr>
          <p:nvPr/>
        </p:nvSpPr>
        <p:spPr bwMode="auto">
          <a:xfrm rot="10800000" flipV="1">
            <a:off x="216024" y="422543"/>
            <a:ext cx="7524328"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A model is a specific interpretation where all sentences in a given set (knowledge base) are true.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en-US" sz="1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Model checking is a technique used to determine whether a given sentence is true in a specific model.</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Model Checking</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It involves evaluating a logical formula within a given model to check if the formula holds true.</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Process</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The agent specifies a model (which assigns truth values to all relevant propositions) and checks whether the logical formula evaluates to true in that model.</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ED3924D-D938-282B-7402-F6D0CA0105BC}"/>
                  </a:ext>
                </a:extLst>
              </p14:cNvPr>
              <p14:cNvContentPartPr/>
              <p14:nvPr/>
            </p14:nvContentPartPr>
            <p14:xfrm>
              <a:off x="551880" y="1099800"/>
              <a:ext cx="8259120" cy="4044240"/>
            </p14:xfrm>
          </p:contentPart>
        </mc:Choice>
        <mc:Fallback>
          <p:pic>
            <p:nvPicPr>
              <p:cNvPr id="4" name="Ink 3">
                <a:extLst>
                  <a:ext uri="{FF2B5EF4-FFF2-40B4-BE49-F238E27FC236}">
                    <a16:creationId xmlns:a16="http://schemas.microsoft.com/office/drawing/2014/main" id="{7ED3924D-D938-282B-7402-F6D0CA0105BC}"/>
                  </a:ext>
                </a:extLst>
              </p:cNvPr>
              <p:cNvPicPr/>
              <p:nvPr/>
            </p:nvPicPr>
            <p:blipFill>
              <a:blip r:embed="rId3"/>
              <a:stretch>
                <a:fillRect/>
              </a:stretch>
            </p:blipFill>
            <p:spPr>
              <a:xfrm>
                <a:off x="542520" y="1090440"/>
                <a:ext cx="8277840" cy="4062960"/>
              </a:xfrm>
              <a:prstGeom prst="rect">
                <a:avLst/>
              </a:prstGeom>
            </p:spPr>
          </p:pic>
        </mc:Fallback>
      </mc:AlternateContent>
    </p:spTree>
    <p:extLst>
      <p:ext uri="{BB962C8B-B14F-4D97-AF65-F5344CB8AC3E}">
        <p14:creationId xmlns:p14="http://schemas.microsoft.com/office/powerpoint/2010/main" val="2528305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pPr>
              <a:lnSpc>
                <a:spcPct val="107000"/>
              </a:lnSpc>
              <a:spcAft>
                <a:spcPts val="800"/>
              </a:spcAft>
            </a:pPr>
            <a:r>
              <a:rPr lang="en-IN" sz="2200" dirty="0"/>
              <a:t>Entailment in Logic</a:t>
            </a:r>
            <a:endParaRPr lang="en-IN" sz="2200" kern="100" dirty="0">
              <a:effectLst/>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4" name="Rectangle 1">
            <a:extLst>
              <a:ext uri="{FF2B5EF4-FFF2-40B4-BE49-F238E27FC236}">
                <a16:creationId xmlns:a16="http://schemas.microsoft.com/office/drawing/2014/main" id="{DC24AEBE-291B-AC8F-5282-54BD6B12EAA4}"/>
              </a:ext>
            </a:extLst>
          </p:cNvPr>
          <p:cNvSpPr>
            <a:spLocks noChangeArrowheads="1"/>
          </p:cNvSpPr>
          <p:nvPr/>
        </p:nvSpPr>
        <p:spPr bwMode="auto">
          <a:xfrm>
            <a:off x="179512" y="1048542"/>
            <a:ext cx="7596336"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Entailment is a core concept in logic that describes the relationship between statements where one statement logically follows from another.</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Entailment</a:t>
            </a:r>
            <a:r>
              <a:rPr kumimoji="0" lang="en-US" altLang="en-US" sz="20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t>
            </a:r>
          </a:p>
          <a:p>
            <a:pPr marL="800100" marR="0" lvl="1"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20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A sentence α entails another sentence β if in every model where α is true, β is also true</a:t>
            </a:r>
            <a:r>
              <a:rPr lang="en-US" sz="28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a:t>
            </a:r>
          </a:p>
          <a:p>
            <a:pPr marL="800100" marR="0" lvl="1"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en-US" sz="20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Denoted as α⊨β</a:t>
            </a:r>
          </a:p>
          <a:p>
            <a:pPr marL="457200" indent="-342900" defTabSz="914400" eaLnBrk="0" fontAlgn="base" hangingPunct="0">
              <a:spcBef>
                <a:spcPct val="0"/>
              </a:spcBef>
              <a:spcAft>
                <a:spcPct val="0"/>
              </a:spcAft>
              <a:buFont typeface="Wingdings" panose="05000000000000000000" pitchFamily="2" charset="2"/>
              <a:buChar char="§"/>
            </a:pPr>
            <a:r>
              <a:rPr lang="en-US" sz="2000" b="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Importance</a:t>
            </a:r>
            <a:r>
              <a:rPr lang="en-US" sz="20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 </a:t>
            </a:r>
            <a:r>
              <a:rPr lang="en-US" sz="20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Central concept in reasoning derives new truths from known facts.</a:t>
            </a:r>
          </a:p>
          <a:p>
            <a:pPr marL="457200" marR="0" lvl="1"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49F9FD90-5ED6-BAA8-60A0-CD46483680CA}"/>
                  </a:ext>
                </a:extLst>
              </p14:cNvPr>
              <p14:cNvContentPartPr/>
              <p14:nvPr/>
            </p14:nvContentPartPr>
            <p14:xfrm>
              <a:off x="447480" y="1901880"/>
              <a:ext cx="8118000" cy="2679840"/>
            </p14:xfrm>
          </p:contentPart>
        </mc:Choice>
        <mc:Fallback>
          <p:pic>
            <p:nvPicPr>
              <p:cNvPr id="3" name="Ink 2">
                <a:extLst>
                  <a:ext uri="{FF2B5EF4-FFF2-40B4-BE49-F238E27FC236}">
                    <a16:creationId xmlns:a16="http://schemas.microsoft.com/office/drawing/2014/main" id="{49F9FD90-5ED6-BAA8-60A0-CD46483680CA}"/>
                  </a:ext>
                </a:extLst>
              </p:cNvPr>
              <p:cNvPicPr/>
              <p:nvPr/>
            </p:nvPicPr>
            <p:blipFill>
              <a:blip r:embed="rId3"/>
              <a:stretch>
                <a:fillRect/>
              </a:stretch>
            </p:blipFill>
            <p:spPr>
              <a:xfrm>
                <a:off x="438120" y="1892520"/>
                <a:ext cx="8136720" cy="2698560"/>
              </a:xfrm>
              <a:prstGeom prst="rect">
                <a:avLst/>
              </a:prstGeom>
            </p:spPr>
          </p:pic>
        </mc:Fallback>
      </mc:AlternateContent>
    </p:spTree>
    <p:extLst>
      <p:ext uri="{BB962C8B-B14F-4D97-AF65-F5344CB8AC3E}">
        <p14:creationId xmlns:p14="http://schemas.microsoft.com/office/powerpoint/2010/main" val="1115147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pPr>
              <a:lnSpc>
                <a:spcPct val="107000"/>
              </a:lnSpc>
              <a:spcAft>
                <a:spcPts val="800"/>
              </a:spcAft>
            </a:pPr>
            <a:r>
              <a:rPr lang="en-IN" sz="2200" dirty="0"/>
              <a:t>Entailment in Logic</a:t>
            </a:r>
            <a:endParaRPr lang="en-IN" sz="2200" kern="100" dirty="0">
              <a:effectLst/>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pic>
        <p:nvPicPr>
          <p:cNvPr id="7" name="Picture 6">
            <a:extLst>
              <a:ext uri="{FF2B5EF4-FFF2-40B4-BE49-F238E27FC236}">
                <a16:creationId xmlns:a16="http://schemas.microsoft.com/office/drawing/2014/main" id="{68F6A752-A27A-EB55-F1A7-80B2E483F37D}"/>
              </a:ext>
            </a:extLst>
          </p:cNvPr>
          <p:cNvPicPr>
            <a:picLocks noChangeAspect="1"/>
          </p:cNvPicPr>
          <p:nvPr/>
        </p:nvPicPr>
        <p:blipFill>
          <a:blip r:embed="rId2"/>
          <a:stretch>
            <a:fillRect/>
          </a:stretch>
        </p:blipFill>
        <p:spPr>
          <a:xfrm>
            <a:off x="564534" y="637119"/>
            <a:ext cx="7607866" cy="2870735"/>
          </a:xfrm>
          <a:prstGeom prst="rect">
            <a:avLst/>
          </a:prstGeom>
        </p:spPr>
      </p:pic>
      <p:pic>
        <p:nvPicPr>
          <p:cNvPr id="9" name="Picture 8">
            <a:extLst>
              <a:ext uri="{FF2B5EF4-FFF2-40B4-BE49-F238E27FC236}">
                <a16:creationId xmlns:a16="http://schemas.microsoft.com/office/drawing/2014/main" id="{D22C78A0-9D3B-61B8-6156-78EE8F2CC3F3}"/>
              </a:ext>
            </a:extLst>
          </p:cNvPr>
          <p:cNvPicPr>
            <a:picLocks noChangeAspect="1"/>
          </p:cNvPicPr>
          <p:nvPr/>
        </p:nvPicPr>
        <p:blipFill>
          <a:blip r:embed="rId3"/>
          <a:stretch>
            <a:fillRect/>
          </a:stretch>
        </p:blipFill>
        <p:spPr>
          <a:xfrm>
            <a:off x="531317" y="3870157"/>
            <a:ext cx="3104579" cy="655013"/>
          </a:xfrm>
          <a:prstGeom prst="rect">
            <a:avLst/>
          </a:prstGeom>
        </p:spPr>
      </p:pic>
      <p:pic>
        <p:nvPicPr>
          <p:cNvPr id="11" name="Picture 10">
            <a:extLst>
              <a:ext uri="{FF2B5EF4-FFF2-40B4-BE49-F238E27FC236}">
                <a16:creationId xmlns:a16="http://schemas.microsoft.com/office/drawing/2014/main" id="{9962299A-92B5-1647-B1E6-1F4CE2600D4F}"/>
              </a:ext>
            </a:extLst>
          </p:cNvPr>
          <p:cNvPicPr>
            <a:picLocks noChangeAspect="1"/>
          </p:cNvPicPr>
          <p:nvPr/>
        </p:nvPicPr>
        <p:blipFill>
          <a:blip r:embed="rId4"/>
          <a:stretch>
            <a:fillRect/>
          </a:stretch>
        </p:blipFill>
        <p:spPr>
          <a:xfrm>
            <a:off x="4264072" y="3875580"/>
            <a:ext cx="2828208" cy="280346"/>
          </a:xfrm>
          <a:prstGeom prst="rect">
            <a:avLst/>
          </a:prstGeom>
        </p:spPr>
      </p:pic>
      <p:pic>
        <p:nvPicPr>
          <p:cNvPr id="13" name="Picture 12">
            <a:extLst>
              <a:ext uri="{FF2B5EF4-FFF2-40B4-BE49-F238E27FC236}">
                <a16:creationId xmlns:a16="http://schemas.microsoft.com/office/drawing/2014/main" id="{9EBEAB55-C29F-95C9-785A-4399F6F4C2C7}"/>
              </a:ext>
            </a:extLst>
          </p:cNvPr>
          <p:cNvPicPr>
            <a:picLocks noChangeAspect="1"/>
          </p:cNvPicPr>
          <p:nvPr/>
        </p:nvPicPr>
        <p:blipFill>
          <a:blip r:embed="rId5"/>
          <a:stretch>
            <a:fillRect/>
          </a:stretch>
        </p:blipFill>
        <p:spPr>
          <a:xfrm>
            <a:off x="3796510" y="4155926"/>
            <a:ext cx="4951954" cy="301760"/>
          </a:xfrm>
          <a:prstGeom prst="rect">
            <a:avLst/>
          </a:prstGeom>
        </p:spPr>
      </p:pic>
    </p:spTree>
    <p:extLst>
      <p:ext uri="{BB962C8B-B14F-4D97-AF65-F5344CB8AC3E}">
        <p14:creationId xmlns:p14="http://schemas.microsoft.com/office/powerpoint/2010/main" val="25612680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pPr>
              <a:lnSpc>
                <a:spcPct val="107000"/>
              </a:lnSpc>
              <a:spcAft>
                <a:spcPts val="800"/>
              </a:spcAft>
            </a:pPr>
            <a:r>
              <a:rPr lang="en-IN" sz="2200" dirty="0">
                <a:latin typeface="Calibri Light" panose="020F0302020204030204" pitchFamily="34" charset="0"/>
                <a:ea typeface="Calibri Light" panose="020F0302020204030204" pitchFamily="34" charset="0"/>
              </a:rPr>
              <a:t>Soundness and Completeness</a:t>
            </a:r>
            <a:endParaRPr lang="en-IN" sz="2200" kern="100" dirty="0">
              <a:effectLst/>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3" name="Rectangle 1">
            <a:extLst>
              <a:ext uri="{FF2B5EF4-FFF2-40B4-BE49-F238E27FC236}">
                <a16:creationId xmlns:a16="http://schemas.microsoft.com/office/drawing/2014/main" id="{75A48887-D0C7-8411-FD3F-97F0E3629CBB}"/>
              </a:ext>
            </a:extLst>
          </p:cNvPr>
          <p:cNvSpPr>
            <a:spLocks noChangeArrowheads="1"/>
          </p:cNvSpPr>
          <p:nvPr/>
        </p:nvSpPr>
        <p:spPr bwMode="auto">
          <a:xfrm>
            <a:off x="144016" y="689664"/>
            <a:ext cx="7524328"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Soundness?</a:t>
            </a:r>
            <a:endPar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 logical system is sound if every sentence that can be derived from the knowledge base is true in the real world (i.e., if α⊢β, then α⊨β).</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Importance of Soundness</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Ensures that the agent only derives conclusions that are true, avoiding false positives.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Completeness?</a:t>
            </a:r>
            <a:endPar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A logical system is complete if every sentence that is true in the real world can be derived from the knowledge base (i.e., if α⊨β, then α⊢β).</a:t>
            </a:r>
          </a:p>
          <a:p>
            <a:pPr marL="742950" marR="0" lvl="1"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800" b="1"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Importance of Completeness</a:t>
            </a:r>
            <a:r>
              <a:rPr kumimoji="0" lang="en-US" altLang="en-US" sz="1800" b="0" i="0" u="none" strike="noStrike" cap="none" normalizeH="0" baseline="0" dirty="0">
                <a:ln>
                  <a:noFill/>
                </a:ln>
                <a:solidFill>
                  <a:srgbClr val="C00000"/>
                </a:solidFill>
                <a:effectLst/>
                <a:latin typeface="Calibri Light" panose="020F0302020204030204" pitchFamily="34" charset="0"/>
                <a:ea typeface="Calibri Light" panose="020F0302020204030204" pitchFamily="34" charset="0"/>
                <a:cs typeface="Calibri Light" panose="020F0302020204030204" pitchFamily="34" charset="0"/>
              </a:rPr>
              <a:t>: </a:t>
            </a:r>
            <a:r>
              <a:rPr kumimoji="0" lang="en-US" altLang="en-US" sz="1800" b="0" i="0" u="none" strike="noStrike" cap="none" normalizeH="0" baseline="0" dirty="0">
                <a:ln>
                  <a:noFill/>
                </a:ln>
                <a:solidFill>
                  <a:srgbClr val="034EA2"/>
                </a:solidFill>
                <a:effectLst/>
                <a:latin typeface="Calibri Light" panose="020F0302020204030204" pitchFamily="34" charset="0"/>
                <a:ea typeface="Calibri Light" panose="020F0302020204030204" pitchFamily="34" charset="0"/>
                <a:cs typeface="Calibri Light" panose="020F0302020204030204" pitchFamily="34" charset="0"/>
              </a:rPr>
              <a:t>Ensures that the agent can derive all necessary conclusions from the knowledge base, avoiding false negatives.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Calibri Light" panose="020F0302020204030204" pitchFamily="34" charset="0"/>
              <a:ea typeface="Calibri Light" panose="020F0302020204030204" pitchFamily="34" charset="0"/>
              <a:cs typeface="Calibri Light" panose="020F0302020204030204" pitchFamily="34" charset="0"/>
            </a:endParaRPr>
          </a:p>
        </p:txBody>
      </p:sp>
      <p:grpSp>
        <p:nvGrpSpPr>
          <p:cNvPr id="8" name="Group 7">
            <a:extLst>
              <a:ext uri="{FF2B5EF4-FFF2-40B4-BE49-F238E27FC236}">
                <a16:creationId xmlns:a16="http://schemas.microsoft.com/office/drawing/2014/main" id="{6E2DB6CB-B211-CC4E-2698-314126BF05A0}"/>
              </a:ext>
            </a:extLst>
          </p:cNvPr>
          <p:cNvGrpSpPr/>
          <p:nvPr/>
        </p:nvGrpSpPr>
        <p:grpSpPr>
          <a:xfrm>
            <a:off x="5496600" y="2271120"/>
            <a:ext cx="61200" cy="280800"/>
            <a:chOff x="5496600" y="2271120"/>
            <a:chExt cx="61200" cy="280800"/>
          </a:xfrm>
        </p:grpSpPr>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0A1A73A-3743-67B8-FDA4-D183EA481489}"/>
                    </a:ext>
                  </a:extLst>
                </p14:cNvPr>
                <p14:cNvContentPartPr/>
                <p14:nvPr/>
              </p14:nvContentPartPr>
              <p14:xfrm>
                <a:off x="5496600" y="2367960"/>
                <a:ext cx="44640" cy="168840"/>
              </p14:xfrm>
            </p:contentPart>
          </mc:Choice>
          <mc:Fallback>
            <p:pic>
              <p:nvPicPr>
                <p:cNvPr id="4" name="Ink 3">
                  <a:extLst>
                    <a:ext uri="{FF2B5EF4-FFF2-40B4-BE49-F238E27FC236}">
                      <a16:creationId xmlns:a16="http://schemas.microsoft.com/office/drawing/2014/main" id="{A0A1A73A-3743-67B8-FDA4-D183EA481489}"/>
                    </a:ext>
                  </a:extLst>
                </p:cNvPr>
                <p:cNvPicPr/>
                <p:nvPr/>
              </p:nvPicPr>
              <p:blipFill>
                <a:blip r:embed="rId3"/>
                <a:stretch>
                  <a:fillRect/>
                </a:stretch>
              </p:blipFill>
              <p:spPr>
                <a:xfrm>
                  <a:off x="5492280" y="2363640"/>
                  <a:ext cx="5328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7" name="Ink 6">
                  <a:extLst>
                    <a:ext uri="{FF2B5EF4-FFF2-40B4-BE49-F238E27FC236}">
                      <a16:creationId xmlns:a16="http://schemas.microsoft.com/office/drawing/2014/main" id="{2DFAEF3F-DBD1-8A9E-B1C1-39EC5189BA0E}"/>
                    </a:ext>
                  </a:extLst>
                </p14:cNvPr>
                <p14:cNvContentPartPr/>
                <p14:nvPr/>
              </p14:nvContentPartPr>
              <p14:xfrm>
                <a:off x="5518920" y="2271120"/>
                <a:ext cx="38880" cy="280800"/>
              </p14:xfrm>
            </p:contentPart>
          </mc:Choice>
          <mc:Fallback>
            <p:pic>
              <p:nvPicPr>
                <p:cNvPr id="7" name="Ink 6">
                  <a:extLst>
                    <a:ext uri="{FF2B5EF4-FFF2-40B4-BE49-F238E27FC236}">
                      <a16:creationId xmlns:a16="http://schemas.microsoft.com/office/drawing/2014/main" id="{2DFAEF3F-DBD1-8A9E-B1C1-39EC5189BA0E}"/>
                    </a:ext>
                  </a:extLst>
                </p:cNvPr>
                <p:cNvPicPr/>
                <p:nvPr/>
              </p:nvPicPr>
              <p:blipFill>
                <a:blip r:embed="rId5"/>
                <a:stretch>
                  <a:fillRect/>
                </a:stretch>
              </p:blipFill>
              <p:spPr>
                <a:xfrm>
                  <a:off x="5514600" y="2266800"/>
                  <a:ext cx="47520" cy="289440"/>
                </a:xfrm>
                <a:prstGeom prst="rect">
                  <a:avLst/>
                </a:prstGeom>
              </p:spPr>
            </p:pic>
          </mc:Fallback>
        </mc:AlternateContent>
      </p:grpSp>
    </p:spTree>
    <p:extLst>
      <p:ext uri="{BB962C8B-B14F-4D97-AF65-F5344CB8AC3E}">
        <p14:creationId xmlns:p14="http://schemas.microsoft.com/office/powerpoint/2010/main" val="1005049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pPr>
              <a:lnSpc>
                <a:spcPct val="107000"/>
              </a:lnSpc>
              <a:spcAft>
                <a:spcPts val="800"/>
              </a:spcAft>
            </a:pPr>
            <a:r>
              <a:rPr lang="en-IN" sz="2200" dirty="0">
                <a:latin typeface="Calibri Light" panose="020F0302020204030204" pitchFamily="34" charset="0"/>
                <a:ea typeface="Calibri Light" panose="020F0302020204030204" pitchFamily="34" charset="0"/>
              </a:rPr>
              <a:t>Soundness</a:t>
            </a:r>
            <a:endParaRPr lang="en-IN" sz="2200" kern="100" dirty="0">
              <a:effectLst/>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3" name="Rectangle 1">
            <a:extLst>
              <a:ext uri="{FF2B5EF4-FFF2-40B4-BE49-F238E27FC236}">
                <a16:creationId xmlns:a16="http://schemas.microsoft.com/office/drawing/2014/main" id="{75A48887-D0C7-8411-FD3F-97F0E3629CBB}"/>
              </a:ext>
            </a:extLst>
          </p:cNvPr>
          <p:cNvSpPr>
            <a:spLocks noChangeArrowheads="1"/>
          </p:cNvSpPr>
          <p:nvPr/>
        </p:nvSpPr>
        <p:spPr bwMode="auto">
          <a:xfrm>
            <a:off x="350129" y="729743"/>
            <a:ext cx="7524328"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
            </a:pPr>
            <a:r>
              <a:rPr lang="en-US" sz="20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Soundness</a:t>
            </a:r>
            <a:r>
              <a:rPr lang="en-US" sz="20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 </a:t>
            </a:r>
            <a:r>
              <a:rPr lang="en-US" sz="2000" dirty="0">
                <a:latin typeface="Calibri Light" panose="020F0302020204030204" pitchFamily="34" charset="0"/>
                <a:ea typeface="Calibri Light" panose="020F0302020204030204" pitchFamily="34" charset="0"/>
                <a:cs typeface="Calibri Light" panose="020F0302020204030204" pitchFamily="34" charset="0"/>
              </a:rPr>
              <a:t>A reasoning system is </a:t>
            </a:r>
            <a:r>
              <a:rPr lang="en-US" sz="2000" b="1" dirty="0">
                <a:latin typeface="Calibri Light" panose="020F0302020204030204" pitchFamily="34" charset="0"/>
                <a:ea typeface="Calibri Light" panose="020F0302020204030204" pitchFamily="34" charset="0"/>
                <a:cs typeface="Calibri Light" panose="020F0302020204030204" pitchFamily="34" charset="0"/>
              </a:rPr>
              <a:t>sound</a:t>
            </a:r>
            <a:r>
              <a:rPr lang="en-US" sz="2000" dirty="0">
                <a:latin typeface="Calibri Light" panose="020F0302020204030204" pitchFamily="34" charset="0"/>
                <a:ea typeface="Calibri Light" panose="020F0302020204030204" pitchFamily="34" charset="0"/>
                <a:cs typeface="Calibri Light" panose="020F0302020204030204" pitchFamily="34" charset="0"/>
              </a:rPr>
              <a:t> if every conclusion or inference it derives is </a:t>
            </a:r>
            <a:r>
              <a:rPr lang="en-US" sz="2000" b="1" dirty="0">
                <a:latin typeface="Calibri Light" panose="020F0302020204030204" pitchFamily="34" charset="0"/>
                <a:ea typeface="Calibri Light" panose="020F0302020204030204" pitchFamily="34" charset="0"/>
                <a:cs typeface="Calibri Light" panose="020F0302020204030204" pitchFamily="34" charset="0"/>
              </a:rPr>
              <a:t>logically correct</a:t>
            </a:r>
            <a:r>
              <a:rPr lang="en-US" sz="2000" dirty="0">
                <a:latin typeface="Calibri Light" panose="020F0302020204030204" pitchFamily="34" charset="0"/>
                <a:ea typeface="Calibri Light" panose="020F0302020204030204" pitchFamily="34" charset="0"/>
                <a:cs typeface="Calibri Light" panose="020F0302020204030204" pitchFamily="34" charset="0"/>
              </a:rPr>
              <a:t> or </a:t>
            </a:r>
            <a:r>
              <a:rPr lang="en-US" sz="2000" b="1" dirty="0">
                <a:latin typeface="Calibri Light" panose="020F0302020204030204" pitchFamily="34" charset="0"/>
                <a:ea typeface="Calibri Light" panose="020F0302020204030204" pitchFamily="34" charset="0"/>
                <a:cs typeface="Calibri Light" panose="020F0302020204030204" pitchFamily="34" charset="0"/>
              </a:rPr>
              <a:t>true</a:t>
            </a:r>
            <a:r>
              <a:rPr lang="en-US" sz="2000" dirty="0">
                <a:latin typeface="Calibri Light" panose="020F0302020204030204" pitchFamily="34" charset="0"/>
                <a:ea typeface="Calibri Light" panose="020F0302020204030204" pitchFamily="34" charset="0"/>
                <a:cs typeface="Calibri Light" panose="020F0302020204030204" pitchFamily="34" charset="0"/>
              </a:rPr>
              <a:t> according to the rules of the logic. </a:t>
            </a:r>
          </a:p>
          <a:p>
            <a:pPr marL="342900" indent="-342900">
              <a:buFont typeface="Wingdings" panose="05000000000000000000" pitchFamily="2" charset="2"/>
              <a:buChar char="§"/>
            </a:pPr>
            <a:r>
              <a:rPr lang="en-US" sz="2000" dirty="0">
                <a:latin typeface="Calibri Light" panose="020F0302020204030204" pitchFamily="34" charset="0"/>
                <a:ea typeface="Calibri Light" panose="020F0302020204030204" pitchFamily="34" charset="0"/>
                <a:cs typeface="Calibri Light" panose="020F0302020204030204" pitchFamily="34" charset="0"/>
              </a:rPr>
              <a:t>In simpler terms, if the system concludes something, it must be a valid conclusion based on the premises.</a:t>
            </a:r>
          </a:p>
          <a:p>
            <a:pPr marL="342900" indent="-342900">
              <a:buFont typeface="Wingdings" panose="05000000000000000000" pitchFamily="2" charset="2"/>
              <a:buChar char="§"/>
            </a:pPr>
            <a:r>
              <a:rPr lang="en-US" sz="20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Example</a:t>
            </a:r>
            <a:r>
              <a:rPr lang="en-US" sz="20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 </a:t>
            </a:r>
          </a:p>
          <a:p>
            <a:pPr marL="685800" lvl="1" indent="-342900">
              <a:buFont typeface="Wingdings" panose="05000000000000000000" pitchFamily="2" charset="2"/>
              <a:buChar char="§"/>
            </a:pPr>
            <a:r>
              <a:rPr lang="en-US" sz="2000" dirty="0">
                <a:latin typeface="Calibri Light" panose="020F0302020204030204" pitchFamily="34" charset="0"/>
                <a:ea typeface="Calibri Light" panose="020F0302020204030204" pitchFamily="34" charset="0"/>
                <a:cs typeface="Calibri Light" panose="020F0302020204030204" pitchFamily="34" charset="0"/>
              </a:rPr>
              <a:t>If a logical agent uses a set of rules to infer that "All humans are mortal" and "Socrates is a human," the conclusion "Socrates is mortal" must be true. </a:t>
            </a:r>
          </a:p>
          <a:p>
            <a:pPr marL="685800" lvl="1" indent="-342900">
              <a:buFont typeface="Wingdings" panose="05000000000000000000" pitchFamily="2" charset="2"/>
              <a:buChar char="§"/>
            </a:pPr>
            <a:r>
              <a:rPr lang="en-US" sz="2000" dirty="0">
                <a:latin typeface="Calibri Light" panose="020F0302020204030204" pitchFamily="34" charset="0"/>
                <a:ea typeface="Calibri Light" panose="020F0302020204030204" pitchFamily="34" charset="0"/>
                <a:cs typeface="Calibri Light" panose="020F0302020204030204" pitchFamily="34" charset="0"/>
              </a:rPr>
              <a:t>If the agent infers something false from true premises, then the system is </a:t>
            </a:r>
            <a:r>
              <a:rPr lang="en-US" sz="2000" b="1" dirty="0">
                <a:latin typeface="Calibri Light" panose="020F0302020204030204" pitchFamily="34" charset="0"/>
                <a:ea typeface="Calibri Light" panose="020F0302020204030204" pitchFamily="34" charset="0"/>
                <a:cs typeface="Calibri Light" panose="020F0302020204030204" pitchFamily="34" charset="0"/>
              </a:rPr>
              <a:t>unsound</a:t>
            </a:r>
            <a:r>
              <a:rPr lang="en-US" sz="2000"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39593181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pPr>
              <a:lnSpc>
                <a:spcPct val="107000"/>
              </a:lnSpc>
              <a:spcAft>
                <a:spcPts val="800"/>
              </a:spcAft>
            </a:pPr>
            <a:r>
              <a:rPr lang="en-IN" sz="2200" dirty="0">
                <a:latin typeface="Calibri Light" panose="020F0302020204030204" pitchFamily="34" charset="0"/>
                <a:ea typeface="Calibri Light" panose="020F0302020204030204" pitchFamily="34" charset="0"/>
              </a:rPr>
              <a:t>Soundness</a:t>
            </a:r>
            <a:endParaRPr lang="en-IN" sz="2200" kern="100" dirty="0">
              <a:effectLst/>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3" name="Rectangle 1">
            <a:extLst>
              <a:ext uri="{FF2B5EF4-FFF2-40B4-BE49-F238E27FC236}">
                <a16:creationId xmlns:a16="http://schemas.microsoft.com/office/drawing/2014/main" id="{75A48887-D0C7-8411-FD3F-97F0E3629CBB}"/>
              </a:ext>
            </a:extLst>
          </p:cNvPr>
          <p:cNvSpPr>
            <a:spLocks noChangeArrowheads="1"/>
          </p:cNvSpPr>
          <p:nvPr/>
        </p:nvSpPr>
        <p:spPr bwMode="auto">
          <a:xfrm>
            <a:off x="350129" y="903947"/>
            <a:ext cx="7524328"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00050" indent="-285750">
              <a:buFont typeface="Arial" panose="020B0604020202020204" pitchFamily="34" charset="0"/>
              <a:buChar char="•"/>
            </a:pPr>
            <a:r>
              <a:rPr lang="en-US" sz="20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Formal Example</a:t>
            </a:r>
            <a:r>
              <a:rPr lang="en-US" sz="20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a:t>
            </a:r>
          </a:p>
          <a:p>
            <a:pPr marL="800100" lvl="1" indent="-228600">
              <a:buFont typeface="Arial" panose="020B0604020202020204" pitchFamily="34" charset="0"/>
              <a:buChar char="•"/>
            </a:pPr>
            <a:r>
              <a:rPr lang="en-US" sz="2000" dirty="0">
                <a:latin typeface="Calibri Light" panose="020F0302020204030204" pitchFamily="34" charset="0"/>
                <a:ea typeface="Calibri Light" panose="020F0302020204030204" pitchFamily="34" charset="0"/>
                <a:cs typeface="Calibri Light" panose="020F0302020204030204" pitchFamily="34" charset="0"/>
              </a:rPr>
              <a:t>Premises:</a:t>
            </a:r>
          </a:p>
          <a:p>
            <a:pPr marL="1257300" lvl="2" indent="-228600">
              <a:buFont typeface="Arial" panose="020B0604020202020204" pitchFamily="34" charset="0"/>
              <a:buChar char="•"/>
            </a:pPr>
            <a:r>
              <a:rPr lang="en-US" sz="2000" i="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∀x(Human(x)→Mortal(x))  </a:t>
            </a:r>
            <a:r>
              <a:rPr lang="en-US" sz="2000" dirty="0">
                <a:latin typeface="Calibri Light" panose="020F0302020204030204" pitchFamily="34" charset="0"/>
                <a:ea typeface="Calibri Light" panose="020F0302020204030204" pitchFamily="34" charset="0"/>
                <a:cs typeface="Calibri Light" panose="020F0302020204030204" pitchFamily="34" charset="0"/>
              </a:rPr>
              <a:t>(All humans are mortal)</a:t>
            </a:r>
          </a:p>
          <a:p>
            <a:pPr marL="1257300" lvl="2" indent="-228600">
              <a:buFont typeface="Arial" panose="020B0604020202020204" pitchFamily="34" charset="0"/>
              <a:buChar char="•"/>
            </a:pPr>
            <a:r>
              <a:rPr lang="en-US" sz="2000" i="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Human(Socrates) </a:t>
            </a:r>
            <a:r>
              <a:rPr lang="en-US" sz="2000" dirty="0">
                <a:latin typeface="Calibri Light" panose="020F0302020204030204" pitchFamily="34" charset="0"/>
                <a:ea typeface="Calibri Light" panose="020F0302020204030204" pitchFamily="34" charset="0"/>
                <a:cs typeface="Calibri Light" panose="020F0302020204030204" pitchFamily="34" charset="0"/>
              </a:rPr>
              <a:t>(Socrates is human)</a:t>
            </a:r>
          </a:p>
          <a:p>
            <a:pPr marL="1257300" lvl="2" indent="-228600">
              <a:buFont typeface="Arial" panose="020B0604020202020204" pitchFamily="34" charset="0"/>
              <a:buChar char="•"/>
            </a:pPr>
            <a:endParaRPr 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800100" lvl="1" indent="-228600">
              <a:buFont typeface="Arial" panose="020B0604020202020204" pitchFamily="34" charset="0"/>
              <a:buChar char="•"/>
            </a:pPr>
            <a:r>
              <a:rPr lang="en-US" sz="2000" dirty="0">
                <a:latin typeface="Calibri Light" panose="020F0302020204030204" pitchFamily="34" charset="0"/>
                <a:ea typeface="Calibri Light" panose="020F0302020204030204" pitchFamily="34" charset="0"/>
                <a:cs typeface="Calibri Light" panose="020F0302020204030204" pitchFamily="34" charset="0"/>
              </a:rPr>
              <a:t>Conclusion:</a:t>
            </a:r>
          </a:p>
          <a:p>
            <a:pPr marL="1257300" lvl="2" indent="-228600">
              <a:buFont typeface="Arial" panose="020B0604020202020204" pitchFamily="34" charset="0"/>
              <a:buChar char="•"/>
            </a:pPr>
            <a:r>
              <a:rPr lang="en-US" sz="20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Mortal(Socrates) </a:t>
            </a:r>
            <a:r>
              <a:rPr lang="en-US" sz="2000" dirty="0">
                <a:latin typeface="Calibri Light" panose="020F0302020204030204" pitchFamily="34" charset="0"/>
                <a:ea typeface="Calibri Light" panose="020F0302020204030204" pitchFamily="34" charset="0"/>
                <a:cs typeface="Calibri Light" panose="020F0302020204030204" pitchFamily="34" charset="0"/>
              </a:rPr>
              <a:t>(Socrates is mortal)</a:t>
            </a:r>
          </a:p>
          <a:p>
            <a:pPr marL="1028700" lvl="2"/>
            <a:endParaRPr 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800100" lvl="1" indent="-228600">
              <a:buFont typeface="Arial" panose="020B0604020202020204" pitchFamily="34" charset="0"/>
              <a:buChar char="•"/>
            </a:pPr>
            <a:r>
              <a:rPr lang="en-US" sz="2000" dirty="0">
                <a:latin typeface="Calibri Light" panose="020F0302020204030204" pitchFamily="34" charset="0"/>
                <a:ea typeface="Calibri Light" panose="020F0302020204030204" pitchFamily="34" charset="0"/>
                <a:cs typeface="Calibri Light" panose="020F0302020204030204" pitchFamily="34" charset="0"/>
              </a:rPr>
              <a:t>Since the conclusion logically follows from the premises, this is a </a:t>
            </a:r>
            <a:r>
              <a:rPr lang="en-US" sz="2000" b="1" dirty="0">
                <a:latin typeface="Calibri Light" panose="020F0302020204030204" pitchFamily="34" charset="0"/>
                <a:ea typeface="Calibri Light" panose="020F0302020204030204" pitchFamily="34" charset="0"/>
                <a:cs typeface="Calibri Light" panose="020F0302020204030204" pitchFamily="34" charset="0"/>
              </a:rPr>
              <a:t>sound</a:t>
            </a:r>
            <a:r>
              <a:rPr lang="en-US" sz="2000" dirty="0">
                <a:latin typeface="Calibri Light" panose="020F0302020204030204" pitchFamily="34" charset="0"/>
                <a:ea typeface="Calibri Light" panose="020F0302020204030204" pitchFamily="34" charset="0"/>
                <a:cs typeface="Calibri Light" panose="020F0302020204030204" pitchFamily="34" charset="0"/>
              </a:rPr>
              <a:t> inference.</a:t>
            </a:r>
          </a:p>
        </p:txBody>
      </p:sp>
    </p:spTree>
    <p:extLst>
      <p:ext uri="{BB962C8B-B14F-4D97-AF65-F5344CB8AC3E}">
        <p14:creationId xmlns:p14="http://schemas.microsoft.com/office/powerpoint/2010/main" val="29036778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pPr>
              <a:lnSpc>
                <a:spcPct val="107000"/>
              </a:lnSpc>
              <a:spcAft>
                <a:spcPts val="800"/>
              </a:spcAft>
            </a:pPr>
            <a:r>
              <a:rPr lang="en-IN" sz="2200" dirty="0">
                <a:latin typeface="Calibri Light" panose="020F0302020204030204" pitchFamily="34" charset="0"/>
                <a:ea typeface="Calibri Light" panose="020F0302020204030204" pitchFamily="34" charset="0"/>
              </a:rPr>
              <a:t>Completeness</a:t>
            </a:r>
            <a:endParaRPr lang="en-IN" sz="2200" kern="100" dirty="0">
              <a:effectLst/>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3" name="Rectangle 1">
            <a:extLst>
              <a:ext uri="{FF2B5EF4-FFF2-40B4-BE49-F238E27FC236}">
                <a16:creationId xmlns:a16="http://schemas.microsoft.com/office/drawing/2014/main" id="{75A48887-D0C7-8411-FD3F-97F0E3629CBB}"/>
              </a:ext>
            </a:extLst>
          </p:cNvPr>
          <p:cNvSpPr>
            <a:spLocks noChangeArrowheads="1"/>
          </p:cNvSpPr>
          <p:nvPr/>
        </p:nvSpPr>
        <p:spPr bwMode="auto">
          <a:xfrm>
            <a:off x="350129" y="729742"/>
            <a:ext cx="7524328"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
            </a:pPr>
            <a:r>
              <a:rPr lang="en-US" sz="20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Completeness</a:t>
            </a:r>
            <a:r>
              <a:rPr lang="en-US" sz="20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 </a:t>
            </a:r>
            <a:r>
              <a:rPr lang="en-US" sz="2000" dirty="0">
                <a:latin typeface="Calibri Light" panose="020F0302020204030204" pitchFamily="34" charset="0"/>
                <a:ea typeface="Calibri Light" panose="020F0302020204030204" pitchFamily="34" charset="0"/>
                <a:cs typeface="Calibri Light" panose="020F0302020204030204" pitchFamily="34" charset="0"/>
              </a:rPr>
              <a:t>A reasoning system is </a:t>
            </a:r>
            <a:r>
              <a:rPr lang="en-US" sz="2000" b="1" dirty="0">
                <a:latin typeface="Calibri Light" panose="020F0302020204030204" pitchFamily="34" charset="0"/>
                <a:ea typeface="Calibri Light" panose="020F0302020204030204" pitchFamily="34" charset="0"/>
                <a:cs typeface="Calibri Light" panose="020F0302020204030204" pitchFamily="34" charset="0"/>
              </a:rPr>
              <a:t>complete</a:t>
            </a:r>
            <a:r>
              <a:rPr lang="en-US" sz="2000" dirty="0">
                <a:latin typeface="Calibri Light" panose="020F0302020204030204" pitchFamily="34" charset="0"/>
                <a:ea typeface="Calibri Light" panose="020F0302020204030204" pitchFamily="34" charset="0"/>
                <a:cs typeface="Calibri Light" panose="020F0302020204030204" pitchFamily="34" charset="0"/>
              </a:rPr>
              <a:t> if it can derive every possible conclusion that is logically entailed by the premises. </a:t>
            </a:r>
          </a:p>
          <a:p>
            <a:pPr marL="342900" indent="-342900">
              <a:buFont typeface="Wingdings" panose="05000000000000000000" pitchFamily="2" charset="2"/>
              <a:buChar char="§"/>
            </a:pPr>
            <a:r>
              <a:rPr lang="en-US" sz="2000" dirty="0">
                <a:latin typeface="Calibri Light" panose="020F0302020204030204" pitchFamily="34" charset="0"/>
                <a:ea typeface="Calibri Light" panose="020F0302020204030204" pitchFamily="34" charset="0"/>
                <a:cs typeface="Calibri Light" panose="020F0302020204030204" pitchFamily="34" charset="0"/>
              </a:rPr>
              <a:t>In other words, if something is true based on the premises, the system should be able to infer it.</a:t>
            </a:r>
          </a:p>
          <a:p>
            <a:pPr marL="342900" indent="-342900">
              <a:buFont typeface="Wingdings" panose="05000000000000000000" pitchFamily="2" charset="2"/>
              <a:buChar char="§"/>
            </a:pPr>
            <a:r>
              <a:rPr lang="en-US" sz="20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Example</a:t>
            </a:r>
            <a:r>
              <a:rPr lang="en-US" sz="20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 </a:t>
            </a:r>
          </a:p>
          <a:p>
            <a:pPr marL="685800" lvl="1" indent="-342900">
              <a:buFont typeface="Wingdings" panose="05000000000000000000" pitchFamily="2" charset="2"/>
              <a:buChar char="§"/>
            </a:pPr>
            <a:r>
              <a:rPr lang="en-US" sz="2000" dirty="0">
                <a:latin typeface="Calibri Light" panose="020F0302020204030204" pitchFamily="34" charset="0"/>
                <a:ea typeface="Calibri Light" panose="020F0302020204030204" pitchFamily="34" charset="0"/>
                <a:cs typeface="Calibri Light" panose="020F0302020204030204" pitchFamily="34" charset="0"/>
              </a:rPr>
              <a:t>Suppose an agent knows the premises "All humans are mortal" and "Socrates is a human." </a:t>
            </a:r>
          </a:p>
          <a:p>
            <a:pPr marL="685800" lvl="1" indent="-342900">
              <a:buFont typeface="Wingdings" panose="05000000000000000000" pitchFamily="2" charset="2"/>
              <a:buChar char="§"/>
            </a:pPr>
            <a:r>
              <a:rPr lang="en-US" sz="2000" dirty="0">
                <a:latin typeface="Calibri Light" panose="020F0302020204030204" pitchFamily="34" charset="0"/>
                <a:ea typeface="Calibri Light" panose="020F0302020204030204" pitchFamily="34" charset="0"/>
                <a:cs typeface="Calibri Light" panose="020F0302020204030204" pitchFamily="34" charset="0"/>
              </a:rPr>
              <a:t>If the system is complete, it should eventually deduce that "Socrates is mortal." </a:t>
            </a:r>
          </a:p>
          <a:p>
            <a:pPr marL="685800" lvl="1" indent="-342900">
              <a:buFont typeface="Wingdings" panose="05000000000000000000" pitchFamily="2" charset="2"/>
              <a:buChar char="§"/>
            </a:pPr>
            <a:r>
              <a:rPr lang="en-US" sz="2000" dirty="0">
                <a:latin typeface="Calibri Light" panose="020F0302020204030204" pitchFamily="34" charset="0"/>
                <a:ea typeface="Calibri Light" panose="020F0302020204030204" pitchFamily="34" charset="0"/>
                <a:cs typeface="Calibri Light" panose="020F0302020204030204" pitchFamily="34" charset="0"/>
              </a:rPr>
              <a:t>If the system fails to infer a valid conclusion that follows from the premises, it is </a:t>
            </a:r>
            <a:r>
              <a:rPr lang="en-US" sz="2000" b="1" dirty="0">
                <a:latin typeface="Calibri Light" panose="020F0302020204030204" pitchFamily="34" charset="0"/>
                <a:ea typeface="Calibri Light" panose="020F0302020204030204" pitchFamily="34" charset="0"/>
                <a:cs typeface="Calibri Light" panose="020F0302020204030204" pitchFamily="34" charset="0"/>
              </a:rPr>
              <a:t>incomplete</a:t>
            </a:r>
            <a:r>
              <a:rPr lang="en-US" sz="2000"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360646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pPr>
              <a:lnSpc>
                <a:spcPct val="107000"/>
              </a:lnSpc>
              <a:spcAft>
                <a:spcPts val="800"/>
              </a:spcAft>
            </a:pPr>
            <a:r>
              <a:rPr lang="en-IN" sz="2200" dirty="0">
                <a:latin typeface="Calibri Light" panose="020F0302020204030204" pitchFamily="34" charset="0"/>
                <a:ea typeface="Calibri Light" panose="020F0302020204030204" pitchFamily="34" charset="0"/>
              </a:rPr>
              <a:t>Completeness</a:t>
            </a:r>
            <a:endParaRPr lang="en-IN" sz="2200" kern="100" dirty="0">
              <a:effectLst/>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3" name="Rectangle 1">
            <a:extLst>
              <a:ext uri="{FF2B5EF4-FFF2-40B4-BE49-F238E27FC236}">
                <a16:creationId xmlns:a16="http://schemas.microsoft.com/office/drawing/2014/main" id="{75A48887-D0C7-8411-FD3F-97F0E3629CBB}"/>
              </a:ext>
            </a:extLst>
          </p:cNvPr>
          <p:cNvSpPr>
            <a:spLocks noChangeArrowheads="1"/>
          </p:cNvSpPr>
          <p:nvPr/>
        </p:nvSpPr>
        <p:spPr bwMode="auto">
          <a:xfrm>
            <a:off x="350129" y="1422239"/>
            <a:ext cx="7524328" cy="2092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
            </a:pPr>
            <a:r>
              <a:rPr lang="en-IN" sz="20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Formal Example</a:t>
            </a:r>
            <a:r>
              <a:rPr lang="en-IN" sz="20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a:t>
            </a:r>
          </a:p>
          <a:p>
            <a:pPr marL="342900" indent="-342900">
              <a:buFont typeface="Wingdings" panose="05000000000000000000" pitchFamily="2" charset="2"/>
              <a:buChar char="§"/>
            </a:pPr>
            <a:endParaRPr lang="en-IN" sz="500"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
            </a:pPr>
            <a:r>
              <a:rPr lang="en-IN" sz="2000" dirty="0">
                <a:latin typeface="Calibri Light" panose="020F0302020204030204" pitchFamily="34" charset="0"/>
                <a:ea typeface="Calibri Light" panose="020F0302020204030204" pitchFamily="34" charset="0"/>
                <a:cs typeface="Calibri Light" panose="020F0302020204030204" pitchFamily="34" charset="0"/>
              </a:rPr>
              <a:t>Premises:</a:t>
            </a:r>
          </a:p>
          <a:p>
            <a:pPr marL="800100" lvl="1" indent="-342900">
              <a:buFont typeface="Wingdings" panose="05000000000000000000" pitchFamily="2" charset="2"/>
              <a:buChar char="§"/>
            </a:pPr>
            <a:r>
              <a:rPr lang="en-IN" sz="2000" i="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∀x(Human(x)→Mortal(x))</a:t>
            </a:r>
          </a:p>
          <a:p>
            <a:pPr marL="800100" lvl="1" indent="-342900">
              <a:buFont typeface="Wingdings" panose="05000000000000000000" pitchFamily="2" charset="2"/>
              <a:buChar char="§"/>
            </a:pPr>
            <a:r>
              <a:rPr lang="en-IN" sz="2000" i="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Human(Socrates)</a:t>
            </a:r>
          </a:p>
          <a:p>
            <a:pPr marL="457200" lvl="1"/>
            <a:endParaRPr lang="en-IN" sz="500" i="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
            </a:pPr>
            <a:r>
              <a:rPr lang="en-IN" sz="2000" dirty="0">
                <a:latin typeface="Calibri Light" panose="020F0302020204030204" pitchFamily="34" charset="0"/>
                <a:ea typeface="Calibri Light" panose="020F0302020204030204" pitchFamily="34" charset="0"/>
                <a:cs typeface="Calibri Light" panose="020F0302020204030204" pitchFamily="34" charset="0"/>
              </a:rPr>
              <a:t>A complete system must derive </a:t>
            </a:r>
            <a:r>
              <a:rPr lang="en-IN" sz="2000" i="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Mortal(Socrates) </a:t>
            </a:r>
            <a:r>
              <a:rPr lang="en-IN" sz="2000" dirty="0">
                <a:latin typeface="Calibri Light" panose="020F0302020204030204" pitchFamily="34" charset="0"/>
                <a:ea typeface="Calibri Light" panose="020F0302020204030204" pitchFamily="34" charset="0"/>
                <a:cs typeface="Calibri Light" panose="020F0302020204030204" pitchFamily="34" charset="0"/>
              </a:rPr>
              <a:t>from the above premises.</a:t>
            </a:r>
          </a:p>
        </p:txBody>
      </p:sp>
    </p:spTree>
    <p:extLst>
      <p:ext uri="{BB962C8B-B14F-4D97-AF65-F5344CB8AC3E}">
        <p14:creationId xmlns:p14="http://schemas.microsoft.com/office/powerpoint/2010/main" val="862990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pPr>
              <a:lnSpc>
                <a:spcPct val="107000"/>
              </a:lnSpc>
              <a:spcAft>
                <a:spcPts val="800"/>
              </a:spcAft>
            </a:pPr>
            <a:r>
              <a:rPr lang="en-IN" sz="2200" dirty="0">
                <a:latin typeface="Calibri Light" panose="020F0302020204030204" pitchFamily="34" charset="0"/>
                <a:ea typeface="Calibri Light" panose="020F0302020204030204" pitchFamily="34" charset="0"/>
              </a:rPr>
              <a:t>Examples of Soundness and Completeness</a:t>
            </a:r>
            <a:endParaRPr lang="en-IN" sz="2200" kern="100" dirty="0">
              <a:effectLst/>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3" name="Rectangle 1">
            <a:extLst>
              <a:ext uri="{FF2B5EF4-FFF2-40B4-BE49-F238E27FC236}">
                <a16:creationId xmlns:a16="http://schemas.microsoft.com/office/drawing/2014/main" id="{75A48887-D0C7-8411-FD3F-97F0E3629CBB}"/>
              </a:ext>
            </a:extLst>
          </p:cNvPr>
          <p:cNvSpPr>
            <a:spLocks noChangeArrowheads="1"/>
          </p:cNvSpPr>
          <p:nvPr/>
        </p:nvSpPr>
        <p:spPr bwMode="auto">
          <a:xfrm>
            <a:off x="350129" y="768214"/>
            <a:ext cx="7524328" cy="3400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Wingdings" panose="05000000000000000000" pitchFamily="2" charset="2"/>
              <a:buChar char="§"/>
            </a:pPr>
            <a:r>
              <a:rPr lang="en-US" sz="20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Propositional Logic Example</a:t>
            </a:r>
          </a:p>
          <a:p>
            <a:pPr marL="285750" indent="-285750">
              <a:buFont typeface="Wingdings" panose="05000000000000000000" pitchFamily="2" charset="2"/>
              <a:buChar char="§"/>
            </a:pPr>
            <a:endParaRPr lang="en-US" sz="500" b="1" dirty="0">
              <a:latin typeface="Calibri Light" panose="020F0302020204030204" pitchFamily="34" charset="0"/>
              <a:ea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Scenario</a:t>
            </a:r>
            <a:r>
              <a:rPr lang="en-US" sz="2000" dirty="0">
                <a:latin typeface="Calibri Light" panose="020F0302020204030204" pitchFamily="34" charset="0"/>
                <a:ea typeface="Calibri Light" panose="020F0302020204030204" pitchFamily="34" charset="0"/>
                <a:cs typeface="Calibri Light" panose="020F0302020204030204" pitchFamily="34" charset="0"/>
              </a:rPr>
              <a:t>: Consider a logical agent that reasons using propositional logic with the following premises:</a:t>
            </a:r>
          </a:p>
          <a:p>
            <a:pPr marL="742950" lvl="1" indent="-285750">
              <a:buFont typeface="Wingdings" panose="05000000000000000000" pitchFamily="2" charset="2"/>
              <a:buChar char="§"/>
            </a:pPr>
            <a:r>
              <a:rPr lang="en-US" sz="2000" i="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P→Q </a:t>
            </a:r>
            <a:r>
              <a:rPr lang="en-US" sz="2000" dirty="0">
                <a:latin typeface="Calibri Light" panose="020F0302020204030204" pitchFamily="34" charset="0"/>
                <a:ea typeface="Calibri Light" panose="020F0302020204030204" pitchFamily="34" charset="0"/>
                <a:cs typeface="Calibri Light" panose="020F0302020204030204" pitchFamily="34" charset="0"/>
              </a:rPr>
              <a:t>(If it rains, the ground will be wet)</a:t>
            </a:r>
          </a:p>
          <a:p>
            <a:pPr marL="742950" lvl="1" indent="-285750">
              <a:buFont typeface="Wingdings" panose="05000000000000000000" pitchFamily="2" charset="2"/>
              <a:buChar char="§"/>
            </a:pPr>
            <a:r>
              <a:rPr lang="en-US" sz="2000" i="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P</a:t>
            </a:r>
            <a:r>
              <a:rPr lang="en-US" sz="2000" dirty="0">
                <a:latin typeface="Calibri Light" panose="020F0302020204030204" pitchFamily="34" charset="0"/>
                <a:ea typeface="Calibri Light" panose="020F0302020204030204" pitchFamily="34" charset="0"/>
                <a:cs typeface="Calibri Light" panose="020F0302020204030204" pitchFamily="34" charset="0"/>
              </a:rPr>
              <a:t> (It is raining)</a:t>
            </a:r>
          </a:p>
          <a:p>
            <a:pPr marL="457200" lvl="1"/>
            <a:endParaRPr lang="en-US" sz="1000" dirty="0">
              <a:latin typeface="Calibri Light" panose="020F0302020204030204" pitchFamily="34" charset="0"/>
              <a:ea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Soundness</a:t>
            </a:r>
            <a:r>
              <a:rPr lang="en-US" sz="2000" dirty="0">
                <a:latin typeface="Calibri Light" panose="020F0302020204030204" pitchFamily="34" charset="0"/>
                <a:ea typeface="Calibri Light" panose="020F0302020204030204" pitchFamily="34" charset="0"/>
                <a:cs typeface="Calibri Light" panose="020F0302020204030204" pitchFamily="34" charset="0"/>
              </a:rPr>
              <a:t>: The agent infers </a:t>
            </a:r>
            <a:r>
              <a:rPr lang="en-US" sz="2000" i="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Q</a:t>
            </a:r>
            <a:r>
              <a:rPr lang="en-US" sz="2000" dirty="0">
                <a:latin typeface="Calibri Light" panose="020F0302020204030204" pitchFamily="34" charset="0"/>
                <a:ea typeface="Calibri Light" panose="020F0302020204030204" pitchFamily="34" charset="0"/>
                <a:cs typeface="Calibri Light" panose="020F0302020204030204" pitchFamily="34" charset="0"/>
              </a:rPr>
              <a:t> (The ground is wet). This conclusion is logically sound because it correctly follows from the premises.</a:t>
            </a:r>
          </a:p>
          <a:p>
            <a:pPr marL="285750" indent="-285750">
              <a:buFont typeface="Wingdings" panose="05000000000000000000" pitchFamily="2" charset="2"/>
              <a:buChar char="§"/>
            </a:pPr>
            <a:endParaRPr lang="en-US" sz="2000" dirty="0">
              <a:latin typeface="Calibri Light" panose="020F0302020204030204" pitchFamily="34" charset="0"/>
              <a:ea typeface="Calibri Light" panose="020F0302020204030204" pitchFamily="34" charset="0"/>
              <a:cs typeface="Calibri Light" panose="020F0302020204030204" pitchFamily="34" charset="0"/>
            </a:endParaRPr>
          </a:p>
          <a:p>
            <a:pPr marL="285750" indent="-285750">
              <a:buFont typeface="Wingdings" panose="05000000000000000000" pitchFamily="2" charset="2"/>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Completeness</a:t>
            </a:r>
            <a:r>
              <a:rPr lang="en-US" sz="2000" dirty="0">
                <a:latin typeface="Calibri Light" panose="020F0302020204030204" pitchFamily="34" charset="0"/>
                <a:ea typeface="Calibri Light" panose="020F0302020204030204" pitchFamily="34" charset="0"/>
                <a:cs typeface="Calibri Light" panose="020F0302020204030204" pitchFamily="34" charset="0"/>
              </a:rPr>
              <a:t>: The agent must be able to derive </a:t>
            </a:r>
            <a:r>
              <a:rPr lang="en-US" sz="2000" i="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Q</a:t>
            </a:r>
            <a:r>
              <a:rPr lang="en-US" sz="2000" dirty="0">
                <a:latin typeface="Calibri Light" panose="020F0302020204030204" pitchFamily="34" charset="0"/>
                <a:ea typeface="Calibri Light" panose="020F0302020204030204" pitchFamily="34" charset="0"/>
                <a:cs typeface="Calibri Light" panose="020F0302020204030204" pitchFamily="34" charset="0"/>
              </a:rPr>
              <a:t> whenever </a:t>
            </a:r>
            <a:r>
              <a:rPr lang="en-US" sz="2000" i="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P</a:t>
            </a:r>
            <a:r>
              <a:rPr lang="en-US" sz="2000" dirty="0">
                <a:latin typeface="Calibri Light" panose="020F0302020204030204" pitchFamily="34" charset="0"/>
                <a:ea typeface="Calibri Light" panose="020F0302020204030204" pitchFamily="34" charset="0"/>
                <a:cs typeface="Calibri Light" panose="020F0302020204030204" pitchFamily="34" charset="0"/>
              </a:rPr>
              <a:t> and </a:t>
            </a:r>
            <a:r>
              <a:rPr lang="en-US" sz="2000"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P→Q </a:t>
            </a:r>
            <a:r>
              <a:rPr lang="en-US" sz="2000" dirty="0">
                <a:latin typeface="Calibri Light" panose="020F0302020204030204" pitchFamily="34" charset="0"/>
                <a:ea typeface="Calibri Light" panose="020F0302020204030204" pitchFamily="34" charset="0"/>
                <a:cs typeface="Calibri Light" panose="020F0302020204030204" pitchFamily="34" charset="0"/>
              </a:rPr>
              <a:t>are given. If it fails to derive this, the system is incomplete</a:t>
            </a:r>
            <a:r>
              <a:rPr lang="en-US" sz="2000" dirty="0"/>
              <a:t>.</a:t>
            </a:r>
          </a:p>
        </p:txBody>
      </p:sp>
    </p:spTree>
    <p:extLst>
      <p:ext uri="{BB962C8B-B14F-4D97-AF65-F5344CB8AC3E}">
        <p14:creationId xmlns:p14="http://schemas.microsoft.com/office/powerpoint/2010/main" val="2566296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pPr>
              <a:lnSpc>
                <a:spcPct val="107000"/>
              </a:lnSpc>
              <a:spcAft>
                <a:spcPts val="800"/>
              </a:spcAft>
            </a:pPr>
            <a:r>
              <a:rPr lang="en-IN" sz="2200" dirty="0">
                <a:latin typeface="Calibri Light" panose="020F0302020204030204" pitchFamily="34" charset="0"/>
                <a:ea typeface="Calibri Light" panose="020F0302020204030204" pitchFamily="34" charset="0"/>
              </a:rPr>
              <a:t>Examples of Soundness and Completeness</a:t>
            </a:r>
            <a:endParaRPr lang="en-IN" sz="2200" kern="100" dirty="0">
              <a:effectLst/>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3" name="Rectangle 1">
            <a:extLst>
              <a:ext uri="{FF2B5EF4-FFF2-40B4-BE49-F238E27FC236}">
                <a16:creationId xmlns:a16="http://schemas.microsoft.com/office/drawing/2014/main" id="{75A48887-D0C7-8411-FD3F-97F0E3629CBB}"/>
              </a:ext>
            </a:extLst>
          </p:cNvPr>
          <p:cNvSpPr>
            <a:spLocks noChangeArrowheads="1"/>
          </p:cNvSpPr>
          <p:nvPr/>
        </p:nvSpPr>
        <p:spPr bwMode="auto">
          <a:xfrm>
            <a:off x="350129" y="806686"/>
            <a:ext cx="7524328"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
            </a:pPr>
            <a:r>
              <a:rPr lang="en-US" sz="20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First-Order Logic Example</a:t>
            </a:r>
          </a:p>
          <a:p>
            <a:pPr marL="342900" indent="-342900">
              <a:buFont typeface="Wingdings" panose="05000000000000000000" pitchFamily="2" charset="2"/>
              <a:buChar char="§"/>
            </a:pPr>
            <a:endParaRPr lang="en-US" sz="500" b="1" dirty="0">
              <a:latin typeface="Calibri Light" panose="020F0302020204030204" pitchFamily="34" charset="0"/>
              <a:ea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Scenario</a:t>
            </a:r>
            <a:r>
              <a:rPr lang="en-US" sz="2000" dirty="0">
                <a:latin typeface="Calibri Light" panose="020F0302020204030204" pitchFamily="34" charset="0"/>
                <a:ea typeface="Calibri Light" panose="020F0302020204030204" pitchFamily="34" charset="0"/>
                <a:cs typeface="Calibri Light" panose="020F0302020204030204" pitchFamily="34" charset="0"/>
              </a:rPr>
              <a:t>: Suppose an agent uses first-order logic and the following facts:</a:t>
            </a:r>
          </a:p>
          <a:p>
            <a:pPr marL="800100" lvl="1" indent="-342900">
              <a:buFont typeface="Wingdings" panose="05000000000000000000" pitchFamily="2" charset="2"/>
              <a:buChar char="§"/>
            </a:pPr>
            <a:r>
              <a:rPr lang="en-US" sz="2000" i="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∀x(Student(x)→Studies(x)) </a:t>
            </a:r>
            <a:r>
              <a:rPr lang="en-US" sz="2000" dirty="0">
                <a:latin typeface="Calibri Light" panose="020F0302020204030204" pitchFamily="34" charset="0"/>
                <a:ea typeface="Calibri Light" panose="020F0302020204030204" pitchFamily="34" charset="0"/>
                <a:cs typeface="Calibri Light" panose="020F0302020204030204" pitchFamily="34" charset="0"/>
              </a:rPr>
              <a:t>(All students study)</a:t>
            </a:r>
          </a:p>
          <a:p>
            <a:pPr marL="800100" lvl="1" indent="-342900">
              <a:buFont typeface="Wingdings" panose="05000000000000000000" pitchFamily="2" charset="2"/>
              <a:buChar char="§"/>
            </a:pPr>
            <a:r>
              <a:rPr lang="en-US" sz="2000" i="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Student(John) </a:t>
            </a:r>
            <a:r>
              <a:rPr lang="en-US" sz="2000" dirty="0">
                <a:latin typeface="Calibri Light" panose="020F0302020204030204" pitchFamily="34" charset="0"/>
                <a:ea typeface="Calibri Light" panose="020F0302020204030204" pitchFamily="34" charset="0"/>
                <a:cs typeface="Calibri Light" panose="020F0302020204030204" pitchFamily="34" charset="0"/>
              </a:rPr>
              <a:t>(John is a student)</a:t>
            </a:r>
          </a:p>
          <a:p>
            <a:pPr marL="342900" indent="-342900">
              <a:buFont typeface="Wingdings" panose="05000000000000000000" pitchFamily="2" charset="2"/>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Soundness</a:t>
            </a:r>
            <a:r>
              <a:rPr lang="en-US" sz="2000" dirty="0">
                <a:latin typeface="Calibri Light" panose="020F0302020204030204" pitchFamily="34" charset="0"/>
                <a:ea typeface="Calibri Light" panose="020F0302020204030204" pitchFamily="34" charset="0"/>
                <a:cs typeface="Calibri Light" panose="020F0302020204030204" pitchFamily="34" charset="0"/>
              </a:rPr>
              <a:t>: The agent infers that </a:t>
            </a:r>
            <a:r>
              <a:rPr lang="en-US" sz="2000" i="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Studies(John) </a:t>
            </a:r>
            <a:r>
              <a:rPr lang="en-US" sz="2000" dirty="0">
                <a:latin typeface="Calibri Light" panose="020F0302020204030204" pitchFamily="34" charset="0"/>
                <a:ea typeface="Calibri Light" panose="020F0302020204030204" pitchFamily="34" charset="0"/>
                <a:cs typeface="Calibri Light" panose="020F0302020204030204" pitchFamily="34" charset="0"/>
              </a:rPr>
              <a:t>(John studies). This is a sound inference because it follows the rules of logic.</a:t>
            </a:r>
          </a:p>
          <a:p>
            <a:pPr marL="342900" indent="-342900">
              <a:buFont typeface="Wingdings" panose="05000000000000000000" pitchFamily="2" charset="2"/>
              <a:buChar char="§"/>
            </a:pPr>
            <a:endParaRPr lang="en-US" sz="500" dirty="0">
              <a:latin typeface="Calibri Light" panose="020F0302020204030204" pitchFamily="34" charset="0"/>
              <a:ea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Completeness</a:t>
            </a:r>
            <a:r>
              <a:rPr lang="en-US" sz="2000" dirty="0">
                <a:latin typeface="Calibri Light" panose="020F0302020204030204" pitchFamily="34" charset="0"/>
                <a:ea typeface="Calibri Light" panose="020F0302020204030204" pitchFamily="34" charset="0"/>
                <a:cs typeface="Calibri Light" panose="020F0302020204030204" pitchFamily="34" charset="0"/>
              </a:rPr>
              <a:t>: A complete system would be able to derive </a:t>
            </a:r>
            <a:r>
              <a:rPr lang="en-US" sz="2000" i="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Studies(John) </a:t>
            </a:r>
            <a:r>
              <a:rPr lang="en-US" sz="2000" dirty="0">
                <a:latin typeface="Calibri Light" panose="020F0302020204030204" pitchFamily="34" charset="0"/>
                <a:ea typeface="Calibri Light" panose="020F0302020204030204" pitchFamily="34" charset="0"/>
                <a:cs typeface="Calibri Light" panose="020F0302020204030204" pitchFamily="34" charset="0"/>
              </a:rPr>
              <a:t>from the premises. If the system fails to infer this valid conclusion, it would be incomplete.</a:t>
            </a:r>
          </a:p>
        </p:txBody>
      </p:sp>
    </p:spTree>
    <p:extLst>
      <p:ext uri="{BB962C8B-B14F-4D97-AF65-F5344CB8AC3E}">
        <p14:creationId xmlns:p14="http://schemas.microsoft.com/office/powerpoint/2010/main" val="11534494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pPr>
              <a:lnSpc>
                <a:spcPct val="107000"/>
              </a:lnSpc>
              <a:spcAft>
                <a:spcPts val="800"/>
              </a:spcAft>
            </a:pPr>
            <a:r>
              <a:rPr lang="en-IN" sz="2200" dirty="0">
                <a:latin typeface="Calibri Light" panose="020F0302020204030204" pitchFamily="34" charset="0"/>
                <a:ea typeface="Calibri Light" panose="020F0302020204030204" pitchFamily="34" charset="0"/>
              </a:rPr>
              <a:t>Examples of Soundness and Completeness</a:t>
            </a:r>
            <a:endParaRPr lang="en-IN" sz="2200" kern="100" dirty="0">
              <a:effectLst/>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3" name="Rectangle 1">
            <a:extLst>
              <a:ext uri="{FF2B5EF4-FFF2-40B4-BE49-F238E27FC236}">
                <a16:creationId xmlns:a16="http://schemas.microsoft.com/office/drawing/2014/main" id="{75A48887-D0C7-8411-FD3F-97F0E3629CBB}"/>
              </a:ext>
            </a:extLst>
          </p:cNvPr>
          <p:cNvSpPr>
            <a:spLocks noChangeArrowheads="1"/>
          </p:cNvSpPr>
          <p:nvPr/>
        </p:nvSpPr>
        <p:spPr bwMode="auto">
          <a:xfrm>
            <a:off x="350128" y="614326"/>
            <a:ext cx="7822271" cy="37087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
            </a:pPr>
            <a:r>
              <a:rPr lang="en-US" sz="20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rPr>
              <a:t>A Real-World Example of Logical Agents</a:t>
            </a:r>
          </a:p>
          <a:p>
            <a:pPr marL="342900" indent="-342900">
              <a:buFont typeface="Wingdings" panose="05000000000000000000" pitchFamily="2" charset="2"/>
              <a:buChar char="§"/>
            </a:pPr>
            <a:endParaRPr lang="en-US" sz="500" b="1" dirty="0">
              <a:solidFill>
                <a:srgbClr val="C00000"/>
              </a:solidFill>
              <a:latin typeface="Calibri Light" panose="020F0302020204030204" pitchFamily="34" charset="0"/>
              <a:ea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Scenario</a:t>
            </a:r>
            <a:r>
              <a:rPr lang="en-US" sz="2000" dirty="0">
                <a:latin typeface="Calibri Light" panose="020F0302020204030204" pitchFamily="34" charset="0"/>
                <a:ea typeface="Calibri Light" panose="020F0302020204030204" pitchFamily="34" charset="0"/>
                <a:cs typeface="Calibri Light" panose="020F0302020204030204" pitchFamily="34" charset="0"/>
              </a:rPr>
              <a:t>: A medical diagnosis system uses logical rules to infer diseases based on symptoms. Suppose the rules are:</a:t>
            </a:r>
          </a:p>
          <a:p>
            <a:pPr marL="800100" lvl="1" indent="-342900">
              <a:buFont typeface="Wingdings" panose="05000000000000000000" pitchFamily="2" charset="2"/>
              <a:buChar char="§"/>
            </a:pPr>
            <a:r>
              <a:rPr lang="en-US" sz="2000" i="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Fever(x)→Flu(x) </a:t>
            </a:r>
            <a:r>
              <a:rPr lang="en-US" sz="2000" dirty="0">
                <a:latin typeface="Calibri Light" panose="020F0302020204030204" pitchFamily="34" charset="0"/>
                <a:ea typeface="Calibri Light" panose="020F0302020204030204" pitchFamily="34" charset="0"/>
                <a:cs typeface="Calibri Light" panose="020F0302020204030204" pitchFamily="34" charset="0"/>
              </a:rPr>
              <a:t>(If a person has a fever, they might have the flu)</a:t>
            </a:r>
          </a:p>
          <a:p>
            <a:pPr marL="800100" lvl="1" indent="-342900">
              <a:buFont typeface="Wingdings" panose="05000000000000000000" pitchFamily="2" charset="2"/>
              <a:buChar char="§"/>
            </a:pPr>
            <a:r>
              <a:rPr lang="en-US" sz="2000" i="1" dirty="0">
                <a:solidFill>
                  <a:srgbClr val="034EA2"/>
                </a:solidFill>
                <a:latin typeface="Calibri Light" panose="020F0302020204030204" pitchFamily="34" charset="0"/>
                <a:ea typeface="Calibri Light" panose="020F0302020204030204" pitchFamily="34" charset="0"/>
                <a:cs typeface="Calibri Light" panose="020F0302020204030204" pitchFamily="34" charset="0"/>
              </a:rPr>
              <a:t>Fever(John) </a:t>
            </a:r>
            <a:r>
              <a:rPr lang="en-US" sz="2000" dirty="0">
                <a:latin typeface="Calibri Light" panose="020F0302020204030204" pitchFamily="34" charset="0"/>
                <a:ea typeface="Calibri Light" panose="020F0302020204030204" pitchFamily="34" charset="0"/>
                <a:cs typeface="Calibri Light" panose="020F0302020204030204" pitchFamily="34" charset="0"/>
              </a:rPr>
              <a:t>(John has a fever)</a:t>
            </a:r>
          </a:p>
          <a:p>
            <a:pPr marL="800100" lvl="1" indent="-342900">
              <a:buFont typeface="Wingdings" panose="05000000000000000000" pitchFamily="2" charset="2"/>
              <a:buChar char="§"/>
            </a:pPr>
            <a:endParaRPr lang="en-US" sz="500" dirty="0">
              <a:latin typeface="Calibri Light" panose="020F0302020204030204" pitchFamily="34" charset="0"/>
              <a:ea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Soundness</a:t>
            </a:r>
            <a:r>
              <a:rPr lang="en-US" sz="2000" dirty="0">
                <a:latin typeface="Calibri Light" panose="020F0302020204030204" pitchFamily="34" charset="0"/>
                <a:ea typeface="Calibri Light" panose="020F0302020204030204" pitchFamily="34" charset="0"/>
                <a:cs typeface="Calibri Light" panose="020F0302020204030204" pitchFamily="34" charset="0"/>
              </a:rPr>
              <a:t>: The system infers that John has the flu based on the above rules. This is sound because the conclusion follows the rules.</a:t>
            </a:r>
          </a:p>
          <a:p>
            <a:pPr marL="342900" indent="-342900">
              <a:buFont typeface="Wingdings" panose="05000000000000000000" pitchFamily="2" charset="2"/>
              <a:buChar char="§"/>
            </a:pPr>
            <a:endParaRPr lang="en-US" sz="500" dirty="0">
              <a:latin typeface="Calibri Light" panose="020F0302020204030204" pitchFamily="34" charset="0"/>
              <a:ea typeface="Calibri Light" panose="020F0302020204030204" pitchFamily="34" charset="0"/>
              <a:cs typeface="Calibri Light" panose="020F0302020204030204" pitchFamily="34" charset="0"/>
            </a:endParaRPr>
          </a:p>
          <a:p>
            <a:pPr marL="342900" indent="-342900">
              <a:buFont typeface="Wingdings" panose="05000000000000000000" pitchFamily="2" charset="2"/>
              <a:buChar char="§"/>
            </a:pPr>
            <a:r>
              <a:rPr lang="en-US" sz="2000" b="1" dirty="0">
                <a:latin typeface="Calibri Light" panose="020F0302020204030204" pitchFamily="34" charset="0"/>
                <a:ea typeface="Calibri Light" panose="020F0302020204030204" pitchFamily="34" charset="0"/>
                <a:cs typeface="Calibri Light" panose="020F0302020204030204" pitchFamily="34" charset="0"/>
              </a:rPr>
              <a:t>Completeness</a:t>
            </a:r>
            <a:r>
              <a:rPr lang="en-US" sz="2000" dirty="0">
                <a:latin typeface="Calibri Light" panose="020F0302020204030204" pitchFamily="34" charset="0"/>
                <a:ea typeface="Calibri Light" panose="020F0302020204030204" pitchFamily="34" charset="0"/>
                <a:cs typeface="Calibri Light" panose="020F0302020204030204" pitchFamily="34" charset="0"/>
              </a:rPr>
              <a:t>: The system should also be able to infer other conditions related to John's symptoms. If the system only infers the flu but misses another possible disease that logically follows from the rules, it is incomplete.</a:t>
            </a:r>
          </a:p>
        </p:txBody>
      </p:sp>
    </p:spTree>
    <p:extLst>
      <p:ext uri="{BB962C8B-B14F-4D97-AF65-F5344CB8AC3E}">
        <p14:creationId xmlns:p14="http://schemas.microsoft.com/office/powerpoint/2010/main" val="1943391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181" y="73541"/>
            <a:ext cx="8552914" cy="481985"/>
          </a:xfrm>
        </p:spPr>
        <p:txBody>
          <a:bodyPr>
            <a:normAutofit/>
          </a:bodyPr>
          <a:lstStyle/>
          <a:p>
            <a:pPr>
              <a:lnSpc>
                <a:spcPct val="107000"/>
              </a:lnSpc>
              <a:spcAft>
                <a:spcPts val="800"/>
              </a:spcAft>
            </a:pPr>
            <a:r>
              <a:rPr lang="en-IN" sz="2200" dirty="0">
                <a:latin typeface="Calibri Light" panose="020F0302020204030204" pitchFamily="34" charset="0"/>
                <a:ea typeface="Calibri Light" panose="020F0302020204030204" pitchFamily="34" charset="0"/>
              </a:rPr>
              <a:t>Importance of Soundness and Completeness</a:t>
            </a:r>
            <a:endParaRPr lang="en-IN" sz="2200" kern="100" dirty="0">
              <a:effectLst/>
              <a:latin typeface="Calibri Light" panose="020F0302020204030204" pitchFamily="34" charset="0"/>
              <a:ea typeface="Calibri Light" panose="020F0302020204030204" pitchFamily="34" charset="0"/>
            </a:endParaRPr>
          </a:p>
        </p:txBody>
      </p:sp>
      <p:sp>
        <p:nvSpPr>
          <p:cNvPr id="5" name="Text Placeholder 3">
            <a:extLst>
              <a:ext uri="{FF2B5EF4-FFF2-40B4-BE49-F238E27FC236}">
                <a16:creationId xmlns:a16="http://schemas.microsoft.com/office/drawing/2014/main" id="{DB871F16-5843-9C5F-3ACA-85F58CCF4AFF}"/>
              </a:ext>
            </a:extLst>
          </p:cNvPr>
          <p:cNvSpPr txBox="1">
            <a:spLocks/>
          </p:cNvSpPr>
          <p:nvPr/>
        </p:nvSpPr>
        <p:spPr>
          <a:xfrm>
            <a:off x="7270364" y="4696037"/>
            <a:ext cx="1856666" cy="301760"/>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
        <p:nvSpPr>
          <p:cNvPr id="6" name="TextBox 5">
            <a:extLst>
              <a:ext uri="{FF2B5EF4-FFF2-40B4-BE49-F238E27FC236}">
                <a16:creationId xmlns:a16="http://schemas.microsoft.com/office/drawing/2014/main" id="{D40CB1F3-F67A-5D99-DADA-42E4FEF0DD55}"/>
              </a:ext>
            </a:extLst>
          </p:cNvPr>
          <p:cNvSpPr txBox="1"/>
          <p:nvPr/>
        </p:nvSpPr>
        <p:spPr>
          <a:xfrm>
            <a:off x="4716016" y="4932777"/>
            <a:ext cx="576064" cy="159253"/>
          </a:xfrm>
          <a:prstGeom prst="rect">
            <a:avLst/>
          </a:prstGeom>
          <a:solidFill>
            <a:schemeClr val="bg1"/>
          </a:solidFill>
        </p:spPr>
        <p:txBody>
          <a:bodyPr wrap="square" rtlCol="0">
            <a:spAutoFit/>
          </a:bodyPr>
          <a:lstStyle/>
          <a:p>
            <a:endParaRPr lang="en-IN" dirty="0"/>
          </a:p>
        </p:txBody>
      </p:sp>
      <p:sp>
        <p:nvSpPr>
          <p:cNvPr id="3" name="Rectangle 1">
            <a:extLst>
              <a:ext uri="{FF2B5EF4-FFF2-40B4-BE49-F238E27FC236}">
                <a16:creationId xmlns:a16="http://schemas.microsoft.com/office/drawing/2014/main" id="{75A48887-D0C7-8411-FD3F-97F0E3629CBB}"/>
              </a:ext>
            </a:extLst>
          </p:cNvPr>
          <p:cNvSpPr>
            <a:spLocks noChangeArrowheads="1"/>
          </p:cNvSpPr>
          <p:nvPr/>
        </p:nvSpPr>
        <p:spPr bwMode="auto">
          <a:xfrm>
            <a:off x="350128" y="729742"/>
            <a:ext cx="7822271"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
            </a:pPr>
            <a:r>
              <a:rPr lang="en-US" sz="2000" b="1" dirty="0">
                <a:solidFill>
                  <a:srgbClr val="C00000"/>
                </a:solidFill>
              </a:rPr>
              <a:t>Soundness</a:t>
            </a:r>
            <a:r>
              <a:rPr lang="en-US" sz="2000" dirty="0"/>
              <a:t> ensures that the agent does not make false conclusions, maintaining the </a:t>
            </a:r>
            <a:r>
              <a:rPr lang="en-US" sz="2000" b="1" dirty="0"/>
              <a:t>reliability</a:t>
            </a:r>
            <a:r>
              <a:rPr lang="en-US" sz="2000" dirty="0"/>
              <a:t> of the system. </a:t>
            </a:r>
          </a:p>
          <a:p>
            <a:pPr marL="342900" indent="-342900">
              <a:buFont typeface="Wingdings" panose="05000000000000000000" pitchFamily="2" charset="2"/>
              <a:buChar char="§"/>
            </a:pPr>
            <a:r>
              <a:rPr lang="en-US" sz="2000" dirty="0"/>
              <a:t>In a system without soundness, incorrect decisions could lead to undesirable outcomes, such as making wrong medical diagnoses or faulty autonomous system actions.</a:t>
            </a:r>
          </a:p>
          <a:p>
            <a:pPr marL="342900" indent="-342900">
              <a:buFont typeface="Wingdings" panose="05000000000000000000" pitchFamily="2" charset="2"/>
              <a:buChar char="§"/>
            </a:pPr>
            <a:endParaRPr lang="en-US" sz="2000" dirty="0"/>
          </a:p>
          <a:p>
            <a:pPr marL="342900" indent="-342900">
              <a:buFont typeface="Wingdings" panose="05000000000000000000" pitchFamily="2" charset="2"/>
              <a:buChar char="§"/>
            </a:pPr>
            <a:r>
              <a:rPr lang="en-US" sz="2000" b="1" dirty="0">
                <a:solidFill>
                  <a:srgbClr val="C00000"/>
                </a:solidFill>
              </a:rPr>
              <a:t>Completeness</a:t>
            </a:r>
            <a:r>
              <a:rPr lang="en-US" sz="2000" dirty="0"/>
              <a:t> ensures that the agent can infer all possible conclusions from the given information, allowing it to explore all valid inferences.</a:t>
            </a:r>
          </a:p>
          <a:p>
            <a:pPr marL="342900" indent="-342900">
              <a:buFont typeface="Wingdings" panose="05000000000000000000" pitchFamily="2" charset="2"/>
              <a:buChar char="§"/>
            </a:pPr>
            <a:r>
              <a:rPr lang="en-US" sz="2000" dirty="0"/>
              <a:t>Incomplete systems might fail to recognize important facts, leaving gaps in the reasoning process, such as missing out on a critical diagnosis in a healthcare system.</a:t>
            </a:r>
          </a:p>
        </p:txBody>
      </p:sp>
    </p:spTree>
    <p:extLst>
      <p:ext uri="{BB962C8B-B14F-4D97-AF65-F5344CB8AC3E}">
        <p14:creationId xmlns:p14="http://schemas.microsoft.com/office/powerpoint/2010/main" val="27676141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FDF31117-E534-50E6-F68C-10CC388FAB17}"/>
              </a:ext>
            </a:extLst>
          </p:cNvPr>
          <p:cNvSpPr txBox="1">
            <a:spLocks/>
          </p:cNvSpPr>
          <p:nvPr/>
        </p:nvSpPr>
        <p:spPr>
          <a:xfrm>
            <a:off x="179512" y="195486"/>
            <a:ext cx="1944216" cy="432048"/>
          </a:xfrm>
          <a:prstGeom prst="rect">
            <a:avLst/>
          </a:prstGeom>
          <a:solidFill>
            <a:schemeClr val="bg1"/>
          </a:solidFill>
        </p:spPr>
        <p:txBody>
          <a:bodyPr vert="horz" lIns="68580" tIns="34290" rIns="68580" bIns="34290" rtlCol="0">
            <a:noAutofit/>
          </a:bodyPr>
          <a:lstStyle>
            <a:lvl1pPr marL="0" indent="0" algn="l" defTabSz="685800" rtl="0" eaLnBrk="1" latinLnBrk="0" hangingPunct="1">
              <a:spcBef>
                <a:spcPct val="20000"/>
              </a:spcBef>
              <a:buClr>
                <a:schemeClr val="tx1">
                  <a:lumMod val="65000"/>
                  <a:lumOff val="35000"/>
                </a:schemeClr>
              </a:buClr>
              <a:buFont typeface="Wingdings" pitchFamily="2" charset="2"/>
              <a:buNone/>
              <a:defRPr sz="1400" kern="1200">
                <a:solidFill>
                  <a:schemeClr val="tx1">
                    <a:lumMod val="65000"/>
                    <a:lumOff val="35000"/>
                  </a:schemeClr>
                </a:solidFill>
                <a:latin typeface="+mn-lt"/>
                <a:ea typeface="+mn-ea"/>
                <a:cs typeface="Calibri Light" panose="020F0302020204030204" pitchFamily="34" charset="0"/>
              </a:defRPr>
            </a:lvl1pPr>
            <a:lvl2pPr marL="557213" indent="-214313" algn="l" defTabSz="685800" rtl="0" eaLnBrk="1" latinLnBrk="0" hangingPunct="1">
              <a:spcBef>
                <a:spcPct val="20000"/>
              </a:spcBef>
              <a:buClr>
                <a:schemeClr val="tx1">
                  <a:lumMod val="65000"/>
                  <a:lumOff val="35000"/>
                </a:schemeClr>
              </a:buClr>
              <a:buFont typeface="Myriad Pro" pitchFamily="34" charset="0"/>
              <a:buChar char="–"/>
              <a:defRPr sz="1500" kern="1200">
                <a:solidFill>
                  <a:schemeClr val="tx1">
                    <a:lumMod val="75000"/>
                    <a:lumOff val="25000"/>
                  </a:schemeClr>
                </a:solidFill>
                <a:latin typeface="+mj-lt"/>
                <a:ea typeface="+mn-ea"/>
                <a:cs typeface="Arial" pitchFamily="34" charset="0"/>
              </a:defRPr>
            </a:lvl2pPr>
            <a:lvl3pPr marL="857250" indent="-171450" algn="l" defTabSz="685800" rtl="0" eaLnBrk="1" latinLnBrk="0" hangingPunct="1">
              <a:spcBef>
                <a:spcPct val="20000"/>
              </a:spcBef>
              <a:buClr>
                <a:schemeClr val="tx1">
                  <a:lumMod val="65000"/>
                  <a:lumOff val="35000"/>
                </a:schemeClr>
              </a:buClr>
              <a:buFont typeface="Courier New" pitchFamily="49" charset="0"/>
              <a:buChar char="o"/>
              <a:defRPr sz="1400" kern="1200">
                <a:solidFill>
                  <a:schemeClr val="tx1">
                    <a:lumMod val="75000"/>
                    <a:lumOff val="25000"/>
                  </a:schemeClr>
                </a:solidFill>
                <a:latin typeface="+mj-lt"/>
                <a:ea typeface="+mn-ea"/>
                <a:cs typeface="Arial" pitchFamily="34" charset="0"/>
              </a:defRPr>
            </a:lvl3pPr>
            <a:lvl4pPr marL="1200150" indent="-171450" algn="l" defTabSz="685800" rtl="0" eaLnBrk="1" latinLnBrk="0" hangingPunct="1">
              <a:spcBef>
                <a:spcPct val="20000"/>
              </a:spcBef>
              <a:buClr>
                <a:schemeClr val="tx1">
                  <a:lumMod val="65000"/>
                  <a:lumOff val="35000"/>
                </a:schemeClr>
              </a:buClr>
              <a:buFont typeface="Arial" pitchFamily="34" charset="0"/>
              <a:buChar char="•"/>
              <a:defRPr sz="1200" kern="1200" baseline="0">
                <a:solidFill>
                  <a:schemeClr val="tx1">
                    <a:lumMod val="75000"/>
                    <a:lumOff val="25000"/>
                  </a:schemeClr>
                </a:solidFill>
                <a:latin typeface="+mj-lt"/>
                <a:ea typeface="+mn-ea"/>
                <a:cs typeface="Arial" pitchFamily="34" charset="0"/>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yriad Pro" pitchFamily="34" charset="0"/>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2831852493"/>
      </p:ext>
    </p:extLst>
  </p:cSld>
  <p:clrMapOvr>
    <a:masterClrMapping/>
  </p:clrMapOvr>
</p:sld>
</file>

<file path=ppt/theme/theme1.xml><?xml version="1.0" encoding="utf-8"?>
<a:theme xmlns:a="http://schemas.openxmlformats.org/drawingml/2006/main" name="Corp PPT Template 2017_16x9">
  <a:themeElements>
    <a:clrScheme name="TCS">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DCFF6"/>
        </a:solidFill>
        <a:ln w="9525">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Saffron 100%">
      <a:srgbClr val="FBB141"/>
    </a:custClr>
    <a:custClr name="TCS Saffron 70%">
      <a:srgbClr val="FCB853"/>
    </a:custClr>
    <a:custClr name="TCS Saffron 50%">
      <a:srgbClr val="FDB566"/>
    </a:custClr>
    <a:custClr name="TCS Saffron 30%">
      <a:srgbClr val="FDC577"/>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extLst>
    <a:ext uri="{05A4C25C-085E-4340-85A3-A5531E510DB2}">
      <thm15:themeFamily xmlns:thm15="http://schemas.microsoft.com/office/thememl/2012/main" name="Final TCS50_Corp PPT Template 2018_16x9_250618" id="{DB7AFD64-426C-4E36-9D07-50802EF75488}" vid="{907340DD-877F-4B54-96D9-C57E74D23287}"/>
    </a:ext>
  </a:extLst>
</a:theme>
</file>

<file path=ppt/theme/theme2.xml><?xml version="1.0" encoding="utf-8"?>
<a:theme xmlns:a="http://schemas.openxmlformats.org/drawingml/2006/main" name="2_Section Header">
  <a:themeElements>
    <a:clrScheme name="Custom 2">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TCS Blue 100%">
      <a:srgbClr val="6DCFF6"/>
    </a:custClr>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Saffron 100%">
      <a:srgbClr val="FBB141"/>
    </a:custClr>
    <a:custClr name="TCS Saffron 70%">
      <a:srgbClr val="FCB853"/>
    </a:custClr>
    <a:custClr name="TCS Saffron 50%">
      <a:srgbClr val="FDB566"/>
    </a:custClr>
    <a:custClr name="TCS Saffron 30%">
      <a:srgbClr val="FDC577"/>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extLst>
    <a:ext uri="{05A4C25C-085E-4340-85A3-A5531E510DB2}">
      <thm15:themeFamily xmlns:thm15="http://schemas.microsoft.com/office/thememl/2012/main" name="TCS Template 2014." id="{4DECABEB-9C5E-4D9D-A1A2-3CBA322E0007}" vid="{2F5473AA-0A36-4030-A975-2CEE7607762B}"/>
    </a:ext>
  </a:extLst>
</a:theme>
</file>

<file path=ppt/theme/theme3.xml><?xml version="1.0" encoding="utf-8"?>
<a:theme xmlns:a="http://schemas.openxmlformats.org/drawingml/2006/main" name="2_Thank You">
  <a:themeElements>
    <a:clrScheme name="Custom 2">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TCS Blue 100%">
      <a:srgbClr val="6DCFF6"/>
    </a:custClr>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Saffron 100%">
      <a:srgbClr val="FBB141"/>
    </a:custClr>
    <a:custClr name="TCS Saffron 70%">
      <a:srgbClr val="FCB853"/>
    </a:custClr>
    <a:custClr name="TCS Saffron 50%">
      <a:srgbClr val="FDB566"/>
    </a:custClr>
    <a:custClr name="TCS Saffron 30%">
      <a:srgbClr val="FDC577"/>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extLst>
    <a:ext uri="{05A4C25C-085E-4340-85A3-A5531E510DB2}">
      <thm15:themeFamily xmlns:thm15="http://schemas.microsoft.com/office/thememl/2012/main" name="TCS Template 2014." id="{4DECABEB-9C5E-4D9D-A1A2-3CBA322E0007}" vid="{2F5473AA-0A36-4030-A975-2CEE7607762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D21D58A44272E40AE2FBCEDA96F816B" ma:contentTypeVersion="0" ma:contentTypeDescription="Create a new document." ma:contentTypeScope="" ma:versionID="01e8ac6b750e5908eeca9f0b57c104a1">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78259F1-D46F-4C1F-B26F-8AF262256AA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0C6A22B0-BCBA-4EBF-85DA-1389332CD986}">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76C8B173-9972-4D14-A3AC-BB811AEEC89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Corp PPT Template 2015_16x9</Template>
  <TotalTime>57802</TotalTime>
  <Words>1997</Words>
  <Application>Microsoft Office PowerPoint</Application>
  <PresentationFormat>On-screen Show (16:9)</PresentationFormat>
  <Paragraphs>173</Paragraphs>
  <Slides>25</Slides>
  <Notes>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25</vt:i4>
      </vt:variant>
    </vt:vector>
  </HeadingPairs>
  <TitlesOfParts>
    <vt:vector size="35" baseType="lpstr">
      <vt:lpstr>Aptos</vt:lpstr>
      <vt:lpstr>Arial</vt:lpstr>
      <vt:lpstr>Calibri</vt:lpstr>
      <vt:lpstr>Calibri Light</vt:lpstr>
      <vt:lpstr>Courier New</vt:lpstr>
      <vt:lpstr>Myriad Pro</vt:lpstr>
      <vt:lpstr>Wingdings</vt:lpstr>
      <vt:lpstr>Corp PPT Template 2017_16x9</vt:lpstr>
      <vt:lpstr>2_Section Header</vt:lpstr>
      <vt:lpstr>2_Thank You</vt:lpstr>
      <vt:lpstr>PowerPoint Presentation</vt:lpstr>
      <vt:lpstr>Introduction to Logical Agents   </vt:lpstr>
      <vt:lpstr>Introduction to Logical Agents   </vt:lpstr>
      <vt:lpstr>Key Components of Logical Agents</vt:lpstr>
      <vt:lpstr>The Wumpus World Example</vt:lpstr>
      <vt:lpstr>Wumpus World: The Environment</vt:lpstr>
      <vt:lpstr>Wumpus World: Agent’s Objective</vt:lpstr>
      <vt:lpstr>Agent’s Percept and Actions</vt:lpstr>
      <vt:lpstr>Wumpus World: Logical Reasoning</vt:lpstr>
      <vt:lpstr>Wumpus World Example: Decision-Making Process</vt:lpstr>
      <vt:lpstr>Example Walkthrough: A Complete Run</vt:lpstr>
      <vt:lpstr>Logic: Syntax and Semantics</vt:lpstr>
      <vt:lpstr>Model and Model Checking</vt:lpstr>
      <vt:lpstr>Entailment in Logic</vt:lpstr>
      <vt:lpstr>Entailment in Logic</vt:lpstr>
      <vt:lpstr>Soundness and Completeness</vt:lpstr>
      <vt:lpstr>Soundness</vt:lpstr>
      <vt:lpstr>Soundness</vt:lpstr>
      <vt:lpstr>Completeness</vt:lpstr>
      <vt:lpstr>Completeness</vt:lpstr>
      <vt:lpstr>Examples of Soundness and Completeness</vt:lpstr>
      <vt:lpstr>Examples of Soundness and Completeness</vt:lpstr>
      <vt:lpstr>Examples of Soundness and Completeness</vt:lpstr>
      <vt:lpstr>Importance of Soundness and Completeness</vt:lpstr>
      <vt:lpstr>PowerPoint Presentation</vt:lpstr>
    </vt:vector>
  </TitlesOfParts>
  <Company>TCS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Corporate Presentation</dc:title>
  <dc:subject>Learn how TCS is positioned for longer term sustainable growth</dc:subject>
  <dc:creator>Tata Consultancy Services</dc:creator>
  <cp:lastModifiedBy>Tarachand Amgoth</cp:lastModifiedBy>
  <cp:revision>1357</cp:revision>
  <dcterms:created xsi:type="dcterms:W3CDTF">2015-09-29T05:13:53Z</dcterms:created>
  <dcterms:modified xsi:type="dcterms:W3CDTF">2025-10-22T13:14:03Z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0x0101009D21D58A44272E40AE2FBCEDA96F816B</vt:lpwstr>
  </property>
</Properties>
</file>